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79" r:id="rId3"/>
    <p:sldId id="295" r:id="rId4"/>
    <p:sldId id="282" r:id="rId5"/>
    <p:sldId id="286" r:id="rId6"/>
    <p:sldId id="294" r:id="rId7"/>
    <p:sldId id="283" r:id="rId8"/>
    <p:sldId id="287" r:id="rId9"/>
    <p:sldId id="293" r:id="rId10"/>
    <p:sldId id="288" r:id="rId11"/>
    <p:sldId id="289" r:id="rId12"/>
    <p:sldId id="280" r:id="rId13"/>
    <p:sldId id="297" r:id="rId14"/>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ban Najam" initials="SN" lastIdx="1" clrIdx="0">
    <p:extLst>
      <p:ext uri="{19B8F6BF-5375-455C-9EA6-DF929625EA0E}">
        <p15:presenceInfo xmlns:p15="http://schemas.microsoft.com/office/powerpoint/2012/main" xmlns="" userId="Soban Naja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229"/>
    <a:srgbClr val="DEEBF7"/>
    <a:srgbClr val="7030A0"/>
    <a:srgbClr val="F3A671"/>
    <a:srgbClr val="FFD961"/>
    <a:srgbClr val="934BC9"/>
    <a:srgbClr val="E8D9F3"/>
    <a:srgbClr val="DAC2EC"/>
    <a:srgbClr val="ED7D31"/>
    <a:srgbClr val="E5C7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75BE28-6B03-4995-88E8-34BBC4F1360E}" v="229" dt="2023-09-21T06:44:56.1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87" d="100"/>
          <a:sy n="87" d="100"/>
        </p:scale>
        <p:origin x="-36" y="7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ban Najam" userId="59c411b0-ccb7-4330-99a9-29cc04a2c185" providerId="ADAL" clId="{498552E8-13B2-4ACC-BEA2-C493D7A63BC2}"/>
    <pc:docChg chg="undo redo custSel addSld delSld modSld sldOrd">
      <pc:chgData name="Soban Najam" userId="59c411b0-ccb7-4330-99a9-29cc04a2c185" providerId="ADAL" clId="{498552E8-13B2-4ACC-BEA2-C493D7A63BC2}" dt="2023-04-12T21:29:56.805" v="12660" actId="47"/>
      <pc:docMkLst>
        <pc:docMk/>
      </pc:docMkLst>
      <pc:sldChg chg="addSp delSp modSp mod setBg chgLayout">
        <pc:chgData name="Soban Najam" userId="59c411b0-ccb7-4330-99a9-29cc04a2c185" providerId="ADAL" clId="{498552E8-13B2-4ACC-BEA2-C493D7A63BC2}" dt="2023-04-12T21:29:01.200" v="12659"/>
        <pc:sldMkLst>
          <pc:docMk/>
          <pc:sldMk cId="584424626" sldId="256"/>
        </pc:sldMkLst>
        <pc:spChg chg="mod">
          <ac:chgData name="Soban Najam" userId="59c411b0-ccb7-4330-99a9-29cc04a2c185" providerId="ADAL" clId="{498552E8-13B2-4ACC-BEA2-C493D7A63BC2}" dt="2022-06-09T11:57:20.004" v="132" actId="14100"/>
          <ac:spMkLst>
            <pc:docMk/>
            <pc:sldMk cId="584424626" sldId="256"/>
            <ac:spMk id="5" creationId="{0A3EA2A6-68C9-4903-8603-B6161A7EDB85}"/>
          </ac:spMkLst>
        </pc:spChg>
        <pc:spChg chg="add del mod ord">
          <ac:chgData name="Soban Najam" userId="59c411b0-ccb7-4330-99a9-29cc04a2c185" providerId="ADAL" clId="{498552E8-13B2-4ACC-BEA2-C493D7A63BC2}" dt="2022-06-09T12:12:39.025" v="395" actId="478"/>
          <ac:spMkLst>
            <pc:docMk/>
            <pc:sldMk cId="584424626" sldId="256"/>
            <ac:spMk id="6" creationId="{4B2BD657-8304-404B-A7EE-BEACEB64FB0B}"/>
          </ac:spMkLst>
        </pc:spChg>
        <pc:spChg chg="del mod">
          <ac:chgData name="Soban Najam" userId="59c411b0-ccb7-4330-99a9-29cc04a2c185" providerId="ADAL" clId="{498552E8-13B2-4ACC-BEA2-C493D7A63BC2}" dt="2022-06-09T11:59:45.522" v="147" actId="478"/>
          <ac:spMkLst>
            <pc:docMk/>
            <pc:sldMk cId="584424626" sldId="256"/>
            <ac:spMk id="8" creationId="{55A320A6-AE12-48FD-A9F9-F4BDABF6B585}"/>
          </ac:spMkLst>
        </pc:spChg>
        <pc:spChg chg="mod">
          <ac:chgData name="Soban Najam" userId="59c411b0-ccb7-4330-99a9-29cc04a2c185" providerId="ADAL" clId="{498552E8-13B2-4ACC-BEA2-C493D7A63BC2}" dt="2023-04-12T21:29:01.200" v="12659"/>
          <ac:spMkLst>
            <pc:docMk/>
            <pc:sldMk cId="584424626" sldId="256"/>
            <ac:spMk id="9" creationId="{CD24ADC6-38DA-450E-9302-C391CE1B9E99}"/>
          </ac:spMkLst>
        </pc:spChg>
        <pc:spChg chg="del mod topLvl">
          <ac:chgData name="Soban Najam" userId="59c411b0-ccb7-4330-99a9-29cc04a2c185" providerId="ADAL" clId="{498552E8-13B2-4ACC-BEA2-C493D7A63BC2}" dt="2022-06-09T11:56:48.943" v="122" actId="478"/>
          <ac:spMkLst>
            <pc:docMk/>
            <pc:sldMk cId="584424626" sldId="256"/>
            <ac:spMk id="11" creationId="{5B0B2A75-3A59-4658-9F16-FE0865BE6FDE}"/>
          </ac:spMkLst>
        </pc:spChg>
        <pc:spChg chg="add mod">
          <ac:chgData name="Soban Najam" userId="59c411b0-ccb7-4330-99a9-29cc04a2c185" providerId="ADAL" clId="{498552E8-13B2-4ACC-BEA2-C493D7A63BC2}" dt="2023-04-12T10:27:58.439" v="12191" actId="20577"/>
          <ac:spMkLst>
            <pc:docMk/>
            <pc:sldMk cId="584424626" sldId="256"/>
            <ac:spMk id="14" creationId="{6BC42FA8-0823-432D-8C4C-EF5BF53013EB}"/>
          </ac:spMkLst>
        </pc:spChg>
        <pc:grpChg chg="add del mod">
          <ac:chgData name="Soban Najam" userId="59c411b0-ccb7-4330-99a9-29cc04a2c185" providerId="ADAL" clId="{498552E8-13B2-4ACC-BEA2-C493D7A63BC2}" dt="2022-06-09T11:56:46.843" v="121" actId="165"/>
          <ac:grpSpMkLst>
            <pc:docMk/>
            <pc:sldMk cId="584424626" sldId="256"/>
            <ac:grpSpMk id="4" creationId="{7BE3235B-AAEC-469C-A468-5D47CB3E5E26}"/>
          </ac:grpSpMkLst>
        </pc:grpChg>
        <pc:graphicFrameChg chg="add del mod">
          <ac:chgData name="Soban Najam" userId="59c411b0-ccb7-4330-99a9-29cc04a2c185" providerId="ADAL" clId="{498552E8-13B2-4ACC-BEA2-C493D7A63BC2}" dt="2022-06-09T11:51:44.774" v="2" actId="478"/>
          <ac:graphicFrameMkLst>
            <pc:docMk/>
            <pc:sldMk cId="584424626" sldId="256"/>
            <ac:graphicFrameMk id="2" creationId="{5F447247-7422-4CFF-89AD-D85A03CB8763}"/>
          </ac:graphicFrameMkLst>
        </pc:graphicFrameChg>
        <pc:picChg chg="add mod">
          <ac:chgData name="Soban Najam" userId="59c411b0-ccb7-4330-99a9-29cc04a2c185" providerId="ADAL" clId="{498552E8-13B2-4ACC-BEA2-C493D7A63BC2}" dt="2022-06-09T12:07:43.943" v="368" actId="1036"/>
          <ac:picMkLst>
            <pc:docMk/>
            <pc:sldMk cId="584424626" sldId="256"/>
            <ac:picMk id="3" creationId="{360E91FA-E643-4C5F-A58D-B1F4FCBC4D35}"/>
          </ac:picMkLst>
        </pc:picChg>
        <pc:picChg chg="add del">
          <ac:chgData name="Soban Najam" userId="59c411b0-ccb7-4330-99a9-29cc04a2c185" providerId="ADAL" clId="{498552E8-13B2-4ACC-BEA2-C493D7A63BC2}" dt="2022-06-09T11:55:57.174" v="115" actId="478"/>
          <ac:picMkLst>
            <pc:docMk/>
            <pc:sldMk cId="584424626" sldId="256"/>
            <ac:picMk id="10" creationId="{255384D9-C2AA-4783-BFC4-7665C84D6FC4}"/>
          </ac:picMkLst>
        </pc:picChg>
        <pc:picChg chg="del">
          <ac:chgData name="Soban Najam" userId="59c411b0-ccb7-4330-99a9-29cc04a2c185" providerId="ADAL" clId="{498552E8-13B2-4ACC-BEA2-C493D7A63BC2}" dt="2022-06-09T11:51:29.877" v="0" actId="478"/>
          <ac:picMkLst>
            <pc:docMk/>
            <pc:sldMk cId="584424626" sldId="256"/>
            <ac:picMk id="1026" creationId="{FEDA1B3B-A74E-4036-8D2A-E7BBEC29E8FD}"/>
          </ac:picMkLst>
        </pc:picChg>
        <pc:picChg chg="mod topLvl">
          <ac:chgData name="Soban Najam" userId="59c411b0-ccb7-4330-99a9-29cc04a2c185" providerId="ADAL" clId="{498552E8-13B2-4ACC-BEA2-C493D7A63BC2}" dt="2022-06-09T12:07:43.943" v="368" actId="1036"/>
          <ac:picMkLst>
            <pc:docMk/>
            <pc:sldMk cId="584424626" sldId="256"/>
            <ac:picMk id="1028" creationId="{46D1C645-43EE-4A30-BC9A-F36CA79D63C6}"/>
          </ac:picMkLst>
        </pc:picChg>
      </pc:sldChg>
      <pc:sldChg chg="addSp delSp modSp mod setBg">
        <pc:chgData name="Soban Najam" userId="59c411b0-ccb7-4330-99a9-29cc04a2c185" providerId="ADAL" clId="{498552E8-13B2-4ACC-BEA2-C493D7A63BC2}" dt="2023-04-12T13:41:44.044" v="12392"/>
        <pc:sldMkLst>
          <pc:docMk/>
          <pc:sldMk cId="2416545273" sldId="257"/>
        </pc:sldMkLst>
        <pc:spChg chg="mod">
          <ac:chgData name="Soban Najam" userId="59c411b0-ccb7-4330-99a9-29cc04a2c185" providerId="ADAL" clId="{498552E8-13B2-4ACC-BEA2-C493D7A63BC2}" dt="2023-04-12T10:28:04.626" v="12194" actId="20577"/>
          <ac:spMkLst>
            <pc:docMk/>
            <pc:sldMk cId="2416545273" sldId="257"/>
            <ac:spMk id="2" creationId="{203D3CA5-79BD-45D8-B4DE-B2D2426F4311}"/>
          </ac:spMkLst>
        </pc:spChg>
        <pc:spChg chg="mod">
          <ac:chgData name="Soban Najam" userId="59c411b0-ccb7-4330-99a9-29cc04a2c185" providerId="ADAL" clId="{498552E8-13B2-4ACC-BEA2-C493D7A63BC2}" dt="2023-04-12T10:28:11.076" v="12197" actId="20577"/>
          <ac:spMkLst>
            <pc:docMk/>
            <pc:sldMk cId="2416545273" sldId="257"/>
            <ac:spMk id="3" creationId="{7ED367D0-F86F-4E0F-BFE8-B07079AA7FBA}"/>
          </ac:spMkLst>
        </pc:spChg>
        <pc:spChg chg="mod">
          <ac:chgData name="Soban Najam" userId="59c411b0-ccb7-4330-99a9-29cc04a2c185" providerId="ADAL" clId="{498552E8-13B2-4ACC-BEA2-C493D7A63BC2}" dt="2023-04-12T10:28:15.819" v="12205" actId="20577"/>
          <ac:spMkLst>
            <pc:docMk/>
            <pc:sldMk cId="2416545273" sldId="257"/>
            <ac:spMk id="4" creationId="{C534C463-3310-4326-8356-E0E7B3160F74}"/>
          </ac:spMkLst>
        </pc:spChg>
        <pc:spChg chg="mod">
          <ac:chgData name="Soban Najam" userId="59c411b0-ccb7-4330-99a9-29cc04a2c185" providerId="ADAL" clId="{498552E8-13B2-4ACC-BEA2-C493D7A63BC2}" dt="2023-04-12T10:28:23.271" v="12212" actId="20577"/>
          <ac:spMkLst>
            <pc:docMk/>
            <pc:sldMk cId="2416545273" sldId="257"/>
            <ac:spMk id="5" creationId="{887E680A-7909-4A01-9F33-9956B3A62C2D}"/>
          </ac:spMkLst>
        </pc:spChg>
        <pc:spChg chg="add del mod">
          <ac:chgData name="Soban Najam" userId="59c411b0-ccb7-4330-99a9-29cc04a2c185" providerId="ADAL" clId="{498552E8-13B2-4ACC-BEA2-C493D7A63BC2}" dt="2022-06-16T21:48:09.044" v="12049" actId="478"/>
          <ac:spMkLst>
            <pc:docMk/>
            <pc:sldMk cId="2416545273" sldId="257"/>
            <ac:spMk id="10" creationId="{F0F55085-BE3F-4D54-9F66-8A512003EA96}"/>
          </ac:spMkLst>
        </pc:spChg>
        <pc:spChg chg="add mod">
          <ac:chgData name="Soban Najam" userId="59c411b0-ccb7-4330-99a9-29cc04a2c185" providerId="ADAL" clId="{498552E8-13B2-4ACC-BEA2-C493D7A63BC2}" dt="2023-04-12T13:41:44.044" v="12392"/>
          <ac:spMkLst>
            <pc:docMk/>
            <pc:sldMk cId="2416545273" sldId="257"/>
            <ac:spMk id="11" creationId="{11192028-826B-4560-A749-F91D3D3E15C2}"/>
          </ac:spMkLst>
        </pc:spChg>
        <pc:spChg chg="add mod">
          <ac:chgData name="Soban Najam" userId="59c411b0-ccb7-4330-99a9-29cc04a2c185" providerId="ADAL" clId="{498552E8-13B2-4ACC-BEA2-C493D7A63BC2}" dt="2023-04-12T10:28:27.932" v="12215" actId="20577"/>
          <ac:spMkLst>
            <pc:docMk/>
            <pc:sldMk cId="2416545273" sldId="257"/>
            <ac:spMk id="12" creationId="{EBC4D731-B846-4AD8-8BCF-E7514192D509}"/>
          </ac:spMkLst>
        </pc:spChg>
        <pc:spChg chg="add mod">
          <ac:chgData name="Soban Najam" userId="59c411b0-ccb7-4330-99a9-29cc04a2c185" providerId="ADAL" clId="{498552E8-13B2-4ACC-BEA2-C493D7A63BC2}" dt="2023-04-12T10:28:35.876" v="12249" actId="20577"/>
          <ac:spMkLst>
            <pc:docMk/>
            <pc:sldMk cId="2416545273" sldId="257"/>
            <ac:spMk id="13" creationId="{1995A930-821C-40A6-955D-BAD7CA7D7F22}"/>
          </ac:spMkLst>
        </pc:spChg>
      </pc:sldChg>
      <pc:sldChg chg="addSp delSp modSp del mod delAnim">
        <pc:chgData name="Soban Najam" userId="59c411b0-ccb7-4330-99a9-29cc04a2c185" providerId="ADAL" clId="{498552E8-13B2-4ACC-BEA2-C493D7A63BC2}" dt="2023-04-12T21:22:51.427" v="12580" actId="47"/>
        <pc:sldMkLst>
          <pc:docMk/>
          <pc:sldMk cId="1715865708" sldId="259"/>
        </pc:sldMkLst>
        <pc:spChg chg="add mod">
          <ac:chgData name="Soban Najam" userId="59c411b0-ccb7-4330-99a9-29cc04a2c185" providerId="ADAL" clId="{498552E8-13B2-4ACC-BEA2-C493D7A63BC2}" dt="2022-06-10T07:57:03.568" v="1538" actId="1076"/>
          <ac:spMkLst>
            <pc:docMk/>
            <pc:sldMk cId="1715865708" sldId="259"/>
            <ac:spMk id="2" creationId="{B1007AF6-E391-495B-82F7-8C76A70EAE6B}"/>
          </ac:spMkLst>
        </pc:spChg>
        <pc:spChg chg="add mod">
          <ac:chgData name="Soban Najam" userId="59c411b0-ccb7-4330-99a9-29cc04a2c185" providerId="ADAL" clId="{498552E8-13B2-4ACC-BEA2-C493D7A63BC2}" dt="2022-06-10T07:57:16.848" v="1541" actId="1076"/>
          <ac:spMkLst>
            <pc:docMk/>
            <pc:sldMk cId="1715865708" sldId="259"/>
            <ac:spMk id="3" creationId="{B913AA79-E770-439D-A297-EA2EEA5A58B0}"/>
          </ac:spMkLst>
        </pc:spChg>
        <pc:spChg chg="del">
          <ac:chgData name="Soban Najam" userId="59c411b0-ccb7-4330-99a9-29cc04a2c185" providerId="ADAL" clId="{498552E8-13B2-4ACC-BEA2-C493D7A63BC2}" dt="2022-06-09T12:13:44.961" v="402" actId="478"/>
          <ac:spMkLst>
            <pc:docMk/>
            <pc:sldMk cId="1715865708" sldId="259"/>
            <ac:spMk id="4" creationId="{460B3832-9387-4811-9135-F5DE544F6213}"/>
          </ac:spMkLst>
        </pc:spChg>
        <pc:spChg chg="mod">
          <ac:chgData name="Soban Najam" userId="59c411b0-ccb7-4330-99a9-29cc04a2c185" providerId="ADAL" clId="{498552E8-13B2-4ACC-BEA2-C493D7A63BC2}" dt="2022-06-09T13:17:55.503" v="1014" actId="20577"/>
          <ac:spMkLst>
            <pc:docMk/>
            <pc:sldMk cId="1715865708" sldId="259"/>
            <ac:spMk id="5" creationId="{680D5784-AAC3-43E5-B3C6-8A9D8CB6CE29}"/>
          </ac:spMkLst>
        </pc:spChg>
        <pc:spChg chg="mod">
          <ac:chgData name="Soban Najam" userId="59c411b0-ccb7-4330-99a9-29cc04a2c185" providerId="ADAL" clId="{498552E8-13B2-4ACC-BEA2-C493D7A63BC2}" dt="2022-06-09T14:15:43.001" v="1407" actId="20577"/>
          <ac:spMkLst>
            <pc:docMk/>
            <pc:sldMk cId="1715865708" sldId="259"/>
            <ac:spMk id="6" creationId="{628BBA39-824D-488B-AE10-EB9F908C928A}"/>
          </ac:spMkLst>
        </pc:spChg>
        <pc:spChg chg="mod">
          <ac:chgData name="Soban Najam" userId="59c411b0-ccb7-4330-99a9-29cc04a2c185" providerId="ADAL" clId="{498552E8-13B2-4ACC-BEA2-C493D7A63BC2}" dt="2022-06-09T12:13:27.369" v="397" actId="207"/>
          <ac:spMkLst>
            <pc:docMk/>
            <pc:sldMk cId="1715865708" sldId="259"/>
            <ac:spMk id="7" creationId="{AA9235C6-D794-428B-AC1D-A498C7BD76B8}"/>
          </ac:spMkLst>
        </pc:spChg>
        <pc:spChg chg="del">
          <ac:chgData name="Soban Najam" userId="59c411b0-ccb7-4330-99a9-29cc04a2c185" providerId="ADAL" clId="{498552E8-13B2-4ACC-BEA2-C493D7A63BC2}" dt="2022-06-09T12:13:42.789" v="401" actId="478"/>
          <ac:spMkLst>
            <pc:docMk/>
            <pc:sldMk cId="1715865708" sldId="259"/>
            <ac:spMk id="10" creationId="{519F9A02-C8DF-4E43-8554-AB24AD09A80C}"/>
          </ac:spMkLst>
        </pc:spChg>
        <pc:spChg chg="add del mod">
          <ac:chgData name="Soban Najam" userId="59c411b0-ccb7-4330-99a9-29cc04a2c185" providerId="ADAL" clId="{498552E8-13B2-4ACC-BEA2-C493D7A63BC2}" dt="2022-06-10T07:55:42.086" v="1521" actId="478"/>
          <ac:spMkLst>
            <pc:docMk/>
            <pc:sldMk cId="1715865708" sldId="259"/>
            <ac:spMk id="11" creationId="{B25CABB1-0F44-4CA8-A4E5-C1C4AA8BFC45}"/>
          </ac:spMkLst>
        </pc:spChg>
        <pc:spChg chg="add del mod">
          <ac:chgData name="Soban Najam" userId="59c411b0-ccb7-4330-99a9-29cc04a2c185" providerId="ADAL" clId="{498552E8-13B2-4ACC-BEA2-C493D7A63BC2}" dt="2022-06-10T07:55:42.086" v="1521" actId="478"/>
          <ac:spMkLst>
            <pc:docMk/>
            <pc:sldMk cId="1715865708" sldId="259"/>
            <ac:spMk id="12" creationId="{DB01A751-07FD-4980-B2CB-00B8C61F5898}"/>
          </ac:spMkLst>
        </pc:spChg>
        <pc:spChg chg="add del mod">
          <ac:chgData name="Soban Najam" userId="59c411b0-ccb7-4330-99a9-29cc04a2c185" providerId="ADAL" clId="{498552E8-13B2-4ACC-BEA2-C493D7A63BC2}" dt="2022-06-10T07:55:28.900" v="1516" actId="478"/>
          <ac:spMkLst>
            <pc:docMk/>
            <pc:sldMk cId="1715865708" sldId="259"/>
            <ac:spMk id="13" creationId="{5977F23E-1422-446B-9A8B-1AA522B17470}"/>
          </ac:spMkLst>
        </pc:spChg>
        <pc:spChg chg="add del mod">
          <ac:chgData name="Soban Najam" userId="59c411b0-ccb7-4330-99a9-29cc04a2c185" providerId="ADAL" clId="{498552E8-13B2-4ACC-BEA2-C493D7A63BC2}" dt="2022-06-10T07:55:26.483" v="1515" actId="478"/>
          <ac:spMkLst>
            <pc:docMk/>
            <pc:sldMk cId="1715865708" sldId="259"/>
            <ac:spMk id="16" creationId="{2BEF1296-F2E5-40AD-9206-DD9B06651269}"/>
          </ac:spMkLst>
        </pc:spChg>
        <pc:spChg chg="del">
          <ac:chgData name="Soban Najam" userId="59c411b0-ccb7-4330-99a9-29cc04a2c185" providerId="ADAL" clId="{498552E8-13B2-4ACC-BEA2-C493D7A63BC2}" dt="2022-06-09T12:13:44.961" v="402" actId="478"/>
          <ac:spMkLst>
            <pc:docMk/>
            <pc:sldMk cId="1715865708" sldId="259"/>
            <ac:spMk id="16" creationId="{474585DD-D150-473C-A80F-3B413668AE64}"/>
          </ac:spMkLst>
        </pc:spChg>
        <pc:spChg chg="del">
          <ac:chgData name="Soban Najam" userId="59c411b0-ccb7-4330-99a9-29cc04a2c185" providerId="ADAL" clId="{498552E8-13B2-4ACC-BEA2-C493D7A63BC2}" dt="2022-06-09T12:13:44.961" v="402" actId="478"/>
          <ac:spMkLst>
            <pc:docMk/>
            <pc:sldMk cId="1715865708" sldId="259"/>
            <ac:spMk id="20" creationId="{51C3F22F-FF48-492C-BF35-CA97780D050E}"/>
          </ac:spMkLst>
        </pc:spChg>
        <pc:spChg chg="del">
          <ac:chgData name="Soban Najam" userId="59c411b0-ccb7-4330-99a9-29cc04a2c185" providerId="ADAL" clId="{498552E8-13B2-4ACC-BEA2-C493D7A63BC2}" dt="2022-06-09T12:13:44.961" v="402" actId="478"/>
          <ac:spMkLst>
            <pc:docMk/>
            <pc:sldMk cId="1715865708" sldId="259"/>
            <ac:spMk id="21" creationId="{6C9C2371-EB28-424C-96EC-1692093898AF}"/>
          </ac:spMkLst>
        </pc:spChg>
        <pc:spChg chg="del">
          <ac:chgData name="Soban Najam" userId="59c411b0-ccb7-4330-99a9-29cc04a2c185" providerId="ADAL" clId="{498552E8-13B2-4ACC-BEA2-C493D7A63BC2}" dt="2022-06-09T12:13:44.961" v="402" actId="478"/>
          <ac:spMkLst>
            <pc:docMk/>
            <pc:sldMk cId="1715865708" sldId="259"/>
            <ac:spMk id="22" creationId="{52001D24-5FA8-4EEE-8875-758BA8B3D00F}"/>
          </ac:spMkLst>
        </pc:spChg>
        <pc:spChg chg="del">
          <ac:chgData name="Soban Najam" userId="59c411b0-ccb7-4330-99a9-29cc04a2c185" providerId="ADAL" clId="{498552E8-13B2-4ACC-BEA2-C493D7A63BC2}" dt="2022-06-09T12:13:44.961" v="402" actId="478"/>
          <ac:spMkLst>
            <pc:docMk/>
            <pc:sldMk cId="1715865708" sldId="259"/>
            <ac:spMk id="24" creationId="{7239FD39-51F9-4FD3-B8B7-E7DF5AF6404B}"/>
          </ac:spMkLst>
        </pc:spChg>
        <pc:spChg chg="add mod">
          <ac:chgData name="Soban Najam" userId="59c411b0-ccb7-4330-99a9-29cc04a2c185" providerId="ADAL" clId="{498552E8-13B2-4ACC-BEA2-C493D7A63BC2}" dt="2022-06-09T14:07:56.830" v="1092" actId="207"/>
          <ac:spMkLst>
            <pc:docMk/>
            <pc:sldMk cId="1715865708" sldId="259"/>
            <ac:spMk id="28" creationId="{0B6A8048-4F34-4195-B999-944A53F5A4E0}"/>
          </ac:spMkLst>
        </pc:spChg>
        <pc:spChg chg="add mod">
          <ac:chgData name="Soban Najam" userId="59c411b0-ccb7-4330-99a9-29cc04a2c185" providerId="ADAL" clId="{498552E8-13B2-4ACC-BEA2-C493D7A63BC2}" dt="2022-06-10T07:56:10.250" v="1527" actId="14100"/>
          <ac:spMkLst>
            <pc:docMk/>
            <pc:sldMk cId="1715865708" sldId="259"/>
            <ac:spMk id="30" creationId="{91BCB765-F5DB-4B49-BA78-B2BF2EEAA9B0}"/>
          </ac:spMkLst>
        </pc:spChg>
        <pc:spChg chg="add mod">
          <ac:chgData name="Soban Najam" userId="59c411b0-ccb7-4330-99a9-29cc04a2c185" providerId="ADAL" clId="{498552E8-13B2-4ACC-BEA2-C493D7A63BC2}" dt="2022-06-10T07:57:32.569" v="1544" actId="14100"/>
          <ac:spMkLst>
            <pc:docMk/>
            <pc:sldMk cId="1715865708" sldId="259"/>
            <ac:spMk id="31" creationId="{25E92267-62E2-4B49-8FC0-6BDD00035DD1}"/>
          </ac:spMkLst>
        </pc:spChg>
        <pc:spChg chg="add mod">
          <ac:chgData name="Soban Najam" userId="59c411b0-ccb7-4330-99a9-29cc04a2c185" providerId="ADAL" clId="{498552E8-13B2-4ACC-BEA2-C493D7A63BC2}" dt="2022-06-10T07:57:38.898" v="1546" actId="14100"/>
          <ac:spMkLst>
            <pc:docMk/>
            <pc:sldMk cId="1715865708" sldId="259"/>
            <ac:spMk id="32" creationId="{3A97F44D-B472-4B77-9D9B-9882B33FECB9}"/>
          </ac:spMkLst>
        </pc:spChg>
        <pc:spChg chg="del">
          <ac:chgData name="Soban Najam" userId="59c411b0-ccb7-4330-99a9-29cc04a2c185" providerId="ADAL" clId="{498552E8-13B2-4ACC-BEA2-C493D7A63BC2}" dt="2022-06-09T12:13:44.961" v="402" actId="478"/>
          <ac:spMkLst>
            <pc:docMk/>
            <pc:sldMk cId="1715865708" sldId="259"/>
            <ac:spMk id="63" creationId="{C3073778-E4EF-427D-A81E-DE98E07F380B}"/>
          </ac:spMkLst>
        </pc:spChg>
        <pc:spChg chg="del">
          <ac:chgData name="Soban Najam" userId="59c411b0-ccb7-4330-99a9-29cc04a2c185" providerId="ADAL" clId="{498552E8-13B2-4ACC-BEA2-C493D7A63BC2}" dt="2022-06-09T12:13:44.961" v="402" actId="478"/>
          <ac:spMkLst>
            <pc:docMk/>
            <pc:sldMk cId="1715865708" sldId="259"/>
            <ac:spMk id="64" creationId="{B1CF9148-68F4-422C-819F-E3DD5E2CB8A8}"/>
          </ac:spMkLst>
        </pc:spChg>
        <pc:spChg chg="del">
          <ac:chgData name="Soban Najam" userId="59c411b0-ccb7-4330-99a9-29cc04a2c185" providerId="ADAL" clId="{498552E8-13B2-4ACC-BEA2-C493D7A63BC2}" dt="2022-06-09T12:13:44.961" v="402" actId="478"/>
          <ac:spMkLst>
            <pc:docMk/>
            <pc:sldMk cId="1715865708" sldId="259"/>
            <ac:spMk id="65" creationId="{9EE5802C-4DF8-411D-8828-39B0B7C45827}"/>
          </ac:spMkLst>
        </pc:spChg>
        <pc:grpChg chg="del">
          <ac:chgData name="Soban Najam" userId="59c411b0-ccb7-4330-99a9-29cc04a2c185" providerId="ADAL" clId="{498552E8-13B2-4ACC-BEA2-C493D7A63BC2}" dt="2022-06-09T12:13:44.961" v="402" actId="478"/>
          <ac:grpSpMkLst>
            <pc:docMk/>
            <pc:sldMk cId="1715865708" sldId="259"/>
            <ac:grpSpMk id="17" creationId="{B71BDC0F-8B12-4919-AB28-C3301CF1767E}"/>
          </ac:grpSpMkLst>
        </pc:grpChg>
        <pc:picChg chg="add mod">
          <ac:chgData name="Soban Najam" userId="59c411b0-ccb7-4330-99a9-29cc04a2c185" providerId="ADAL" clId="{498552E8-13B2-4ACC-BEA2-C493D7A63BC2}" dt="2022-06-10T07:57:22.266" v="1542" actId="1076"/>
          <ac:picMkLst>
            <pc:docMk/>
            <pc:sldMk cId="1715865708" sldId="259"/>
            <ac:picMk id="10" creationId="{9DE5FCF7-3B94-46E4-8202-0C4A08AE7BD9}"/>
          </ac:picMkLst>
        </pc:picChg>
        <pc:cxnChg chg="add del mod">
          <ac:chgData name="Soban Najam" userId="59c411b0-ccb7-4330-99a9-29cc04a2c185" providerId="ADAL" clId="{498552E8-13B2-4ACC-BEA2-C493D7A63BC2}" dt="2022-06-10T07:55:29.907" v="1517" actId="478"/>
          <ac:cxnSpMkLst>
            <pc:docMk/>
            <pc:sldMk cId="1715865708" sldId="259"/>
            <ac:cxnSpMk id="8" creationId="{AE9D2291-A392-47A8-B03E-646DA6A54711}"/>
          </ac:cxnSpMkLst>
        </pc:cxnChg>
        <pc:cxnChg chg="add mod">
          <ac:chgData name="Soban Najam" userId="59c411b0-ccb7-4330-99a9-29cc04a2c185" providerId="ADAL" clId="{498552E8-13B2-4ACC-BEA2-C493D7A63BC2}" dt="2022-06-10T07:57:52.049" v="1550" actId="14100"/>
          <ac:cxnSpMkLst>
            <pc:docMk/>
            <pc:sldMk cId="1715865708" sldId="259"/>
            <ac:cxnSpMk id="15" creationId="{C2B1D619-AFAF-46B1-967B-F73DA5D6737D}"/>
          </ac:cxnSpMkLst>
        </pc:cxnChg>
        <pc:cxnChg chg="del mod">
          <ac:chgData name="Soban Najam" userId="59c411b0-ccb7-4330-99a9-29cc04a2c185" providerId="ADAL" clId="{498552E8-13B2-4ACC-BEA2-C493D7A63BC2}" dt="2022-06-09T12:13:44.961" v="402" actId="478"/>
          <ac:cxnSpMkLst>
            <pc:docMk/>
            <pc:sldMk cId="1715865708" sldId="259"/>
            <ac:cxnSpMk id="25" creationId="{4C55DD24-E866-4C6E-AA53-1359423A6B86}"/>
          </ac:cxnSpMkLst>
        </pc:cxnChg>
        <pc:cxnChg chg="del mod">
          <ac:chgData name="Soban Najam" userId="59c411b0-ccb7-4330-99a9-29cc04a2c185" providerId="ADAL" clId="{498552E8-13B2-4ACC-BEA2-C493D7A63BC2}" dt="2022-06-09T12:13:44.961" v="402" actId="478"/>
          <ac:cxnSpMkLst>
            <pc:docMk/>
            <pc:sldMk cId="1715865708" sldId="259"/>
            <ac:cxnSpMk id="26" creationId="{77DEF62C-37AF-4B1D-8BF8-05C722A72D9D}"/>
          </ac:cxnSpMkLst>
        </pc:cxnChg>
        <pc:cxnChg chg="del mod">
          <ac:chgData name="Soban Najam" userId="59c411b0-ccb7-4330-99a9-29cc04a2c185" providerId="ADAL" clId="{498552E8-13B2-4ACC-BEA2-C493D7A63BC2}" dt="2022-06-09T12:13:44.961" v="402" actId="478"/>
          <ac:cxnSpMkLst>
            <pc:docMk/>
            <pc:sldMk cId="1715865708" sldId="259"/>
            <ac:cxnSpMk id="27" creationId="{0E34C225-1736-4A36-B595-8DDD003AC2CD}"/>
          </ac:cxnSpMkLst>
        </pc:cxnChg>
        <pc:cxnChg chg="del mod">
          <ac:chgData name="Soban Najam" userId="59c411b0-ccb7-4330-99a9-29cc04a2c185" providerId="ADAL" clId="{498552E8-13B2-4ACC-BEA2-C493D7A63BC2}" dt="2022-06-09T12:13:44.961" v="402" actId="478"/>
          <ac:cxnSpMkLst>
            <pc:docMk/>
            <pc:sldMk cId="1715865708" sldId="259"/>
            <ac:cxnSpMk id="29" creationId="{1BC15BEE-93FB-431F-A58D-FEDE1351071C}"/>
          </ac:cxnSpMkLst>
        </pc:cxnChg>
        <pc:cxnChg chg="del mod">
          <ac:chgData name="Soban Najam" userId="59c411b0-ccb7-4330-99a9-29cc04a2c185" providerId="ADAL" clId="{498552E8-13B2-4ACC-BEA2-C493D7A63BC2}" dt="2022-06-09T12:13:44.961" v="402" actId="478"/>
          <ac:cxnSpMkLst>
            <pc:docMk/>
            <pc:sldMk cId="1715865708" sldId="259"/>
            <ac:cxnSpMk id="48" creationId="{5D33F818-32A9-4572-9372-EEC3A9264AE6}"/>
          </ac:cxnSpMkLst>
        </pc:cxnChg>
        <pc:cxnChg chg="del mod">
          <ac:chgData name="Soban Najam" userId="59c411b0-ccb7-4330-99a9-29cc04a2c185" providerId="ADAL" clId="{498552E8-13B2-4ACC-BEA2-C493D7A63BC2}" dt="2022-06-09T12:13:44.961" v="402" actId="478"/>
          <ac:cxnSpMkLst>
            <pc:docMk/>
            <pc:sldMk cId="1715865708" sldId="259"/>
            <ac:cxnSpMk id="66" creationId="{05BB97B3-5448-4FAA-A040-0F5D69E1B08B}"/>
          </ac:cxnSpMkLst>
        </pc:cxnChg>
        <pc:cxnChg chg="del mod">
          <ac:chgData name="Soban Najam" userId="59c411b0-ccb7-4330-99a9-29cc04a2c185" providerId="ADAL" clId="{498552E8-13B2-4ACC-BEA2-C493D7A63BC2}" dt="2022-06-09T12:13:44.961" v="402" actId="478"/>
          <ac:cxnSpMkLst>
            <pc:docMk/>
            <pc:sldMk cId="1715865708" sldId="259"/>
            <ac:cxnSpMk id="69" creationId="{98721507-100F-4F5C-BDAE-F1FFB168D522}"/>
          </ac:cxnSpMkLst>
        </pc:cxnChg>
        <pc:cxnChg chg="del mod">
          <ac:chgData name="Soban Najam" userId="59c411b0-ccb7-4330-99a9-29cc04a2c185" providerId="ADAL" clId="{498552E8-13B2-4ACC-BEA2-C493D7A63BC2}" dt="2022-06-09T12:13:44.961" v="402" actId="478"/>
          <ac:cxnSpMkLst>
            <pc:docMk/>
            <pc:sldMk cId="1715865708" sldId="259"/>
            <ac:cxnSpMk id="72" creationId="{CECA3A49-88AA-43EC-9E63-70D3AB72FDC8}"/>
          </ac:cxnSpMkLst>
        </pc:cxnChg>
      </pc:sldChg>
      <pc:sldChg chg="del">
        <pc:chgData name="Soban Najam" userId="59c411b0-ccb7-4330-99a9-29cc04a2c185" providerId="ADAL" clId="{498552E8-13B2-4ACC-BEA2-C493D7A63BC2}" dt="2022-06-09T12:13:51.549" v="403" actId="47"/>
        <pc:sldMkLst>
          <pc:docMk/>
          <pc:sldMk cId="32887465" sldId="260"/>
        </pc:sldMkLst>
      </pc:sldChg>
      <pc:sldChg chg="addSp delSp modSp add mod">
        <pc:chgData name="Soban Najam" userId="59c411b0-ccb7-4330-99a9-29cc04a2c185" providerId="ADAL" clId="{498552E8-13B2-4ACC-BEA2-C493D7A63BC2}" dt="2023-04-12T13:41:44.044" v="12392"/>
        <pc:sldMkLst>
          <pc:docMk/>
          <pc:sldMk cId="3031137102" sldId="260"/>
        </pc:sldMkLst>
        <pc:spChg chg="del">
          <ac:chgData name="Soban Najam" userId="59c411b0-ccb7-4330-99a9-29cc04a2c185" providerId="ADAL" clId="{498552E8-13B2-4ACC-BEA2-C493D7A63BC2}" dt="2022-06-10T07:59:15.503" v="1553" actId="478"/>
          <ac:spMkLst>
            <pc:docMk/>
            <pc:sldMk cId="3031137102" sldId="260"/>
            <ac:spMk id="2" creationId="{B1007AF6-E391-495B-82F7-8C76A70EAE6B}"/>
          </ac:spMkLst>
        </pc:spChg>
        <pc:spChg chg="del">
          <ac:chgData name="Soban Najam" userId="59c411b0-ccb7-4330-99a9-29cc04a2c185" providerId="ADAL" clId="{498552E8-13B2-4ACC-BEA2-C493D7A63BC2}" dt="2022-06-10T07:59:15.503" v="1553" actId="478"/>
          <ac:spMkLst>
            <pc:docMk/>
            <pc:sldMk cId="3031137102" sldId="260"/>
            <ac:spMk id="3" creationId="{B913AA79-E770-439D-A297-EA2EEA5A58B0}"/>
          </ac:spMkLst>
        </pc:spChg>
        <pc:spChg chg="add mod">
          <ac:chgData name="Soban Najam" userId="59c411b0-ccb7-4330-99a9-29cc04a2c185" providerId="ADAL" clId="{498552E8-13B2-4ACC-BEA2-C493D7A63BC2}" dt="2022-06-10T10:47:47.548" v="2127" actId="1035"/>
          <ac:spMkLst>
            <pc:docMk/>
            <pc:sldMk cId="3031137102" sldId="260"/>
            <ac:spMk id="4" creationId="{4926C478-6C10-429D-8436-8A435556D231}"/>
          </ac:spMkLst>
        </pc:spChg>
        <pc:spChg chg="mod">
          <ac:chgData name="Soban Najam" userId="59c411b0-ccb7-4330-99a9-29cc04a2c185" providerId="ADAL" clId="{498552E8-13B2-4ACC-BEA2-C493D7A63BC2}" dt="2022-06-10T10:03:19.173" v="1780" actId="20577"/>
          <ac:spMkLst>
            <pc:docMk/>
            <pc:sldMk cId="3031137102" sldId="260"/>
            <ac:spMk id="6" creationId="{628BBA39-824D-488B-AE10-EB9F908C928A}"/>
          </ac:spMkLst>
        </pc:spChg>
        <pc:spChg chg="add mod">
          <ac:chgData name="Soban Najam" userId="59c411b0-ccb7-4330-99a9-29cc04a2c185" providerId="ADAL" clId="{498552E8-13B2-4ACC-BEA2-C493D7A63BC2}" dt="2022-06-10T10:47:47.548" v="2127" actId="1035"/>
          <ac:spMkLst>
            <pc:docMk/>
            <pc:sldMk cId="3031137102" sldId="260"/>
            <ac:spMk id="8" creationId="{DDB3C4CE-8300-4038-8D77-BAD48CBD8EF4}"/>
          </ac:spMkLst>
        </pc:spChg>
        <pc:spChg chg="add mod">
          <ac:chgData name="Soban Najam" userId="59c411b0-ccb7-4330-99a9-29cc04a2c185" providerId="ADAL" clId="{498552E8-13B2-4ACC-BEA2-C493D7A63BC2}" dt="2022-06-10T10:47:47.548" v="2127" actId="1035"/>
          <ac:spMkLst>
            <pc:docMk/>
            <pc:sldMk cId="3031137102" sldId="260"/>
            <ac:spMk id="9" creationId="{185BF7E2-0B2C-4F92-BA38-2979212EBF62}"/>
          </ac:spMkLst>
        </pc:spChg>
        <pc:spChg chg="add del mod">
          <ac:chgData name="Soban Najam" userId="59c411b0-ccb7-4330-99a9-29cc04a2c185" providerId="ADAL" clId="{498552E8-13B2-4ACC-BEA2-C493D7A63BC2}" dt="2022-06-10T10:47:38.450" v="2068" actId="478"/>
          <ac:spMkLst>
            <pc:docMk/>
            <pc:sldMk cId="3031137102" sldId="260"/>
            <ac:spMk id="11" creationId="{C8FA00C5-F27E-45E2-AF4A-1C29D5E855FE}"/>
          </ac:spMkLst>
        </pc:spChg>
        <pc:spChg chg="add mod">
          <ac:chgData name="Soban Najam" userId="59c411b0-ccb7-4330-99a9-29cc04a2c185" providerId="ADAL" clId="{498552E8-13B2-4ACC-BEA2-C493D7A63BC2}" dt="2022-06-10T10:47:47.548" v="2127" actId="1035"/>
          <ac:spMkLst>
            <pc:docMk/>
            <pc:sldMk cId="3031137102" sldId="260"/>
            <ac:spMk id="16" creationId="{DE86490F-C361-4BC2-AD5F-B477C261E4AA}"/>
          </ac:spMkLst>
        </pc:spChg>
        <pc:spChg chg="add mod">
          <ac:chgData name="Soban Najam" userId="59c411b0-ccb7-4330-99a9-29cc04a2c185" providerId="ADAL" clId="{498552E8-13B2-4ACC-BEA2-C493D7A63BC2}" dt="2022-06-10T10:47:47.548" v="2127" actId="1035"/>
          <ac:spMkLst>
            <pc:docMk/>
            <pc:sldMk cId="3031137102" sldId="260"/>
            <ac:spMk id="17" creationId="{51FDCAD3-51C8-476B-98E9-2F9722C2DD28}"/>
          </ac:spMkLst>
        </pc:spChg>
        <pc:spChg chg="add mod">
          <ac:chgData name="Soban Najam" userId="59c411b0-ccb7-4330-99a9-29cc04a2c185" providerId="ADAL" clId="{498552E8-13B2-4ACC-BEA2-C493D7A63BC2}" dt="2022-06-10T10:47:47.548" v="2127" actId="1035"/>
          <ac:spMkLst>
            <pc:docMk/>
            <pc:sldMk cId="3031137102" sldId="260"/>
            <ac:spMk id="18" creationId="{01106F1A-7029-4997-86D6-47D9181DC3BA}"/>
          </ac:spMkLst>
        </pc:spChg>
        <pc:spChg chg="add del mod">
          <ac:chgData name="Soban Najam" userId="59c411b0-ccb7-4330-99a9-29cc04a2c185" providerId="ADAL" clId="{498552E8-13B2-4ACC-BEA2-C493D7A63BC2}" dt="2022-06-10T10:30:24.839" v="1966" actId="478"/>
          <ac:spMkLst>
            <pc:docMk/>
            <pc:sldMk cId="3031137102" sldId="260"/>
            <ac:spMk id="22" creationId="{BE75D8F4-31FA-47F3-997A-B02DE8A011C8}"/>
          </ac:spMkLst>
        </pc:spChg>
        <pc:spChg chg="del">
          <ac:chgData name="Soban Najam" userId="59c411b0-ccb7-4330-99a9-29cc04a2c185" providerId="ADAL" clId="{498552E8-13B2-4ACC-BEA2-C493D7A63BC2}" dt="2022-06-10T07:59:18.455" v="1554" actId="478"/>
          <ac:spMkLst>
            <pc:docMk/>
            <pc:sldMk cId="3031137102" sldId="260"/>
            <ac:spMk id="28" creationId="{0B6A8048-4F34-4195-B999-944A53F5A4E0}"/>
          </ac:spMkLst>
        </pc:spChg>
        <pc:spChg chg="del">
          <ac:chgData name="Soban Najam" userId="59c411b0-ccb7-4330-99a9-29cc04a2c185" providerId="ADAL" clId="{498552E8-13B2-4ACC-BEA2-C493D7A63BC2}" dt="2022-06-10T07:59:15.503" v="1553" actId="478"/>
          <ac:spMkLst>
            <pc:docMk/>
            <pc:sldMk cId="3031137102" sldId="260"/>
            <ac:spMk id="30" creationId="{91BCB765-F5DB-4B49-BA78-B2BF2EEAA9B0}"/>
          </ac:spMkLst>
        </pc:spChg>
        <pc:spChg chg="del">
          <ac:chgData name="Soban Najam" userId="59c411b0-ccb7-4330-99a9-29cc04a2c185" providerId="ADAL" clId="{498552E8-13B2-4ACC-BEA2-C493D7A63BC2}" dt="2022-06-10T07:59:15.503" v="1553" actId="478"/>
          <ac:spMkLst>
            <pc:docMk/>
            <pc:sldMk cId="3031137102" sldId="260"/>
            <ac:spMk id="31" creationId="{25E92267-62E2-4B49-8FC0-6BDD00035DD1}"/>
          </ac:spMkLst>
        </pc:spChg>
        <pc:spChg chg="del">
          <ac:chgData name="Soban Najam" userId="59c411b0-ccb7-4330-99a9-29cc04a2c185" providerId="ADAL" clId="{498552E8-13B2-4ACC-BEA2-C493D7A63BC2}" dt="2022-06-10T07:59:15.503" v="1553" actId="478"/>
          <ac:spMkLst>
            <pc:docMk/>
            <pc:sldMk cId="3031137102" sldId="260"/>
            <ac:spMk id="32" creationId="{3A97F44D-B472-4B77-9D9B-9882B33FECB9}"/>
          </ac:spMkLst>
        </pc:spChg>
        <pc:spChg chg="add mod">
          <ac:chgData name="Soban Najam" userId="59c411b0-ccb7-4330-99a9-29cc04a2c185" providerId="ADAL" clId="{498552E8-13B2-4ACC-BEA2-C493D7A63BC2}" dt="2022-06-10T10:48:40.617" v="2167" actId="14100"/>
          <ac:spMkLst>
            <pc:docMk/>
            <pc:sldMk cId="3031137102" sldId="260"/>
            <ac:spMk id="36" creationId="{D3205735-80C2-4905-A167-6097B2436763}"/>
          </ac:spMkLst>
        </pc:spChg>
        <pc:spChg chg="add mod">
          <ac:chgData name="Soban Najam" userId="59c411b0-ccb7-4330-99a9-29cc04a2c185" providerId="ADAL" clId="{498552E8-13B2-4ACC-BEA2-C493D7A63BC2}" dt="2022-06-10T13:48:28.899" v="3125" actId="20577"/>
          <ac:spMkLst>
            <pc:docMk/>
            <pc:sldMk cId="3031137102" sldId="260"/>
            <ac:spMk id="40" creationId="{F5A63B90-E52A-4ED0-8F74-31F16B6E3DDF}"/>
          </ac:spMkLst>
        </pc:spChg>
        <pc:spChg chg="add mod">
          <ac:chgData name="Soban Najam" userId="59c411b0-ccb7-4330-99a9-29cc04a2c185" providerId="ADAL" clId="{498552E8-13B2-4ACC-BEA2-C493D7A63BC2}" dt="2022-06-10T13:48:12.872" v="3124" actId="1036"/>
          <ac:spMkLst>
            <pc:docMk/>
            <pc:sldMk cId="3031137102" sldId="260"/>
            <ac:spMk id="43" creationId="{80E9BED2-CFF0-4706-940C-ACC1815E57EC}"/>
          </ac:spMkLst>
        </pc:spChg>
        <pc:spChg chg="add mod">
          <ac:chgData name="Soban Najam" userId="59c411b0-ccb7-4330-99a9-29cc04a2c185" providerId="ADAL" clId="{498552E8-13B2-4ACC-BEA2-C493D7A63BC2}" dt="2022-06-10T13:48:12.872" v="3124" actId="1036"/>
          <ac:spMkLst>
            <pc:docMk/>
            <pc:sldMk cId="3031137102" sldId="260"/>
            <ac:spMk id="44" creationId="{4B7762FB-9A3D-4B33-877C-ABF0E5461771}"/>
          </ac:spMkLst>
        </pc:spChg>
        <pc:spChg chg="add mod">
          <ac:chgData name="Soban Najam" userId="59c411b0-ccb7-4330-99a9-29cc04a2c185" providerId="ADAL" clId="{498552E8-13B2-4ACC-BEA2-C493D7A63BC2}" dt="2023-04-12T13:41:44.044" v="12392"/>
          <ac:spMkLst>
            <pc:docMk/>
            <pc:sldMk cId="3031137102" sldId="260"/>
            <ac:spMk id="47" creationId="{5636062F-C594-4FEE-8C0F-A864373EE236}"/>
          </ac:spMkLst>
        </pc:spChg>
        <pc:spChg chg="add del mod">
          <ac:chgData name="Soban Najam" userId="59c411b0-ccb7-4330-99a9-29cc04a2c185" providerId="ADAL" clId="{498552E8-13B2-4ACC-BEA2-C493D7A63BC2}" dt="2022-06-12T07:15:01.514" v="4079"/>
          <ac:spMkLst>
            <pc:docMk/>
            <pc:sldMk cId="3031137102" sldId="260"/>
            <ac:spMk id="48" creationId="{64F04375-209D-474A-ADCA-E72984DE6D76}"/>
          </ac:spMkLst>
        </pc:spChg>
        <pc:picChg chg="del">
          <ac:chgData name="Soban Najam" userId="59c411b0-ccb7-4330-99a9-29cc04a2c185" providerId="ADAL" clId="{498552E8-13B2-4ACC-BEA2-C493D7A63BC2}" dt="2022-06-10T07:59:15.503" v="1553" actId="478"/>
          <ac:picMkLst>
            <pc:docMk/>
            <pc:sldMk cId="3031137102" sldId="260"/>
            <ac:picMk id="10" creationId="{9DE5FCF7-3B94-46E4-8202-0C4A08AE7BD9}"/>
          </ac:picMkLst>
        </pc:picChg>
        <pc:picChg chg="add del mod">
          <ac:chgData name="Soban Najam" userId="59c411b0-ccb7-4330-99a9-29cc04a2c185" providerId="ADAL" clId="{498552E8-13B2-4ACC-BEA2-C493D7A63BC2}" dt="2022-06-10T10:53:35.570" v="2668" actId="478"/>
          <ac:picMkLst>
            <pc:docMk/>
            <pc:sldMk cId="3031137102" sldId="260"/>
            <ac:picMk id="41" creationId="{D9258163-9D85-4262-B131-CB7A30B8BF76}"/>
          </ac:picMkLst>
        </pc:picChg>
        <pc:cxnChg chg="add del mod">
          <ac:chgData name="Soban Najam" userId="59c411b0-ccb7-4330-99a9-29cc04a2c185" providerId="ADAL" clId="{498552E8-13B2-4ACC-BEA2-C493D7A63BC2}" dt="2022-06-10T10:47:38.450" v="2068" actId="478"/>
          <ac:cxnSpMkLst>
            <pc:docMk/>
            <pc:sldMk cId="3031137102" sldId="260"/>
            <ac:cxnSpMk id="13" creationId="{E726F68B-8E3D-4C2A-A417-5F04E87FE34E}"/>
          </ac:cxnSpMkLst>
        </pc:cxnChg>
        <pc:cxnChg chg="del">
          <ac:chgData name="Soban Najam" userId="59c411b0-ccb7-4330-99a9-29cc04a2c185" providerId="ADAL" clId="{498552E8-13B2-4ACC-BEA2-C493D7A63BC2}" dt="2022-06-10T07:59:15.503" v="1553" actId="478"/>
          <ac:cxnSpMkLst>
            <pc:docMk/>
            <pc:sldMk cId="3031137102" sldId="260"/>
            <ac:cxnSpMk id="15" creationId="{C2B1D619-AFAF-46B1-967B-F73DA5D6737D}"/>
          </ac:cxnSpMkLst>
        </pc:cxnChg>
        <pc:cxnChg chg="add del mod">
          <ac:chgData name="Soban Najam" userId="59c411b0-ccb7-4330-99a9-29cc04a2c185" providerId="ADAL" clId="{498552E8-13B2-4ACC-BEA2-C493D7A63BC2}" dt="2022-06-10T10:30:25.481" v="1967" actId="478"/>
          <ac:cxnSpMkLst>
            <pc:docMk/>
            <pc:sldMk cId="3031137102" sldId="260"/>
            <ac:cxnSpMk id="23" creationId="{9770B4D7-9929-4EAD-A185-3137EE05DBDA}"/>
          </ac:cxnSpMkLst>
        </pc:cxnChg>
        <pc:cxnChg chg="add del mod">
          <ac:chgData name="Soban Najam" userId="59c411b0-ccb7-4330-99a9-29cc04a2c185" providerId="ADAL" clId="{498552E8-13B2-4ACC-BEA2-C493D7A63BC2}" dt="2022-06-10T10:47:38.450" v="2068" actId="478"/>
          <ac:cxnSpMkLst>
            <pc:docMk/>
            <pc:sldMk cId="3031137102" sldId="260"/>
            <ac:cxnSpMk id="27" creationId="{7EE3A822-3019-4042-8DD2-3C970C718A0C}"/>
          </ac:cxnSpMkLst>
        </pc:cxnChg>
        <pc:cxnChg chg="add del mod">
          <ac:chgData name="Soban Najam" userId="59c411b0-ccb7-4330-99a9-29cc04a2c185" providerId="ADAL" clId="{498552E8-13B2-4ACC-BEA2-C493D7A63BC2}" dt="2022-06-10T10:47:38.450" v="2068" actId="478"/>
          <ac:cxnSpMkLst>
            <pc:docMk/>
            <pc:sldMk cId="3031137102" sldId="260"/>
            <ac:cxnSpMk id="33" creationId="{2C4BE2B9-42E8-4AE8-9AED-6B7BEDCC0253}"/>
          </ac:cxnSpMkLst>
        </pc:cxnChg>
        <pc:cxnChg chg="add del mod">
          <ac:chgData name="Soban Najam" userId="59c411b0-ccb7-4330-99a9-29cc04a2c185" providerId="ADAL" clId="{498552E8-13B2-4ACC-BEA2-C493D7A63BC2}" dt="2022-06-10T10:47:38.450" v="2068" actId="478"/>
          <ac:cxnSpMkLst>
            <pc:docMk/>
            <pc:sldMk cId="3031137102" sldId="260"/>
            <ac:cxnSpMk id="34" creationId="{7F6387E1-02E6-4A7F-99DD-1BFD7E8FF914}"/>
          </ac:cxnSpMkLst>
        </pc:cxnChg>
        <pc:cxnChg chg="add mod">
          <ac:chgData name="Soban Najam" userId="59c411b0-ccb7-4330-99a9-29cc04a2c185" providerId="ADAL" clId="{498552E8-13B2-4ACC-BEA2-C493D7A63BC2}" dt="2022-06-10T10:54:18.008" v="2679" actId="14100"/>
          <ac:cxnSpMkLst>
            <pc:docMk/>
            <pc:sldMk cId="3031137102" sldId="260"/>
            <ac:cxnSpMk id="38" creationId="{DD732A96-F673-4BC5-8358-8FBFB0843A22}"/>
          </ac:cxnSpMkLst>
        </pc:cxnChg>
        <pc:cxnChg chg="add mod">
          <ac:chgData name="Soban Najam" userId="59c411b0-ccb7-4330-99a9-29cc04a2c185" providerId="ADAL" clId="{498552E8-13B2-4ACC-BEA2-C493D7A63BC2}" dt="2022-06-10T13:48:12.872" v="3124" actId="1036"/>
          <ac:cxnSpMkLst>
            <pc:docMk/>
            <pc:sldMk cId="3031137102" sldId="260"/>
            <ac:cxnSpMk id="46" creationId="{6BB2F7E4-E0D1-431E-8FDE-21A2C9CB64FC}"/>
          </ac:cxnSpMkLst>
        </pc:cxnChg>
      </pc:sldChg>
      <pc:sldChg chg="addSp delSp modSp add del mod modAnim">
        <pc:chgData name="Soban Najam" userId="59c411b0-ccb7-4330-99a9-29cc04a2c185" providerId="ADAL" clId="{498552E8-13B2-4ACC-BEA2-C493D7A63BC2}" dt="2022-06-15T15:27:26.058" v="8256" actId="47"/>
        <pc:sldMkLst>
          <pc:docMk/>
          <pc:sldMk cId="1205757501" sldId="261"/>
        </pc:sldMkLst>
        <pc:spChg chg="del">
          <ac:chgData name="Soban Najam" userId="59c411b0-ccb7-4330-99a9-29cc04a2c185" providerId="ADAL" clId="{498552E8-13B2-4ACC-BEA2-C493D7A63BC2}" dt="2022-06-10T13:52:24.287" v="3314" actId="478"/>
          <ac:spMkLst>
            <pc:docMk/>
            <pc:sldMk cId="1205757501" sldId="261"/>
            <ac:spMk id="4" creationId="{4926C478-6C10-429D-8436-8A435556D231}"/>
          </ac:spMkLst>
        </pc:spChg>
        <pc:spChg chg="mod">
          <ac:chgData name="Soban Najam" userId="59c411b0-ccb7-4330-99a9-29cc04a2c185" providerId="ADAL" clId="{498552E8-13B2-4ACC-BEA2-C493D7A63BC2}" dt="2022-06-12T06:29:03.580" v="3631" actId="20577"/>
          <ac:spMkLst>
            <pc:docMk/>
            <pc:sldMk cId="1205757501" sldId="261"/>
            <ac:spMk id="5" creationId="{680D5784-AAC3-43E5-B3C6-8A9D8CB6CE29}"/>
          </ac:spMkLst>
        </pc:spChg>
        <pc:spChg chg="mod">
          <ac:chgData name="Soban Najam" userId="59c411b0-ccb7-4330-99a9-29cc04a2c185" providerId="ADAL" clId="{498552E8-13B2-4ACC-BEA2-C493D7A63BC2}" dt="2022-06-12T06:09:54.221" v="3515" actId="20577"/>
          <ac:spMkLst>
            <pc:docMk/>
            <pc:sldMk cId="1205757501" sldId="261"/>
            <ac:spMk id="6" creationId="{628BBA39-824D-488B-AE10-EB9F908C928A}"/>
          </ac:spMkLst>
        </pc:spChg>
        <pc:spChg chg="del">
          <ac:chgData name="Soban Najam" userId="59c411b0-ccb7-4330-99a9-29cc04a2c185" providerId="ADAL" clId="{498552E8-13B2-4ACC-BEA2-C493D7A63BC2}" dt="2022-06-10T13:52:24.287" v="3314" actId="478"/>
          <ac:spMkLst>
            <pc:docMk/>
            <pc:sldMk cId="1205757501" sldId="261"/>
            <ac:spMk id="8" creationId="{DDB3C4CE-8300-4038-8D77-BAD48CBD8EF4}"/>
          </ac:spMkLst>
        </pc:spChg>
        <pc:spChg chg="del">
          <ac:chgData name="Soban Najam" userId="59c411b0-ccb7-4330-99a9-29cc04a2c185" providerId="ADAL" clId="{498552E8-13B2-4ACC-BEA2-C493D7A63BC2}" dt="2022-06-10T13:52:24.287" v="3314" actId="478"/>
          <ac:spMkLst>
            <pc:docMk/>
            <pc:sldMk cId="1205757501" sldId="261"/>
            <ac:spMk id="9" creationId="{185BF7E2-0B2C-4F92-BA38-2979212EBF62}"/>
          </ac:spMkLst>
        </pc:spChg>
        <pc:spChg chg="add mod">
          <ac:chgData name="Soban Najam" userId="59c411b0-ccb7-4330-99a9-29cc04a2c185" providerId="ADAL" clId="{498552E8-13B2-4ACC-BEA2-C493D7A63BC2}" dt="2022-06-12T06:35:31.036" v="3662" actId="113"/>
          <ac:spMkLst>
            <pc:docMk/>
            <pc:sldMk cId="1205757501" sldId="261"/>
            <ac:spMk id="12" creationId="{A9D69631-6C75-40BD-B096-44FCABB170DF}"/>
          </ac:spMkLst>
        </pc:spChg>
        <pc:spChg chg="del">
          <ac:chgData name="Soban Najam" userId="59c411b0-ccb7-4330-99a9-29cc04a2c185" providerId="ADAL" clId="{498552E8-13B2-4ACC-BEA2-C493D7A63BC2}" dt="2022-06-10T13:52:24.287" v="3314" actId="478"/>
          <ac:spMkLst>
            <pc:docMk/>
            <pc:sldMk cId="1205757501" sldId="261"/>
            <ac:spMk id="16" creationId="{DE86490F-C361-4BC2-AD5F-B477C261E4AA}"/>
          </ac:spMkLst>
        </pc:spChg>
        <pc:spChg chg="del">
          <ac:chgData name="Soban Najam" userId="59c411b0-ccb7-4330-99a9-29cc04a2c185" providerId="ADAL" clId="{498552E8-13B2-4ACC-BEA2-C493D7A63BC2}" dt="2022-06-10T13:52:24.287" v="3314" actId="478"/>
          <ac:spMkLst>
            <pc:docMk/>
            <pc:sldMk cId="1205757501" sldId="261"/>
            <ac:spMk id="17" creationId="{51FDCAD3-51C8-476B-98E9-2F9722C2DD28}"/>
          </ac:spMkLst>
        </pc:spChg>
        <pc:spChg chg="del">
          <ac:chgData name="Soban Najam" userId="59c411b0-ccb7-4330-99a9-29cc04a2c185" providerId="ADAL" clId="{498552E8-13B2-4ACC-BEA2-C493D7A63BC2}" dt="2022-06-10T13:52:24.287" v="3314" actId="478"/>
          <ac:spMkLst>
            <pc:docMk/>
            <pc:sldMk cId="1205757501" sldId="261"/>
            <ac:spMk id="18" creationId="{01106F1A-7029-4997-86D6-47D9181DC3BA}"/>
          </ac:spMkLst>
        </pc:spChg>
        <pc:spChg chg="add mod">
          <ac:chgData name="Soban Najam" userId="59c411b0-ccb7-4330-99a9-29cc04a2c185" providerId="ADAL" clId="{498552E8-13B2-4ACC-BEA2-C493D7A63BC2}" dt="2022-06-12T06:26:25.296" v="3591"/>
          <ac:spMkLst>
            <pc:docMk/>
            <pc:sldMk cId="1205757501" sldId="261"/>
            <ac:spMk id="20" creationId="{23AB67D2-8388-4CCB-B08A-E5DFA15ABA12}"/>
          </ac:spMkLst>
        </pc:spChg>
        <pc:spChg chg="add mod">
          <ac:chgData name="Soban Najam" userId="59c411b0-ccb7-4330-99a9-29cc04a2c185" providerId="ADAL" clId="{498552E8-13B2-4ACC-BEA2-C493D7A63BC2}" dt="2022-06-12T06:26:25.296" v="3591"/>
          <ac:spMkLst>
            <pc:docMk/>
            <pc:sldMk cId="1205757501" sldId="261"/>
            <ac:spMk id="21" creationId="{8EF84862-5F83-4379-AAF5-BDEFAD0076CB}"/>
          </ac:spMkLst>
        </pc:spChg>
        <pc:spChg chg="add mod">
          <ac:chgData name="Soban Najam" userId="59c411b0-ccb7-4330-99a9-29cc04a2c185" providerId="ADAL" clId="{498552E8-13B2-4ACC-BEA2-C493D7A63BC2}" dt="2022-06-12T06:27:11.144" v="3598" actId="164"/>
          <ac:spMkLst>
            <pc:docMk/>
            <pc:sldMk cId="1205757501" sldId="261"/>
            <ac:spMk id="22" creationId="{D5BCB609-858D-455A-B188-D478AC2820BF}"/>
          </ac:spMkLst>
        </pc:spChg>
        <pc:spChg chg="add mod topLvl">
          <ac:chgData name="Soban Najam" userId="59c411b0-ccb7-4330-99a9-29cc04a2c185" providerId="ADAL" clId="{498552E8-13B2-4ACC-BEA2-C493D7A63BC2}" dt="2022-06-15T11:24:59.747" v="6193" actId="165"/>
          <ac:spMkLst>
            <pc:docMk/>
            <pc:sldMk cId="1205757501" sldId="261"/>
            <ac:spMk id="25" creationId="{AF919B49-5431-4089-9658-F68FE4DB6A8E}"/>
          </ac:spMkLst>
        </pc:spChg>
        <pc:spChg chg="add mod">
          <ac:chgData name="Soban Najam" userId="59c411b0-ccb7-4330-99a9-29cc04a2c185" providerId="ADAL" clId="{498552E8-13B2-4ACC-BEA2-C493D7A63BC2}" dt="2022-06-15T11:24:59.747" v="6193" actId="165"/>
          <ac:spMkLst>
            <pc:docMk/>
            <pc:sldMk cId="1205757501" sldId="261"/>
            <ac:spMk id="26" creationId="{10667C96-BA52-4481-91E7-C37F2C7E51CF}"/>
          </ac:spMkLst>
        </pc:spChg>
        <pc:spChg chg="add mod">
          <ac:chgData name="Soban Najam" userId="59c411b0-ccb7-4330-99a9-29cc04a2c185" providerId="ADAL" clId="{498552E8-13B2-4ACC-BEA2-C493D7A63BC2}" dt="2022-06-15T11:24:59.747" v="6193" actId="165"/>
          <ac:spMkLst>
            <pc:docMk/>
            <pc:sldMk cId="1205757501" sldId="261"/>
            <ac:spMk id="27" creationId="{43F858C5-FB49-454C-8B98-A59DC4C2D537}"/>
          </ac:spMkLst>
        </pc:spChg>
        <pc:spChg chg="add mod">
          <ac:chgData name="Soban Najam" userId="59c411b0-ccb7-4330-99a9-29cc04a2c185" providerId="ADAL" clId="{498552E8-13B2-4ACC-BEA2-C493D7A63BC2}" dt="2022-06-12T06:27:57.758" v="3613" actId="164"/>
          <ac:spMkLst>
            <pc:docMk/>
            <pc:sldMk cId="1205757501" sldId="261"/>
            <ac:spMk id="30" creationId="{3C857A09-8A02-480E-86F7-3BFCE83A8297}"/>
          </ac:spMkLst>
        </pc:spChg>
        <pc:spChg chg="add mod">
          <ac:chgData name="Soban Najam" userId="59c411b0-ccb7-4330-99a9-29cc04a2c185" providerId="ADAL" clId="{498552E8-13B2-4ACC-BEA2-C493D7A63BC2}" dt="2022-06-12T06:27:46.146" v="3611"/>
          <ac:spMkLst>
            <pc:docMk/>
            <pc:sldMk cId="1205757501" sldId="261"/>
            <ac:spMk id="31" creationId="{8AB6317C-488F-4BB7-ACAE-B93242600372}"/>
          </ac:spMkLst>
        </pc:spChg>
        <pc:spChg chg="add mod">
          <ac:chgData name="Soban Najam" userId="59c411b0-ccb7-4330-99a9-29cc04a2c185" providerId="ADAL" clId="{498552E8-13B2-4ACC-BEA2-C493D7A63BC2}" dt="2022-06-12T06:27:46.146" v="3611"/>
          <ac:spMkLst>
            <pc:docMk/>
            <pc:sldMk cId="1205757501" sldId="261"/>
            <ac:spMk id="32" creationId="{D2C9D2F8-1FED-4ABE-9B69-BD10BA9EB010}"/>
          </ac:spMkLst>
        </pc:spChg>
        <pc:spChg chg="add mod">
          <ac:chgData name="Soban Najam" userId="59c411b0-ccb7-4330-99a9-29cc04a2c185" providerId="ADAL" clId="{498552E8-13B2-4ACC-BEA2-C493D7A63BC2}" dt="2022-06-12T06:36:09.602" v="3672" actId="20577"/>
          <ac:spMkLst>
            <pc:docMk/>
            <pc:sldMk cId="1205757501" sldId="261"/>
            <ac:spMk id="35" creationId="{F8D2ABEA-C9FB-4141-9C60-DC0E4DDADE69}"/>
          </ac:spMkLst>
        </pc:spChg>
        <pc:spChg chg="del">
          <ac:chgData name="Soban Najam" userId="59c411b0-ccb7-4330-99a9-29cc04a2c185" providerId="ADAL" clId="{498552E8-13B2-4ACC-BEA2-C493D7A63BC2}" dt="2022-06-10T13:52:24.287" v="3314" actId="478"/>
          <ac:spMkLst>
            <pc:docMk/>
            <pc:sldMk cId="1205757501" sldId="261"/>
            <ac:spMk id="36" creationId="{D3205735-80C2-4905-A167-6097B2436763}"/>
          </ac:spMkLst>
        </pc:spChg>
        <pc:spChg chg="add mod">
          <ac:chgData name="Soban Najam" userId="59c411b0-ccb7-4330-99a9-29cc04a2c185" providerId="ADAL" clId="{498552E8-13B2-4ACC-BEA2-C493D7A63BC2}" dt="2022-06-12T06:38:26.269" v="3851" actId="20577"/>
          <ac:spMkLst>
            <pc:docMk/>
            <pc:sldMk cId="1205757501" sldId="261"/>
            <ac:spMk id="37" creationId="{F2C5F7D3-684D-41CE-A588-EAFC714B9010}"/>
          </ac:spMkLst>
        </pc:spChg>
        <pc:spChg chg="add mod">
          <ac:chgData name="Soban Najam" userId="59c411b0-ccb7-4330-99a9-29cc04a2c185" providerId="ADAL" clId="{498552E8-13B2-4ACC-BEA2-C493D7A63BC2}" dt="2022-06-12T06:39:06.326" v="3904" actId="20577"/>
          <ac:spMkLst>
            <pc:docMk/>
            <pc:sldMk cId="1205757501" sldId="261"/>
            <ac:spMk id="39" creationId="{27709D1C-AA08-45BC-A7CA-9706527E778C}"/>
          </ac:spMkLst>
        </pc:spChg>
        <pc:spChg chg="del">
          <ac:chgData name="Soban Najam" userId="59c411b0-ccb7-4330-99a9-29cc04a2c185" providerId="ADAL" clId="{498552E8-13B2-4ACC-BEA2-C493D7A63BC2}" dt="2022-06-10T13:52:24.287" v="3314" actId="478"/>
          <ac:spMkLst>
            <pc:docMk/>
            <pc:sldMk cId="1205757501" sldId="261"/>
            <ac:spMk id="40" creationId="{F5A63B90-E52A-4ED0-8F74-31F16B6E3DDF}"/>
          </ac:spMkLst>
        </pc:spChg>
        <pc:spChg chg="del">
          <ac:chgData name="Soban Najam" userId="59c411b0-ccb7-4330-99a9-29cc04a2c185" providerId="ADAL" clId="{498552E8-13B2-4ACC-BEA2-C493D7A63BC2}" dt="2022-06-10T13:52:24.287" v="3314" actId="478"/>
          <ac:spMkLst>
            <pc:docMk/>
            <pc:sldMk cId="1205757501" sldId="261"/>
            <ac:spMk id="43" creationId="{80E9BED2-CFF0-4706-940C-ACC1815E57EC}"/>
          </ac:spMkLst>
        </pc:spChg>
        <pc:spChg chg="del">
          <ac:chgData name="Soban Najam" userId="59c411b0-ccb7-4330-99a9-29cc04a2c185" providerId="ADAL" clId="{498552E8-13B2-4ACC-BEA2-C493D7A63BC2}" dt="2022-06-10T13:52:24.287" v="3314" actId="478"/>
          <ac:spMkLst>
            <pc:docMk/>
            <pc:sldMk cId="1205757501" sldId="261"/>
            <ac:spMk id="44" creationId="{4B7762FB-9A3D-4B33-877C-ABF0E5461771}"/>
          </ac:spMkLst>
        </pc:spChg>
        <pc:spChg chg="del">
          <ac:chgData name="Soban Najam" userId="59c411b0-ccb7-4330-99a9-29cc04a2c185" providerId="ADAL" clId="{498552E8-13B2-4ACC-BEA2-C493D7A63BC2}" dt="2022-06-10T13:52:24.287" v="3314" actId="478"/>
          <ac:spMkLst>
            <pc:docMk/>
            <pc:sldMk cId="1205757501" sldId="261"/>
            <ac:spMk id="47" creationId="{5636062F-C594-4FEE-8C0F-A864373EE236}"/>
          </ac:spMkLst>
        </pc:spChg>
        <pc:grpChg chg="add mod">
          <ac:chgData name="Soban Najam" userId="59c411b0-ccb7-4330-99a9-29cc04a2c185" providerId="ADAL" clId="{498552E8-13B2-4ACC-BEA2-C493D7A63BC2}" dt="2022-06-12T06:28:09.857" v="3616" actId="1076"/>
          <ac:grpSpMkLst>
            <pc:docMk/>
            <pc:sldMk cId="1205757501" sldId="261"/>
            <ac:grpSpMk id="3" creationId="{929EE5E3-B19D-441D-B45C-B886B1ABA3E9}"/>
          </ac:grpSpMkLst>
        </pc:grpChg>
        <pc:grpChg chg="add del mod">
          <ac:chgData name="Soban Najam" userId="59c411b0-ccb7-4330-99a9-29cc04a2c185" providerId="ADAL" clId="{498552E8-13B2-4ACC-BEA2-C493D7A63BC2}" dt="2022-06-15T11:24:59.747" v="6193" actId="165"/>
          <ac:grpSpMkLst>
            <pc:docMk/>
            <pc:sldMk cId="1205757501" sldId="261"/>
            <ac:grpSpMk id="10" creationId="{5C413097-9F08-410F-85A6-E400DD6B4B27}"/>
          </ac:grpSpMkLst>
        </pc:grpChg>
        <pc:grpChg chg="add mod">
          <ac:chgData name="Soban Najam" userId="59c411b0-ccb7-4330-99a9-29cc04a2c185" providerId="ADAL" clId="{498552E8-13B2-4ACC-BEA2-C493D7A63BC2}" dt="2022-06-12T06:28:09.857" v="3616" actId="1076"/>
          <ac:grpSpMkLst>
            <pc:docMk/>
            <pc:sldMk cId="1205757501" sldId="261"/>
            <ac:grpSpMk id="11" creationId="{4CA1FB92-DF4E-4FF9-B279-30D61F5F5632}"/>
          </ac:grpSpMkLst>
        </pc:grpChg>
        <pc:grpChg chg="add mod">
          <ac:chgData name="Soban Najam" userId="59c411b0-ccb7-4330-99a9-29cc04a2c185" providerId="ADAL" clId="{498552E8-13B2-4ACC-BEA2-C493D7A63BC2}" dt="2022-06-12T06:27:11.144" v="3598" actId="164"/>
          <ac:grpSpMkLst>
            <pc:docMk/>
            <pc:sldMk cId="1205757501" sldId="261"/>
            <ac:grpSpMk id="19" creationId="{9A6D3417-A093-457F-B66F-E5DFE4D116C8}"/>
          </ac:grpSpMkLst>
        </pc:grpChg>
        <pc:grpChg chg="add mod topLvl">
          <ac:chgData name="Soban Najam" userId="59c411b0-ccb7-4330-99a9-29cc04a2c185" providerId="ADAL" clId="{498552E8-13B2-4ACC-BEA2-C493D7A63BC2}" dt="2022-06-15T11:25:04.587" v="6195" actId="1076"/>
          <ac:grpSpMkLst>
            <pc:docMk/>
            <pc:sldMk cId="1205757501" sldId="261"/>
            <ac:grpSpMk id="24" creationId="{76359E7E-9900-47F9-AA8A-F1E00C3F4389}"/>
          </ac:grpSpMkLst>
        </pc:grpChg>
        <pc:grpChg chg="add mod">
          <ac:chgData name="Soban Najam" userId="59c411b0-ccb7-4330-99a9-29cc04a2c185" providerId="ADAL" clId="{498552E8-13B2-4ACC-BEA2-C493D7A63BC2}" dt="2022-06-12T06:27:57.758" v="3613" actId="164"/>
          <ac:grpSpMkLst>
            <pc:docMk/>
            <pc:sldMk cId="1205757501" sldId="261"/>
            <ac:grpSpMk id="29" creationId="{BB6B8244-7D38-4F19-8B61-134CB56CA563}"/>
          </ac:grpSpMkLst>
        </pc:grpChg>
        <pc:graphicFrameChg chg="add del mod modGraphic">
          <ac:chgData name="Soban Najam" userId="59c411b0-ccb7-4330-99a9-29cc04a2c185" providerId="ADAL" clId="{498552E8-13B2-4ACC-BEA2-C493D7A63BC2}" dt="2022-06-12T06:28:00.205" v="3614" actId="478"/>
          <ac:graphicFrameMkLst>
            <pc:docMk/>
            <pc:sldMk cId="1205757501" sldId="261"/>
            <ac:graphicFrameMk id="2" creationId="{A1C9B2E6-AA28-427D-A185-C603EA7C5D6C}"/>
          </ac:graphicFrameMkLst>
        </pc:graphicFrameChg>
        <pc:cxnChg chg="del">
          <ac:chgData name="Soban Najam" userId="59c411b0-ccb7-4330-99a9-29cc04a2c185" providerId="ADAL" clId="{498552E8-13B2-4ACC-BEA2-C493D7A63BC2}" dt="2022-06-10T13:52:24.287" v="3314" actId="478"/>
          <ac:cxnSpMkLst>
            <pc:docMk/>
            <pc:sldMk cId="1205757501" sldId="261"/>
            <ac:cxnSpMk id="38" creationId="{DD732A96-F673-4BC5-8358-8FBFB0843A22}"/>
          </ac:cxnSpMkLst>
        </pc:cxnChg>
        <pc:cxnChg chg="del mod">
          <ac:chgData name="Soban Najam" userId="59c411b0-ccb7-4330-99a9-29cc04a2c185" providerId="ADAL" clId="{498552E8-13B2-4ACC-BEA2-C493D7A63BC2}" dt="2022-06-10T13:52:24.287" v="3314" actId="478"/>
          <ac:cxnSpMkLst>
            <pc:docMk/>
            <pc:sldMk cId="1205757501" sldId="261"/>
            <ac:cxnSpMk id="46" creationId="{6BB2F7E4-E0D1-431E-8FDE-21A2C9CB64FC}"/>
          </ac:cxnSpMkLst>
        </pc:cxnChg>
      </pc:sldChg>
      <pc:sldChg chg="del">
        <pc:chgData name="Soban Najam" userId="59c411b0-ccb7-4330-99a9-29cc04a2c185" providerId="ADAL" clId="{498552E8-13B2-4ACC-BEA2-C493D7A63BC2}" dt="2022-06-09T12:13:51.549" v="403" actId="47"/>
        <pc:sldMkLst>
          <pc:docMk/>
          <pc:sldMk cId="3149677718" sldId="261"/>
        </pc:sldMkLst>
      </pc:sldChg>
      <pc:sldChg chg="del">
        <pc:chgData name="Soban Najam" userId="59c411b0-ccb7-4330-99a9-29cc04a2c185" providerId="ADAL" clId="{498552E8-13B2-4ACC-BEA2-C493D7A63BC2}" dt="2022-06-09T12:13:51.549" v="403" actId="47"/>
        <pc:sldMkLst>
          <pc:docMk/>
          <pc:sldMk cId="208394990" sldId="262"/>
        </pc:sldMkLst>
      </pc:sldChg>
      <pc:sldChg chg="addSp delSp modSp add del mod">
        <pc:chgData name="Soban Najam" userId="59c411b0-ccb7-4330-99a9-29cc04a2c185" providerId="ADAL" clId="{498552E8-13B2-4ACC-BEA2-C493D7A63BC2}" dt="2022-06-15T15:27:26.058" v="8256" actId="47"/>
        <pc:sldMkLst>
          <pc:docMk/>
          <pc:sldMk cId="264152468" sldId="262"/>
        </pc:sldMkLst>
        <pc:spChg chg="del">
          <ac:chgData name="Soban Najam" userId="59c411b0-ccb7-4330-99a9-29cc04a2c185" providerId="ADAL" clId="{498552E8-13B2-4ACC-BEA2-C493D7A63BC2}" dt="2022-06-12T06:39:42.028" v="3906" actId="478"/>
          <ac:spMkLst>
            <pc:docMk/>
            <pc:sldMk cId="264152468" sldId="262"/>
            <ac:spMk id="12" creationId="{A9D69631-6C75-40BD-B096-44FCABB170DF}"/>
          </ac:spMkLst>
        </pc:spChg>
        <pc:spChg chg="add mod">
          <ac:chgData name="Soban Najam" userId="59c411b0-ccb7-4330-99a9-29cc04a2c185" providerId="ADAL" clId="{498552E8-13B2-4ACC-BEA2-C493D7A63BC2}" dt="2022-06-12T06:40:09.312" v="3908" actId="1076"/>
          <ac:spMkLst>
            <pc:docMk/>
            <pc:sldMk cId="264152468" sldId="262"/>
            <ac:spMk id="28" creationId="{DE5140AA-C6D5-4657-BEDA-800133BC232F}"/>
          </ac:spMkLst>
        </pc:spChg>
        <pc:spChg chg="add mod">
          <ac:chgData name="Soban Najam" userId="59c411b0-ccb7-4330-99a9-29cc04a2c185" providerId="ADAL" clId="{498552E8-13B2-4ACC-BEA2-C493D7A63BC2}" dt="2022-06-12T06:49:14.865" v="4077" actId="20577"/>
          <ac:spMkLst>
            <pc:docMk/>
            <pc:sldMk cId="264152468" sldId="262"/>
            <ac:spMk id="33" creationId="{B32E8F88-790A-4593-8695-4EFDE8511E3D}"/>
          </ac:spMkLst>
        </pc:spChg>
        <pc:spChg chg="del">
          <ac:chgData name="Soban Najam" userId="59c411b0-ccb7-4330-99a9-29cc04a2c185" providerId="ADAL" clId="{498552E8-13B2-4ACC-BEA2-C493D7A63BC2}" dt="2022-06-12T06:39:42.028" v="3906" actId="478"/>
          <ac:spMkLst>
            <pc:docMk/>
            <pc:sldMk cId="264152468" sldId="262"/>
            <ac:spMk id="35" creationId="{F8D2ABEA-C9FB-4141-9C60-DC0E4DDADE69}"/>
          </ac:spMkLst>
        </pc:spChg>
        <pc:spChg chg="del">
          <ac:chgData name="Soban Najam" userId="59c411b0-ccb7-4330-99a9-29cc04a2c185" providerId="ADAL" clId="{498552E8-13B2-4ACC-BEA2-C493D7A63BC2}" dt="2022-06-12T06:39:42.028" v="3906" actId="478"/>
          <ac:spMkLst>
            <pc:docMk/>
            <pc:sldMk cId="264152468" sldId="262"/>
            <ac:spMk id="37" creationId="{F2C5F7D3-684D-41CE-A588-EAFC714B9010}"/>
          </ac:spMkLst>
        </pc:spChg>
        <pc:spChg chg="del">
          <ac:chgData name="Soban Najam" userId="59c411b0-ccb7-4330-99a9-29cc04a2c185" providerId="ADAL" clId="{498552E8-13B2-4ACC-BEA2-C493D7A63BC2}" dt="2022-06-12T06:39:42.028" v="3906" actId="478"/>
          <ac:spMkLst>
            <pc:docMk/>
            <pc:sldMk cId="264152468" sldId="262"/>
            <ac:spMk id="39" creationId="{27709D1C-AA08-45BC-A7CA-9706527E778C}"/>
          </ac:spMkLst>
        </pc:spChg>
        <pc:grpChg chg="mod">
          <ac:chgData name="Soban Najam" userId="59c411b0-ccb7-4330-99a9-29cc04a2c185" providerId="ADAL" clId="{498552E8-13B2-4ACC-BEA2-C493D7A63BC2}" dt="2022-06-15T11:25:09.054" v="6197" actId="1076"/>
          <ac:grpSpMkLst>
            <pc:docMk/>
            <pc:sldMk cId="264152468" sldId="262"/>
            <ac:grpSpMk id="10" creationId="{5C413097-9F08-410F-85A6-E400DD6B4B27}"/>
          </ac:grpSpMkLst>
        </pc:grpChg>
      </pc:sldChg>
      <pc:sldChg chg="addSp delSp modSp add del mod ord">
        <pc:chgData name="Soban Najam" userId="59c411b0-ccb7-4330-99a9-29cc04a2c185" providerId="ADAL" clId="{498552E8-13B2-4ACC-BEA2-C493D7A63BC2}" dt="2023-04-12T21:24:54.408" v="12593" actId="47"/>
        <pc:sldMkLst>
          <pc:docMk/>
          <pc:sldMk cId="3064424586" sldId="263"/>
        </pc:sldMkLst>
        <pc:spChg chg="mod">
          <ac:chgData name="Soban Najam" userId="59c411b0-ccb7-4330-99a9-29cc04a2c185" providerId="ADAL" clId="{498552E8-13B2-4ACC-BEA2-C493D7A63BC2}" dt="2022-06-16T21:50:39.968" v="12071" actId="20577"/>
          <ac:spMkLst>
            <pc:docMk/>
            <pc:sldMk cId="3064424586" sldId="263"/>
            <ac:spMk id="5" creationId="{680D5784-AAC3-43E5-B3C6-8A9D8CB6CE29}"/>
          </ac:spMkLst>
        </pc:spChg>
        <pc:spChg chg="mod">
          <ac:chgData name="Soban Najam" userId="59c411b0-ccb7-4330-99a9-29cc04a2c185" providerId="ADAL" clId="{498552E8-13B2-4ACC-BEA2-C493D7A63BC2}" dt="2022-06-12T07:35:13.226" v="4317" actId="20577"/>
          <ac:spMkLst>
            <pc:docMk/>
            <pc:sldMk cId="3064424586" sldId="263"/>
            <ac:spMk id="6" creationId="{628BBA39-824D-488B-AE10-EB9F908C928A}"/>
          </ac:spMkLst>
        </pc:spChg>
        <pc:spChg chg="add mod">
          <ac:chgData name="Soban Najam" userId="59c411b0-ccb7-4330-99a9-29cc04a2c185" providerId="ADAL" clId="{498552E8-13B2-4ACC-BEA2-C493D7A63BC2}" dt="2022-06-15T11:54:47.518" v="6331" actId="1076"/>
          <ac:spMkLst>
            <pc:docMk/>
            <pc:sldMk cId="3064424586" sldId="263"/>
            <ac:spMk id="11" creationId="{CA62FB64-5236-44F6-8F50-6E74AA816911}"/>
          </ac:spMkLst>
        </pc:spChg>
        <pc:spChg chg="add mod">
          <ac:chgData name="Soban Najam" userId="59c411b0-ccb7-4330-99a9-29cc04a2c185" providerId="ADAL" clId="{498552E8-13B2-4ACC-BEA2-C493D7A63BC2}" dt="2022-06-15T11:55:52.323" v="6534" actId="20577"/>
          <ac:spMkLst>
            <pc:docMk/>
            <pc:sldMk cId="3064424586" sldId="263"/>
            <ac:spMk id="12" creationId="{74072473-E165-4184-9005-DC3A67267505}"/>
          </ac:spMkLst>
        </pc:spChg>
        <pc:spChg chg="add mod">
          <ac:chgData name="Soban Najam" userId="59c411b0-ccb7-4330-99a9-29cc04a2c185" providerId="ADAL" clId="{498552E8-13B2-4ACC-BEA2-C493D7A63BC2}" dt="2022-06-15T11:56:08.100" v="6536" actId="1076"/>
          <ac:spMkLst>
            <pc:docMk/>
            <pc:sldMk cId="3064424586" sldId="263"/>
            <ac:spMk id="13" creationId="{79AF9574-AA61-486E-984C-2A27D6438887}"/>
          </ac:spMkLst>
        </pc:spChg>
        <pc:spChg chg="add mod">
          <ac:chgData name="Soban Najam" userId="59c411b0-ccb7-4330-99a9-29cc04a2c185" providerId="ADAL" clId="{498552E8-13B2-4ACC-BEA2-C493D7A63BC2}" dt="2022-06-15T11:56:53.131" v="6681" actId="20577"/>
          <ac:spMkLst>
            <pc:docMk/>
            <pc:sldMk cId="3064424586" sldId="263"/>
            <ac:spMk id="14" creationId="{37E7B00B-1BEC-4051-8C22-2ED840932349}"/>
          </ac:spMkLst>
        </pc:spChg>
        <pc:spChg chg="add del mod">
          <ac:chgData name="Soban Najam" userId="59c411b0-ccb7-4330-99a9-29cc04a2c185" providerId="ADAL" clId="{498552E8-13B2-4ACC-BEA2-C493D7A63BC2}" dt="2022-06-15T11:54:10.087" v="6327" actId="478"/>
          <ac:spMkLst>
            <pc:docMk/>
            <pc:sldMk cId="3064424586" sldId="263"/>
            <ac:spMk id="23" creationId="{20C2E904-AA41-49A1-896A-432EC6491D88}"/>
          </ac:spMkLst>
        </pc:spChg>
        <pc:spChg chg="del">
          <ac:chgData name="Soban Najam" userId="59c411b0-ccb7-4330-99a9-29cc04a2c185" providerId="ADAL" clId="{498552E8-13B2-4ACC-BEA2-C493D7A63BC2}" dt="2022-06-12T07:15:50.176" v="4208" actId="478"/>
          <ac:spMkLst>
            <pc:docMk/>
            <pc:sldMk cId="3064424586" sldId="263"/>
            <ac:spMk id="28" creationId="{DE5140AA-C6D5-4657-BEDA-800133BC232F}"/>
          </ac:spMkLst>
        </pc:spChg>
        <pc:spChg chg="del">
          <ac:chgData name="Soban Najam" userId="59c411b0-ccb7-4330-99a9-29cc04a2c185" providerId="ADAL" clId="{498552E8-13B2-4ACC-BEA2-C493D7A63BC2}" dt="2022-06-12T07:16:51.055" v="4212" actId="478"/>
          <ac:spMkLst>
            <pc:docMk/>
            <pc:sldMk cId="3064424586" sldId="263"/>
            <ac:spMk id="33" creationId="{B32E8F88-790A-4593-8695-4EFDE8511E3D}"/>
          </ac:spMkLst>
        </pc:spChg>
        <pc:spChg chg="add del mod">
          <ac:chgData name="Soban Najam" userId="59c411b0-ccb7-4330-99a9-29cc04a2c185" providerId="ADAL" clId="{498552E8-13B2-4ACC-BEA2-C493D7A63BC2}" dt="2022-06-15T11:54:11.869" v="6328" actId="478"/>
          <ac:spMkLst>
            <pc:docMk/>
            <pc:sldMk cId="3064424586" sldId="263"/>
            <ac:spMk id="34" creationId="{BE719F66-0331-4911-B67D-A52216812D19}"/>
          </ac:spMkLst>
        </pc:spChg>
        <pc:spChg chg="add mod">
          <ac:chgData name="Soban Najam" userId="59c411b0-ccb7-4330-99a9-29cc04a2c185" providerId="ADAL" clId="{498552E8-13B2-4ACC-BEA2-C493D7A63BC2}" dt="2022-06-15T11:54:17.328" v="6329" actId="1076"/>
          <ac:spMkLst>
            <pc:docMk/>
            <pc:sldMk cId="3064424586" sldId="263"/>
            <ac:spMk id="35" creationId="{2B51EA79-66CF-4AB7-88E9-5C1B342ADFE3}"/>
          </ac:spMkLst>
        </pc:spChg>
        <pc:spChg chg="add del mod">
          <ac:chgData name="Soban Najam" userId="59c411b0-ccb7-4330-99a9-29cc04a2c185" providerId="ADAL" clId="{498552E8-13B2-4ACC-BEA2-C493D7A63BC2}" dt="2022-06-15T11:54:10.087" v="6327" actId="478"/>
          <ac:spMkLst>
            <pc:docMk/>
            <pc:sldMk cId="3064424586" sldId="263"/>
            <ac:spMk id="36" creationId="{D651CCC5-141D-4477-8557-46FDF565B721}"/>
          </ac:spMkLst>
        </pc:spChg>
        <pc:spChg chg="add del mod">
          <ac:chgData name="Soban Najam" userId="59c411b0-ccb7-4330-99a9-29cc04a2c185" providerId="ADAL" clId="{498552E8-13B2-4ACC-BEA2-C493D7A63BC2}" dt="2022-06-15T11:54:11.869" v="6328" actId="478"/>
          <ac:spMkLst>
            <pc:docMk/>
            <pc:sldMk cId="3064424586" sldId="263"/>
            <ac:spMk id="37" creationId="{D91DA305-233D-43DA-B235-D4EE074EB75D}"/>
          </ac:spMkLst>
        </pc:spChg>
        <pc:spChg chg="add mod">
          <ac:chgData name="Soban Najam" userId="59c411b0-ccb7-4330-99a9-29cc04a2c185" providerId="ADAL" clId="{498552E8-13B2-4ACC-BEA2-C493D7A63BC2}" dt="2022-06-15T11:54:17.328" v="6329" actId="1076"/>
          <ac:spMkLst>
            <pc:docMk/>
            <pc:sldMk cId="3064424586" sldId="263"/>
            <ac:spMk id="38" creationId="{FF5B1AB6-3EFF-4566-880D-BE191FE64DBD}"/>
          </ac:spMkLst>
        </pc:spChg>
        <pc:grpChg chg="del">
          <ac:chgData name="Soban Najam" userId="59c411b0-ccb7-4330-99a9-29cc04a2c185" providerId="ADAL" clId="{498552E8-13B2-4ACC-BEA2-C493D7A63BC2}" dt="2022-06-12T07:15:52.743" v="4209" actId="478"/>
          <ac:grpSpMkLst>
            <pc:docMk/>
            <pc:sldMk cId="3064424586" sldId="263"/>
            <ac:grpSpMk id="3" creationId="{929EE5E3-B19D-441D-B45C-B886B1ABA3E9}"/>
          </ac:grpSpMkLst>
        </pc:grpChg>
        <pc:grpChg chg="del">
          <ac:chgData name="Soban Najam" userId="59c411b0-ccb7-4330-99a9-29cc04a2c185" providerId="ADAL" clId="{498552E8-13B2-4ACC-BEA2-C493D7A63BC2}" dt="2022-06-12T07:15:55.021" v="4211" actId="478"/>
          <ac:grpSpMkLst>
            <pc:docMk/>
            <pc:sldMk cId="3064424586" sldId="263"/>
            <ac:grpSpMk id="10" creationId="{5C413097-9F08-410F-85A6-E400DD6B4B27}"/>
          </ac:grpSpMkLst>
        </pc:grpChg>
        <pc:grpChg chg="del">
          <ac:chgData name="Soban Najam" userId="59c411b0-ccb7-4330-99a9-29cc04a2c185" providerId="ADAL" clId="{498552E8-13B2-4ACC-BEA2-C493D7A63BC2}" dt="2022-06-12T07:15:53.931" v="4210" actId="478"/>
          <ac:grpSpMkLst>
            <pc:docMk/>
            <pc:sldMk cId="3064424586" sldId="263"/>
            <ac:grpSpMk id="11" creationId="{4CA1FB92-DF4E-4FF9-B279-30D61F5F5632}"/>
          </ac:grpSpMkLst>
        </pc:grpChg>
      </pc:sldChg>
      <pc:sldChg chg="del">
        <pc:chgData name="Soban Najam" userId="59c411b0-ccb7-4330-99a9-29cc04a2c185" providerId="ADAL" clId="{498552E8-13B2-4ACC-BEA2-C493D7A63BC2}" dt="2022-06-09T12:13:51.549" v="403" actId="47"/>
        <pc:sldMkLst>
          <pc:docMk/>
          <pc:sldMk cId="3144301110" sldId="263"/>
        </pc:sldMkLst>
      </pc:sldChg>
      <pc:sldChg chg="del">
        <pc:chgData name="Soban Najam" userId="59c411b0-ccb7-4330-99a9-29cc04a2c185" providerId="ADAL" clId="{498552E8-13B2-4ACC-BEA2-C493D7A63BC2}" dt="2022-06-09T12:13:51.549" v="403" actId="47"/>
        <pc:sldMkLst>
          <pc:docMk/>
          <pc:sldMk cId="880284968" sldId="264"/>
        </pc:sldMkLst>
      </pc:sldChg>
      <pc:sldChg chg="addSp delSp modSp add mod ord delAnim modAnim">
        <pc:chgData name="Soban Najam" userId="59c411b0-ccb7-4330-99a9-29cc04a2c185" providerId="ADAL" clId="{498552E8-13B2-4ACC-BEA2-C493D7A63BC2}" dt="2023-04-12T13:42:01.697" v="12396"/>
        <pc:sldMkLst>
          <pc:docMk/>
          <pc:sldMk cId="1960805643" sldId="264"/>
        </pc:sldMkLst>
        <pc:spChg chg="add mod">
          <ac:chgData name="Soban Najam" userId="59c411b0-ccb7-4330-99a9-29cc04a2c185" providerId="ADAL" clId="{498552E8-13B2-4ACC-BEA2-C493D7A63BC2}" dt="2022-06-15T11:17:00.733" v="6170" actId="1035"/>
          <ac:spMkLst>
            <pc:docMk/>
            <pc:sldMk cId="1960805643" sldId="264"/>
            <ac:spMk id="2" creationId="{D68C4A71-04B7-4D5B-AE3A-7648566AF9F8}"/>
          </ac:spMkLst>
        </pc:spChg>
        <pc:spChg chg="del">
          <ac:chgData name="Soban Najam" userId="59c411b0-ccb7-4330-99a9-29cc04a2c185" providerId="ADAL" clId="{498552E8-13B2-4ACC-BEA2-C493D7A63BC2}" dt="2022-06-12T08:08:18.409" v="4786" actId="478"/>
          <ac:spMkLst>
            <pc:docMk/>
            <pc:sldMk cId="1960805643" sldId="264"/>
            <ac:spMk id="4" creationId="{4926C478-6C10-429D-8436-8A435556D231}"/>
          </ac:spMkLst>
        </pc:spChg>
        <pc:spChg chg="mod">
          <ac:chgData name="Soban Najam" userId="59c411b0-ccb7-4330-99a9-29cc04a2c185" providerId="ADAL" clId="{498552E8-13B2-4ACC-BEA2-C493D7A63BC2}" dt="2022-06-12T08:11:13.156" v="4925"/>
          <ac:spMkLst>
            <pc:docMk/>
            <pc:sldMk cId="1960805643" sldId="264"/>
            <ac:spMk id="5" creationId="{680D5784-AAC3-43E5-B3C6-8A9D8CB6CE29}"/>
          </ac:spMkLst>
        </pc:spChg>
        <pc:spChg chg="mod">
          <ac:chgData name="Soban Najam" userId="59c411b0-ccb7-4330-99a9-29cc04a2c185" providerId="ADAL" clId="{498552E8-13B2-4ACC-BEA2-C493D7A63BC2}" dt="2022-06-15T15:30:09.832" v="8311"/>
          <ac:spMkLst>
            <pc:docMk/>
            <pc:sldMk cId="1960805643" sldId="264"/>
            <ac:spMk id="6" creationId="{628BBA39-824D-488B-AE10-EB9F908C928A}"/>
          </ac:spMkLst>
        </pc:spChg>
        <pc:spChg chg="del">
          <ac:chgData name="Soban Najam" userId="59c411b0-ccb7-4330-99a9-29cc04a2c185" providerId="ADAL" clId="{498552E8-13B2-4ACC-BEA2-C493D7A63BC2}" dt="2022-06-12T08:08:18.409" v="4786" actId="478"/>
          <ac:spMkLst>
            <pc:docMk/>
            <pc:sldMk cId="1960805643" sldId="264"/>
            <ac:spMk id="8" creationId="{DDB3C4CE-8300-4038-8D77-BAD48CBD8EF4}"/>
          </ac:spMkLst>
        </pc:spChg>
        <pc:spChg chg="del">
          <ac:chgData name="Soban Najam" userId="59c411b0-ccb7-4330-99a9-29cc04a2c185" providerId="ADAL" clId="{498552E8-13B2-4ACC-BEA2-C493D7A63BC2}" dt="2022-06-12T08:08:18.409" v="4786" actId="478"/>
          <ac:spMkLst>
            <pc:docMk/>
            <pc:sldMk cId="1960805643" sldId="264"/>
            <ac:spMk id="9" creationId="{185BF7E2-0B2C-4F92-BA38-2979212EBF62}"/>
          </ac:spMkLst>
        </pc:spChg>
        <pc:spChg chg="add del mod">
          <ac:chgData name="Soban Najam" userId="59c411b0-ccb7-4330-99a9-29cc04a2c185" providerId="ADAL" clId="{498552E8-13B2-4ACC-BEA2-C493D7A63BC2}" dt="2022-06-13T12:29:02.653" v="5226" actId="478"/>
          <ac:spMkLst>
            <pc:docMk/>
            <pc:sldMk cId="1960805643" sldId="264"/>
            <ac:spMk id="11" creationId="{D908D3EC-A90D-4938-83C3-EF6BB70F42A9}"/>
          </ac:spMkLst>
        </pc:spChg>
        <pc:spChg chg="add mod">
          <ac:chgData name="Soban Najam" userId="59c411b0-ccb7-4330-99a9-29cc04a2c185" providerId="ADAL" clId="{498552E8-13B2-4ACC-BEA2-C493D7A63BC2}" dt="2022-06-15T11:22:37.273" v="6173" actId="1037"/>
          <ac:spMkLst>
            <pc:docMk/>
            <pc:sldMk cId="1960805643" sldId="264"/>
            <ac:spMk id="13" creationId="{37EF894A-A72C-40B9-88F8-E409AB6FDF56}"/>
          </ac:spMkLst>
        </pc:spChg>
        <pc:spChg chg="add mod">
          <ac:chgData name="Soban Najam" userId="59c411b0-ccb7-4330-99a9-29cc04a2c185" providerId="ADAL" clId="{498552E8-13B2-4ACC-BEA2-C493D7A63BC2}" dt="2022-06-15T11:17:00.733" v="6170" actId="1035"/>
          <ac:spMkLst>
            <pc:docMk/>
            <pc:sldMk cId="1960805643" sldId="264"/>
            <ac:spMk id="14" creationId="{CD9A0C5D-AFA1-4E6F-9616-D2FA84C55820}"/>
          </ac:spMkLst>
        </pc:spChg>
        <pc:spChg chg="add mod">
          <ac:chgData name="Soban Najam" userId="59c411b0-ccb7-4330-99a9-29cc04a2c185" providerId="ADAL" clId="{498552E8-13B2-4ACC-BEA2-C493D7A63BC2}" dt="2022-06-15T11:23:54.793" v="6191" actId="1035"/>
          <ac:spMkLst>
            <pc:docMk/>
            <pc:sldMk cId="1960805643" sldId="264"/>
            <ac:spMk id="15" creationId="{2ED3DC69-9C6F-40E7-9F12-25E6BA99E0DF}"/>
          </ac:spMkLst>
        </pc:spChg>
        <pc:spChg chg="add mod">
          <ac:chgData name="Soban Najam" userId="59c411b0-ccb7-4330-99a9-29cc04a2c185" providerId="ADAL" clId="{498552E8-13B2-4ACC-BEA2-C493D7A63BC2}" dt="2022-06-15T11:17:00.733" v="6170" actId="1035"/>
          <ac:spMkLst>
            <pc:docMk/>
            <pc:sldMk cId="1960805643" sldId="264"/>
            <ac:spMk id="16" creationId="{85A7F4D2-017D-47E8-A3D2-61DB186C02C1}"/>
          </ac:spMkLst>
        </pc:spChg>
        <pc:spChg chg="del">
          <ac:chgData name="Soban Najam" userId="59c411b0-ccb7-4330-99a9-29cc04a2c185" providerId="ADAL" clId="{498552E8-13B2-4ACC-BEA2-C493D7A63BC2}" dt="2022-06-12T08:08:18.409" v="4786" actId="478"/>
          <ac:spMkLst>
            <pc:docMk/>
            <pc:sldMk cId="1960805643" sldId="264"/>
            <ac:spMk id="16" creationId="{DE86490F-C361-4BC2-AD5F-B477C261E4AA}"/>
          </ac:spMkLst>
        </pc:spChg>
        <pc:spChg chg="del">
          <ac:chgData name="Soban Najam" userId="59c411b0-ccb7-4330-99a9-29cc04a2c185" providerId="ADAL" clId="{498552E8-13B2-4ACC-BEA2-C493D7A63BC2}" dt="2022-06-12T08:08:18.409" v="4786" actId="478"/>
          <ac:spMkLst>
            <pc:docMk/>
            <pc:sldMk cId="1960805643" sldId="264"/>
            <ac:spMk id="17" creationId="{51FDCAD3-51C8-476B-98E9-2F9722C2DD28}"/>
          </ac:spMkLst>
        </pc:spChg>
        <pc:spChg chg="add mod">
          <ac:chgData name="Soban Najam" userId="59c411b0-ccb7-4330-99a9-29cc04a2c185" providerId="ADAL" clId="{498552E8-13B2-4ACC-BEA2-C493D7A63BC2}" dt="2022-06-15T11:23:54.793" v="6191" actId="1035"/>
          <ac:spMkLst>
            <pc:docMk/>
            <pc:sldMk cId="1960805643" sldId="264"/>
            <ac:spMk id="17" creationId="{F50A5E2D-7240-4DED-B4D5-F2ACBD1571FE}"/>
          </ac:spMkLst>
        </pc:spChg>
        <pc:spChg chg="del">
          <ac:chgData name="Soban Najam" userId="59c411b0-ccb7-4330-99a9-29cc04a2c185" providerId="ADAL" clId="{498552E8-13B2-4ACC-BEA2-C493D7A63BC2}" dt="2022-06-12T08:08:18.409" v="4786" actId="478"/>
          <ac:spMkLst>
            <pc:docMk/>
            <pc:sldMk cId="1960805643" sldId="264"/>
            <ac:spMk id="18" creationId="{01106F1A-7029-4997-86D6-47D9181DC3BA}"/>
          </ac:spMkLst>
        </pc:spChg>
        <pc:spChg chg="add mod">
          <ac:chgData name="Soban Najam" userId="59c411b0-ccb7-4330-99a9-29cc04a2c185" providerId="ADAL" clId="{498552E8-13B2-4ACC-BEA2-C493D7A63BC2}" dt="2022-06-15T11:17:00.733" v="6170" actId="1035"/>
          <ac:spMkLst>
            <pc:docMk/>
            <pc:sldMk cId="1960805643" sldId="264"/>
            <ac:spMk id="18" creationId="{123202FA-ADF6-4F3F-AEE8-56DA9DF16743}"/>
          </ac:spMkLst>
        </pc:spChg>
        <pc:spChg chg="add mod">
          <ac:chgData name="Soban Najam" userId="59c411b0-ccb7-4330-99a9-29cc04a2c185" providerId="ADAL" clId="{498552E8-13B2-4ACC-BEA2-C493D7A63BC2}" dt="2022-06-15T11:23:54.793" v="6191" actId="1035"/>
          <ac:spMkLst>
            <pc:docMk/>
            <pc:sldMk cId="1960805643" sldId="264"/>
            <ac:spMk id="19" creationId="{C00519C1-47C2-4E59-8686-74A79C906A24}"/>
          </ac:spMkLst>
        </pc:spChg>
        <pc:spChg chg="add del mod">
          <ac:chgData name="Soban Najam" userId="59c411b0-ccb7-4330-99a9-29cc04a2c185" providerId="ADAL" clId="{498552E8-13B2-4ACC-BEA2-C493D7A63BC2}" dt="2022-06-12T08:10:29.617" v="4918" actId="478"/>
          <ac:spMkLst>
            <pc:docMk/>
            <pc:sldMk cId="1960805643" sldId="264"/>
            <ac:spMk id="19" creationId="{CF59D1D8-609A-4C28-B550-11447A516707}"/>
          </ac:spMkLst>
        </pc:spChg>
        <pc:spChg chg="add mod">
          <ac:chgData name="Soban Najam" userId="59c411b0-ccb7-4330-99a9-29cc04a2c185" providerId="ADAL" clId="{498552E8-13B2-4ACC-BEA2-C493D7A63BC2}" dt="2023-04-12T13:41:53.498" v="12395"/>
          <ac:spMkLst>
            <pc:docMk/>
            <pc:sldMk cId="1960805643" sldId="264"/>
            <ac:spMk id="20" creationId="{4DC53577-2805-4D35-976A-0021EDE6F973}"/>
          </ac:spMkLst>
        </pc:spChg>
        <pc:spChg chg="add mod">
          <ac:chgData name="Soban Najam" userId="59c411b0-ccb7-4330-99a9-29cc04a2c185" providerId="ADAL" clId="{498552E8-13B2-4ACC-BEA2-C493D7A63BC2}" dt="2022-06-15T11:17:06.422" v="6171" actId="14100"/>
          <ac:spMkLst>
            <pc:docMk/>
            <pc:sldMk cId="1960805643" sldId="264"/>
            <ac:spMk id="21" creationId="{6D63091E-0BFD-4C78-8490-33FFECE07518}"/>
          </ac:spMkLst>
        </pc:spChg>
        <pc:spChg chg="add mod">
          <ac:chgData name="Soban Najam" userId="59c411b0-ccb7-4330-99a9-29cc04a2c185" providerId="ADAL" clId="{498552E8-13B2-4ACC-BEA2-C493D7A63BC2}" dt="2022-06-15T11:17:00.733" v="6170" actId="1035"/>
          <ac:spMkLst>
            <pc:docMk/>
            <pc:sldMk cId="1960805643" sldId="264"/>
            <ac:spMk id="22" creationId="{8E6571AE-9E66-42AF-AC30-EB32E1077E83}"/>
          </ac:spMkLst>
        </pc:spChg>
        <pc:spChg chg="add mod">
          <ac:chgData name="Soban Najam" userId="59c411b0-ccb7-4330-99a9-29cc04a2c185" providerId="ADAL" clId="{498552E8-13B2-4ACC-BEA2-C493D7A63BC2}" dt="2022-06-15T11:23:51.610" v="6185" actId="1035"/>
          <ac:spMkLst>
            <pc:docMk/>
            <pc:sldMk cId="1960805643" sldId="264"/>
            <ac:spMk id="23" creationId="{65A18FBB-119F-49E7-BBCA-2DDCC89FC4F8}"/>
          </ac:spMkLst>
        </pc:spChg>
        <pc:spChg chg="add del mod">
          <ac:chgData name="Soban Najam" userId="59c411b0-ccb7-4330-99a9-29cc04a2c185" providerId="ADAL" clId="{498552E8-13B2-4ACC-BEA2-C493D7A63BC2}" dt="2022-06-12T12:22:27.241" v="4986" actId="478"/>
          <ac:spMkLst>
            <pc:docMk/>
            <pc:sldMk cId="1960805643" sldId="264"/>
            <ac:spMk id="23" creationId="{A453500F-A523-4E9D-A6D4-7E1C87B9F4EB}"/>
          </ac:spMkLst>
        </pc:spChg>
        <pc:spChg chg="add mod">
          <ac:chgData name="Soban Najam" userId="59c411b0-ccb7-4330-99a9-29cc04a2c185" providerId="ADAL" clId="{498552E8-13B2-4ACC-BEA2-C493D7A63BC2}" dt="2022-06-15T11:21:53.400" v="6172" actId="207"/>
          <ac:spMkLst>
            <pc:docMk/>
            <pc:sldMk cId="1960805643" sldId="264"/>
            <ac:spMk id="24" creationId="{FE727624-65D1-44D0-B440-302C7B038B42}"/>
          </ac:spMkLst>
        </pc:spChg>
        <pc:spChg chg="add del mod">
          <ac:chgData name="Soban Najam" userId="59c411b0-ccb7-4330-99a9-29cc04a2c185" providerId="ADAL" clId="{498552E8-13B2-4ACC-BEA2-C493D7A63BC2}" dt="2022-06-12T12:22:27.241" v="4986" actId="478"/>
          <ac:spMkLst>
            <pc:docMk/>
            <pc:sldMk cId="1960805643" sldId="264"/>
            <ac:spMk id="25" creationId="{25CBA0B1-803B-4D8F-B5EC-8364CA6A5085}"/>
          </ac:spMkLst>
        </pc:spChg>
        <pc:spChg chg="add mod">
          <ac:chgData name="Soban Najam" userId="59c411b0-ccb7-4330-99a9-29cc04a2c185" providerId="ADAL" clId="{498552E8-13B2-4ACC-BEA2-C493D7A63BC2}" dt="2022-06-15T11:23:54.793" v="6191" actId="1035"/>
          <ac:spMkLst>
            <pc:docMk/>
            <pc:sldMk cId="1960805643" sldId="264"/>
            <ac:spMk id="25" creationId="{5B21BE18-4961-40B0-A515-25F2DB9EE387}"/>
          </ac:spMkLst>
        </pc:spChg>
        <pc:spChg chg="add mod">
          <ac:chgData name="Soban Najam" userId="59c411b0-ccb7-4330-99a9-29cc04a2c185" providerId="ADAL" clId="{498552E8-13B2-4ACC-BEA2-C493D7A63BC2}" dt="2022-06-15T11:23:51.610" v="6185" actId="1035"/>
          <ac:spMkLst>
            <pc:docMk/>
            <pc:sldMk cId="1960805643" sldId="264"/>
            <ac:spMk id="26" creationId="{10AC0734-112A-430D-BAED-743191DF06BF}"/>
          </ac:spMkLst>
        </pc:spChg>
        <pc:spChg chg="add del mod">
          <ac:chgData name="Soban Najam" userId="59c411b0-ccb7-4330-99a9-29cc04a2c185" providerId="ADAL" clId="{498552E8-13B2-4ACC-BEA2-C493D7A63BC2}" dt="2022-06-12T08:08:39.797" v="4833" actId="478"/>
          <ac:spMkLst>
            <pc:docMk/>
            <pc:sldMk cId="1960805643" sldId="264"/>
            <ac:spMk id="26" creationId="{6958428C-E2F9-4BF6-817E-6DB0FBF66AE7}"/>
          </ac:spMkLst>
        </pc:spChg>
        <pc:spChg chg="add del mod">
          <ac:chgData name="Soban Najam" userId="59c411b0-ccb7-4330-99a9-29cc04a2c185" providerId="ADAL" clId="{498552E8-13B2-4ACC-BEA2-C493D7A63BC2}" dt="2022-06-15T10:45:31.178" v="5687" actId="478"/>
          <ac:spMkLst>
            <pc:docMk/>
            <pc:sldMk cId="1960805643" sldId="264"/>
            <ac:spMk id="27" creationId="{50D17FCE-592D-4116-9192-8B029EA68B2D}"/>
          </ac:spMkLst>
        </pc:spChg>
        <pc:spChg chg="add del mod">
          <ac:chgData name="Soban Najam" userId="59c411b0-ccb7-4330-99a9-29cc04a2c185" providerId="ADAL" clId="{498552E8-13B2-4ACC-BEA2-C493D7A63BC2}" dt="2022-06-12T08:08:39.797" v="4833" actId="478"/>
          <ac:spMkLst>
            <pc:docMk/>
            <pc:sldMk cId="1960805643" sldId="264"/>
            <ac:spMk id="28" creationId="{B2AA0C0B-899F-4B01-8843-58B8D96B0AA2}"/>
          </ac:spMkLst>
        </pc:spChg>
        <pc:spChg chg="add mod">
          <ac:chgData name="Soban Najam" userId="59c411b0-ccb7-4330-99a9-29cc04a2c185" providerId="ADAL" clId="{498552E8-13B2-4ACC-BEA2-C493D7A63BC2}" dt="2022-06-15T11:23:54.793" v="6191" actId="1035"/>
          <ac:spMkLst>
            <pc:docMk/>
            <pc:sldMk cId="1960805643" sldId="264"/>
            <ac:spMk id="28" creationId="{B5B85752-4570-4D48-BF11-F27C53496431}"/>
          </ac:spMkLst>
        </pc:spChg>
        <pc:spChg chg="add del mod">
          <ac:chgData name="Soban Najam" userId="59c411b0-ccb7-4330-99a9-29cc04a2c185" providerId="ADAL" clId="{498552E8-13B2-4ACC-BEA2-C493D7A63BC2}" dt="2022-06-12T12:22:27.241" v="4986" actId="478"/>
          <ac:spMkLst>
            <pc:docMk/>
            <pc:sldMk cId="1960805643" sldId="264"/>
            <ac:spMk id="29" creationId="{52319863-D50A-47BA-B673-8D3C4EA68A8F}"/>
          </ac:spMkLst>
        </pc:spChg>
        <pc:spChg chg="add mod">
          <ac:chgData name="Soban Najam" userId="59c411b0-ccb7-4330-99a9-29cc04a2c185" providerId="ADAL" clId="{498552E8-13B2-4ACC-BEA2-C493D7A63BC2}" dt="2022-06-15T11:22:37.273" v="6173" actId="1037"/>
          <ac:spMkLst>
            <pc:docMk/>
            <pc:sldMk cId="1960805643" sldId="264"/>
            <ac:spMk id="29" creationId="{89ADE8C2-FD73-4D5B-9BF6-430C06DE97C2}"/>
          </ac:spMkLst>
        </pc:spChg>
        <pc:spChg chg="add del mod">
          <ac:chgData name="Soban Najam" userId="59c411b0-ccb7-4330-99a9-29cc04a2c185" providerId="ADAL" clId="{498552E8-13B2-4ACC-BEA2-C493D7A63BC2}" dt="2022-06-12T12:22:27.241" v="4986" actId="478"/>
          <ac:spMkLst>
            <pc:docMk/>
            <pc:sldMk cId="1960805643" sldId="264"/>
            <ac:spMk id="30" creationId="{64DBAF3F-C389-4890-9EE9-DB37ADE2D06F}"/>
          </ac:spMkLst>
        </pc:spChg>
        <pc:spChg chg="add mod">
          <ac:chgData name="Soban Najam" userId="59c411b0-ccb7-4330-99a9-29cc04a2c185" providerId="ADAL" clId="{498552E8-13B2-4ACC-BEA2-C493D7A63BC2}" dt="2022-06-15T11:22:37.273" v="6173" actId="1037"/>
          <ac:spMkLst>
            <pc:docMk/>
            <pc:sldMk cId="1960805643" sldId="264"/>
            <ac:spMk id="30" creationId="{E44A6114-879D-40CC-8048-98D21D9BDF28}"/>
          </ac:spMkLst>
        </pc:spChg>
        <pc:spChg chg="add del mod">
          <ac:chgData name="Soban Najam" userId="59c411b0-ccb7-4330-99a9-29cc04a2c185" providerId="ADAL" clId="{498552E8-13B2-4ACC-BEA2-C493D7A63BC2}" dt="2022-06-15T10:45:31.178" v="5687" actId="478"/>
          <ac:spMkLst>
            <pc:docMk/>
            <pc:sldMk cId="1960805643" sldId="264"/>
            <ac:spMk id="31" creationId="{4EF5F9B4-377B-4DFB-990C-53379BC2345C}"/>
          </ac:spMkLst>
        </pc:spChg>
        <pc:spChg chg="add mod">
          <ac:chgData name="Soban Najam" userId="59c411b0-ccb7-4330-99a9-29cc04a2c185" providerId="ADAL" clId="{498552E8-13B2-4ACC-BEA2-C493D7A63BC2}" dt="2022-06-15T11:22:37.273" v="6173" actId="1037"/>
          <ac:spMkLst>
            <pc:docMk/>
            <pc:sldMk cId="1960805643" sldId="264"/>
            <ac:spMk id="32" creationId="{A065AEB6-ED11-42E6-8B1D-F031633B8ED6}"/>
          </ac:spMkLst>
        </pc:spChg>
        <pc:spChg chg="add del mod">
          <ac:chgData name="Soban Najam" userId="59c411b0-ccb7-4330-99a9-29cc04a2c185" providerId="ADAL" clId="{498552E8-13B2-4ACC-BEA2-C493D7A63BC2}" dt="2022-06-12T08:10:41.113" v="4921" actId="478"/>
          <ac:spMkLst>
            <pc:docMk/>
            <pc:sldMk cId="1960805643" sldId="264"/>
            <ac:spMk id="32" creationId="{A2451380-FFB2-4604-BDC7-87A4E9CAC696}"/>
          </ac:spMkLst>
        </pc:spChg>
        <pc:spChg chg="add del mod">
          <ac:chgData name="Soban Najam" userId="59c411b0-ccb7-4330-99a9-29cc04a2c185" providerId="ADAL" clId="{498552E8-13B2-4ACC-BEA2-C493D7A63BC2}" dt="2022-06-12T08:10:41.113" v="4921" actId="478"/>
          <ac:spMkLst>
            <pc:docMk/>
            <pc:sldMk cId="1960805643" sldId="264"/>
            <ac:spMk id="33" creationId="{1DDF49AD-AEAC-49EB-A30E-2710D6FC4DD9}"/>
          </ac:spMkLst>
        </pc:spChg>
        <pc:spChg chg="add mod">
          <ac:chgData name="Soban Najam" userId="59c411b0-ccb7-4330-99a9-29cc04a2c185" providerId="ADAL" clId="{498552E8-13B2-4ACC-BEA2-C493D7A63BC2}" dt="2022-06-15T11:22:37.273" v="6173" actId="1037"/>
          <ac:spMkLst>
            <pc:docMk/>
            <pc:sldMk cId="1960805643" sldId="264"/>
            <ac:spMk id="33" creationId="{9EEC2939-49A8-48BD-BF4A-B8F872E66CB8}"/>
          </ac:spMkLst>
        </pc:spChg>
        <pc:spChg chg="add mod">
          <ac:chgData name="Soban Najam" userId="59c411b0-ccb7-4330-99a9-29cc04a2c185" providerId="ADAL" clId="{498552E8-13B2-4ACC-BEA2-C493D7A63BC2}" dt="2022-06-15T11:23:51.610" v="6185" actId="1035"/>
          <ac:spMkLst>
            <pc:docMk/>
            <pc:sldMk cId="1960805643" sldId="264"/>
            <ac:spMk id="34" creationId="{CD63C7C6-4311-4B28-8A27-F965346BF094}"/>
          </ac:spMkLst>
        </pc:spChg>
        <pc:spChg chg="add mod">
          <ac:chgData name="Soban Najam" userId="59c411b0-ccb7-4330-99a9-29cc04a2c185" providerId="ADAL" clId="{498552E8-13B2-4ACC-BEA2-C493D7A63BC2}" dt="2022-06-15T11:23:51.610" v="6185" actId="1035"/>
          <ac:spMkLst>
            <pc:docMk/>
            <pc:sldMk cId="1960805643" sldId="264"/>
            <ac:spMk id="35" creationId="{C51C3A83-DC9C-49B0-98BC-1363CFF9EA6D}"/>
          </ac:spMkLst>
        </pc:spChg>
        <pc:spChg chg="add del mod">
          <ac:chgData name="Soban Najam" userId="59c411b0-ccb7-4330-99a9-29cc04a2c185" providerId="ADAL" clId="{498552E8-13B2-4ACC-BEA2-C493D7A63BC2}" dt="2022-06-12T08:10:35.414" v="4920" actId="478"/>
          <ac:spMkLst>
            <pc:docMk/>
            <pc:sldMk cId="1960805643" sldId="264"/>
            <ac:spMk id="35" creationId="{F072971C-CA84-4101-9A70-FE9166EB7E24}"/>
          </ac:spMkLst>
        </pc:spChg>
        <pc:spChg chg="add mod">
          <ac:chgData name="Soban Najam" userId="59c411b0-ccb7-4330-99a9-29cc04a2c185" providerId="ADAL" clId="{498552E8-13B2-4ACC-BEA2-C493D7A63BC2}" dt="2022-06-15T11:23:51.610" v="6185" actId="1035"/>
          <ac:spMkLst>
            <pc:docMk/>
            <pc:sldMk cId="1960805643" sldId="264"/>
            <ac:spMk id="36" creationId="{848E487B-0AB5-4DA6-AD61-5F5790DE87F2}"/>
          </ac:spMkLst>
        </pc:spChg>
        <pc:spChg chg="del">
          <ac:chgData name="Soban Najam" userId="59c411b0-ccb7-4330-99a9-29cc04a2c185" providerId="ADAL" clId="{498552E8-13B2-4ACC-BEA2-C493D7A63BC2}" dt="2022-06-12T08:08:18.409" v="4786" actId="478"/>
          <ac:spMkLst>
            <pc:docMk/>
            <pc:sldMk cId="1960805643" sldId="264"/>
            <ac:spMk id="36" creationId="{D3205735-80C2-4905-A167-6097B2436763}"/>
          </ac:spMkLst>
        </pc:spChg>
        <pc:spChg chg="add del mod">
          <ac:chgData name="Soban Najam" userId="59c411b0-ccb7-4330-99a9-29cc04a2c185" providerId="ADAL" clId="{498552E8-13B2-4ACC-BEA2-C493D7A63BC2}" dt="2022-06-12T08:10:35.414" v="4920" actId="478"/>
          <ac:spMkLst>
            <pc:docMk/>
            <pc:sldMk cId="1960805643" sldId="264"/>
            <ac:spMk id="37" creationId="{520647A2-CBDF-4574-8172-42E97019B4F2}"/>
          </ac:spMkLst>
        </pc:spChg>
        <pc:spChg chg="add mod">
          <ac:chgData name="Soban Najam" userId="59c411b0-ccb7-4330-99a9-29cc04a2c185" providerId="ADAL" clId="{498552E8-13B2-4ACC-BEA2-C493D7A63BC2}" dt="2022-06-15T11:23:54.793" v="6191" actId="1035"/>
          <ac:spMkLst>
            <pc:docMk/>
            <pc:sldMk cId="1960805643" sldId="264"/>
            <ac:spMk id="37" creationId="{FB701F64-FB37-408E-8B78-969869D2808D}"/>
          </ac:spMkLst>
        </pc:spChg>
        <pc:spChg chg="add mod">
          <ac:chgData name="Soban Najam" userId="59c411b0-ccb7-4330-99a9-29cc04a2c185" providerId="ADAL" clId="{498552E8-13B2-4ACC-BEA2-C493D7A63BC2}" dt="2022-06-15T11:23:51.610" v="6185" actId="1035"/>
          <ac:spMkLst>
            <pc:docMk/>
            <pc:sldMk cId="1960805643" sldId="264"/>
            <ac:spMk id="38" creationId="{F62ABF24-7509-4A31-95C7-7859102ED231}"/>
          </ac:spMkLst>
        </pc:spChg>
        <pc:spChg chg="add mod">
          <ac:chgData name="Soban Najam" userId="59c411b0-ccb7-4330-99a9-29cc04a2c185" providerId="ADAL" clId="{498552E8-13B2-4ACC-BEA2-C493D7A63BC2}" dt="2022-06-15T11:23:54.793" v="6191" actId="1035"/>
          <ac:spMkLst>
            <pc:docMk/>
            <pc:sldMk cId="1960805643" sldId="264"/>
            <ac:spMk id="39" creationId="{4D1D9F8E-72A5-4F7C-8B82-3CF52CA82BB4}"/>
          </ac:spMkLst>
        </pc:spChg>
        <pc:spChg chg="add del mod">
          <ac:chgData name="Soban Najam" userId="59c411b0-ccb7-4330-99a9-29cc04a2c185" providerId="ADAL" clId="{498552E8-13B2-4ACC-BEA2-C493D7A63BC2}" dt="2022-06-12T08:10:33.058" v="4919" actId="478"/>
          <ac:spMkLst>
            <pc:docMk/>
            <pc:sldMk cId="1960805643" sldId="264"/>
            <ac:spMk id="39" creationId="{A968EB10-B919-460B-AE21-0E6E93ADFBC0}"/>
          </ac:spMkLst>
        </pc:spChg>
        <pc:spChg chg="add mod">
          <ac:chgData name="Soban Najam" userId="59c411b0-ccb7-4330-99a9-29cc04a2c185" providerId="ADAL" clId="{498552E8-13B2-4ACC-BEA2-C493D7A63BC2}" dt="2022-06-15T11:23:51.610" v="6185" actId="1035"/>
          <ac:spMkLst>
            <pc:docMk/>
            <pc:sldMk cId="1960805643" sldId="264"/>
            <ac:spMk id="40" creationId="{991A6413-FF2E-41B0-9D19-28BE16EFEDAF}"/>
          </ac:spMkLst>
        </pc:spChg>
        <pc:spChg chg="del">
          <ac:chgData name="Soban Najam" userId="59c411b0-ccb7-4330-99a9-29cc04a2c185" providerId="ADAL" clId="{498552E8-13B2-4ACC-BEA2-C493D7A63BC2}" dt="2022-06-12T08:08:18.409" v="4786" actId="478"/>
          <ac:spMkLst>
            <pc:docMk/>
            <pc:sldMk cId="1960805643" sldId="264"/>
            <ac:spMk id="40" creationId="{F5A63B90-E52A-4ED0-8F74-31F16B6E3DDF}"/>
          </ac:spMkLst>
        </pc:spChg>
        <pc:spChg chg="add del mod">
          <ac:chgData name="Soban Najam" userId="59c411b0-ccb7-4330-99a9-29cc04a2c185" providerId="ADAL" clId="{498552E8-13B2-4ACC-BEA2-C493D7A63BC2}" dt="2022-06-12T08:10:33.058" v="4919" actId="478"/>
          <ac:spMkLst>
            <pc:docMk/>
            <pc:sldMk cId="1960805643" sldId="264"/>
            <ac:spMk id="41" creationId="{5A60D464-9950-4D8F-A89E-716A71848E0F}"/>
          </ac:spMkLst>
        </pc:spChg>
        <pc:spChg chg="add del mod">
          <ac:chgData name="Soban Najam" userId="59c411b0-ccb7-4330-99a9-29cc04a2c185" providerId="ADAL" clId="{498552E8-13B2-4ACC-BEA2-C493D7A63BC2}" dt="2022-06-15T10:42:18.806" v="5623" actId="478"/>
          <ac:spMkLst>
            <pc:docMk/>
            <pc:sldMk cId="1960805643" sldId="264"/>
            <ac:spMk id="41" creationId="{C1CCE9A3-ABAC-4D09-9780-01E230AF2CA4}"/>
          </ac:spMkLst>
        </pc:spChg>
        <pc:spChg chg="add del mod">
          <ac:chgData name="Soban Najam" userId="59c411b0-ccb7-4330-99a9-29cc04a2c185" providerId="ADAL" clId="{498552E8-13B2-4ACC-BEA2-C493D7A63BC2}" dt="2022-06-12T08:10:35.414" v="4920" actId="478"/>
          <ac:spMkLst>
            <pc:docMk/>
            <pc:sldMk cId="1960805643" sldId="264"/>
            <ac:spMk id="42" creationId="{3EA8C982-2B86-46DE-BB90-07AD2B78DA97}"/>
          </ac:spMkLst>
        </pc:spChg>
        <pc:spChg chg="add mod">
          <ac:chgData name="Soban Najam" userId="59c411b0-ccb7-4330-99a9-29cc04a2c185" providerId="ADAL" clId="{498552E8-13B2-4ACC-BEA2-C493D7A63BC2}" dt="2022-06-15T11:23:51.610" v="6185" actId="1035"/>
          <ac:spMkLst>
            <pc:docMk/>
            <pc:sldMk cId="1960805643" sldId="264"/>
            <ac:spMk id="42" creationId="{F2E7CE30-689E-46CC-BA1A-0960CF5198BF}"/>
          </ac:spMkLst>
        </pc:spChg>
        <pc:spChg chg="add del mod">
          <ac:chgData name="Soban Najam" userId="59c411b0-ccb7-4330-99a9-29cc04a2c185" providerId="ADAL" clId="{498552E8-13B2-4ACC-BEA2-C493D7A63BC2}" dt="2022-06-15T10:42:18.806" v="5623" actId="478"/>
          <ac:spMkLst>
            <pc:docMk/>
            <pc:sldMk cId="1960805643" sldId="264"/>
            <ac:spMk id="43" creationId="{1DDF10F9-61C2-4308-A989-C4101D8580CF}"/>
          </ac:spMkLst>
        </pc:spChg>
        <pc:spChg chg="del">
          <ac:chgData name="Soban Najam" userId="59c411b0-ccb7-4330-99a9-29cc04a2c185" providerId="ADAL" clId="{498552E8-13B2-4ACC-BEA2-C493D7A63BC2}" dt="2022-06-12T08:08:18.409" v="4786" actId="478"/>
          <ac:spMkLst>
            <pc:docMk/>
            <pc:sldMk cId="1960805643" sldId="264"/>
            <ac:spMk id="43" creationId="{80E9BED2-CFF0-4706-940C-ACC1815E57EC}"/>
          </ac:spMkLst>
        </pc:spChg>
        <pc:spChg chg="add mod">
          <ac:chgData name="Soban Najam" userId="59c411b0-ccb7-4330-99a9-29cc04a2c185" providerId="ADAL" clId="{498552E8-13B2-4ACC-BEA2-C493D7A63BC2}" dt="2022-06-15T11:23:51.610" v="6185" actId="1035"/>
          <ac:spMkLst>
            <pc:docMk/>
            <pc:sldMk cId="1960805643" sldId="264"/>
            <ac:spMk id="44" creationId="{063240AD-1A40-499A-8DB3-0E124C77DC6C}"/>
          </ac:spMkLst>
        </pc:spChg>
        <pc:spChg chg="del">
          <ac:chgData name="Soban Najam" userId="59c411b0-ccb7-4330-99a9-29cc04a2c185" providerId="ADAL" clId="{498552E8-13B2-4ACC-BEA2-C493D7A63BC2}" dt="2022-06-12T08:08:18.409" v="4786" actId="478"/>
          <ac:spMkLst>
            <pc:docMk/>
            <pc:sldMk cId="1960805643" sldId="264"/>
            <ac:spMk id="44" creationId="{4B7762FB-9A3D-4B33-877C-ABF0E5461771}"/>
          </ac:spMkLst>
        </pc:spChg>
        <pc:spChg chg="add del mod">
          <ac:chgData name="Soban Najam" userId="59c411b0-ccb7-4330-99a9-29cc04a2c185" providerId="ADAL" clId="{498552E8-13B2-4ACC-BEA2-C493D7A63BC2}" dt="2022-06-12T08:10:35.414" v="4920" actId="478"/>
          <ac:spMkLst>
            <pc:docMk/>
            <pc:sldMk cId="1960805643" sldId="264"/>
            <ac:spMk id="45" creationId="{ABE47FF5-EC3B-4903-982E-3A9E33B1BE85}"/>
          </ac:spMkLst>
        </pc:spChg>
        <pc:spChg chg="add mod">
          <ac:chgData name="Soban Najam" userId="59c411b0-ccb7-4330-99a9-29cc04a2c185" providerId="ADAL" clId="{498552E8-13B2-4ACC-BEA2-C493D7A63BC2}" dt="2022-06-15T11:23:51.610" v="6185" actId="1035"/>
          <ac:spMkLst>
            <pc:docMk/>
            <pc:sldMk cId="1960805643" sldId="264"/>
            <ac:spMk id="45" creationId="{CD7D2C73-7290-4409-BAAC-9797EB516377}"/>
          </ac:spMkLst>
        </pc:spChg>
        <pc:spChg chg="add mod">
          <ac:chgData name="Soban Najam" userId="59c411b0-ccb7-4330-99a9-29cc04a2c185" providerId="ADAL" clId="{498552E8-13B2-4ACC-BEA2-C493D7A63BC2}" dt="2022-06-15T11:23:51.610" v="6185" actId="1035"/>
          <ac:spMkLst>
            <pc:docMk/>
            <pc:sldMk cId="1960805643" sldId="264"/>
            <ac:spMk id="46" creationId="{27BD856E-DD12-4EB6-8618-156770662A7B}"/>
          </ac:spMkLst>
        </pc:spChg>
        <pc:spChg chg="del">
          <ac:chgData name="Soban Najam" userId="59c411b0-ccb7-4330-99a9-29cc04a2c185" providerId="ADAL" clId="{498552E8-13B2-4ACC-BEA2-C493D7A63BC2}" dt="2022-06-12T08:08:18.409" v="4786" actId="478"/>
          <ac:spMkLst>
            <pc:docMk/>
            <pc:sldMk cId="1960805643" sldId="264"/>
            <ac:spMk id="47" creationId="{5636062F-C594-4FEE-8C0F-A864373EE236}"/>
          </ac:spMkLst>
        </pc:spChg>
        <pc:spChg chg="add mod">
          <ac:chgData name="Soban Najam" userId="59c411b0-ccb7-4330-99a9-29cc04a2c185" providerId="ADAL" clId="{498552E8-13B2-4ACC-BEA2-C493D7A63BC2}" dt="2022-06-15T11:23:51.610" v="6185" actId="1035"/>
          <ac:spMkLst>
            <pc:docMk/>
            <pc:sldMk cId="1960805643" sldId="264"/>
            <ac:spMk id="47" creationId="{C37CC3CA-D29E-426B-8F68-C9CFC7F47BD7}"/>
          </ac:spMkLst>
        </pc:spChg>
        <pc:spChg chg="add del mod">
          <ac:chgData name="Soban Najam" userId="59c411b0-ccb7-4330-99a9-29cc04a2c185" providerId="ADAL" clId="{498552E8-13B2-4ACC-BEA2-C493D7A63BC2}" dt="2022-06-12T08:10:33.058" v="4919" actId="478"/>
          <ac:spMkLst>
            <pc:docMk/>
            <pc:sldMk cId="1960805643" sldId="264"/>
            <ac:spMk id="48" creationId="{6E50A193-1A10-41E8-B7CC-32170DE44725}"/>
          </ac:spMkLst>
        </pc:spChg>
        <pc:spChg chg="add mod">
          <ac:chgData name="Soban Najam" userId="59c411b0-ccb7-4330-99a9-29cc04a2c185" providerId="ADAL" clId="{498552E8-13B2-4ACC-BEA2-C493D7A63BC2}" dt="2022-06-16T06:33:13.808" v="10775" actId="313"/>
          <ac:spMkLst>
            <pc:docMk/>
            <pc:sldMk cId="1960805643" sldId="264"/>
            <ac:spMk id="48" creationId="{A97AE73C-F2F5-459A-A7C2-07A139FA357A}"/>
          </ac:spMkLst>
        </pc:spChg>
        <pc:spChg chg="add mod">
          <ac:chgData name="Soban Najam" userId="59c411b0-ccb7-4330-99a9-29cc04a2c185" providerId="ADAL" clId="{498552E8-13B2-4ACC-BEA2-C493D7A63BC2}" dt="2022-06-15T11:23:54.793" v="6191" actId="1035"/>
          <ac:spMkLst>
            <pc:docMk/>
            <pc:sldMk cId="1960805643" sldId="264"/>
            <ac:spMk id="49" creationId="{70436E0F-BF37-4B09-8979-FB07CF77E0A7}"/>
          </ac:spMkLst>
        </pc:spChg>
        <pc:spChg chg="add del mod">
          <ac:chgData name="Soban Najam" userId="59c411b0-ccb7-4330-99a9-29cc04a2c185" providerId="ADAL" clId="{498552E8-13B2-4ACC-BEA2-C493D7A63BC2}" dt="2022-06-12T08:10:33.058" v="4919" actId="478"/>
          <ac:spMkLst>
            <pc:docMk/>
            <pc:sldMk cId="1960805643" sldId="264"/>
            <ac:spMk id="49" creationId="{FACA651D-F9F3-405B-8C2D-02F69041F423}"/>
          </ac:spMkLst>
        </pc:spChg>
        <pc:spChg chg="add mod">
          <ac:chgData name="Soban Najam" userId="59c411b0-ccb7-4330-99a9-29cc04a2c185" providerId="ADAL" clId="{498552E8-13B2-4ACC-BEA2-C493D7A63BC2}" dt="2022-06-15T11:23:54.793" v="6191" actId="1035"/>
          <ac:spMkLst>
            <pc:docMk/>
            <pc:sldMk cId="1960805643" sldId="264"/>
            <ac:spMk id="50" creationId="{5EB053D4-E195-4294-8C04-F2AED268237F}"/>
          </ac:spMkLst>
        </pc:spChg>
        <pc:spChg chg="add del mod">
          <ac:chgData name="Soban Najam" userId="59c411b0-ccb7-4330-99a9-29cc04a2c185" providerId="ADAL" clId="{498552E8-13B2-4ACC-BEA2-C493D7A63BC2}" dt="2022-06-12T08:10:33.058" v="4919" actId="478"/>
          <ac:spMkLst>
            <pc:docMk/>
            <pc:sldMk cId="1960805643" sldId="264"/>
            <ac:spMk id="50" creationId="{81CDC896-1A36-464D-B48D-88D8F138033D}"/>
          </ac:spMkLst>
        </pc:spChg>
        <pc:spChg chg="add del mod">
          <ac:chgData name="Soban Najam" userId="59c411b0-ccb7-4330-99a9-29cc04a2c185" providerId="ADAL" clId="{498552E8-13B2-4ACC-BEA2-C493D7A63BC2}" dt="2022-06-12T13:02:36.335" v="5177" actId="478"/>
          <ac:spMkLst>
            <pc:docMk/>
            <pc:sldMk cId="1960805643" sldId="264"/>
            <ac:spMk id="51" creationId="{4A71908E-E1B0-411E-BD63-2C36EDED6219}"/>
          </ac:spMkLst>
        </pc:spChg>
        <pc:spChg chg="add mod">
          <ac:chgData name="Soban Najam" userId="59c411b0-ccb7-4330-99a9-29cc04a2c185" providerId="ADAL" clId="{498552E8-13B2-4ACC-BEA2-C493D7A63BC2}" dt="2022-06-15T11:23:54.793" v="6191" actId="1035"/>
          <ac:spMkLst>
            <pc:docMk/>
            <pc:sldMk cId="1960805643" sldId="264"/>
            <ac:spMk id="51" creationId="{932360A5-E41C-49A5-AC15-BC62029DE951}"/>
          </ac:spMkLst>
        </pc:spChg>
        <pc:spChg chg="add del mod">
          <ac:chgData name="Soban Najam" userId="59c411b0-ccb7-4330-99a9-29cc04a2c185" providerId="ADAL" clId="{498552E8-13B2-4ACC-BEA2-C493D7A63BC2}" dt="2022-06-15T10:46:42.684" v="5718" actId="478"/>
          <ac:spMkLst>
            <pc:docMk/>
            <pc:sldMk cId="1960805643" sldId="264"/>
            <ac:spMk id="52" creationId="{25DE9CD4-5907-4A8A-8383-29F1850694A5}"/>
          </ac:spMkLst>
        </pc:spChg>
        <pc:spChg chg="add del mod">
          <ac:chgData name="Soban Najam" userId="59c411b0-ccb7-4330-99a9-29cc04a2c185" providerId="ADAL" clId="{498552E8-13B2-4ACC-BEA2-C493D7A63BC2}" dt="2022-06-12T13:02:36.335" v="5177" actId="478"/>
          <ac:spMkLst>
            <pc:docMk/>
            <pc:sldMk cId="1960805643" sldId="264"/>
            <ac:spMk id="52" creationId="{4836C394-8B08-4FE3-9602-FB19DEBF101A}"/>
          </ac:spMkLst>
        </pc:spChg>
        <pc:spChg chg="add del mod">
          <ac:chgData name="Soban Najam" userId="59c411b0-ccb7-4330-99a9-29cc04a2c185" providerId="ADAL" clId="{498552E8-13B2-4ACC-BEA2-C493D7A63BC2}" dt="2022-06-12T13:02:36.335" v="5177" actId="478"/>
          <ac:spMkLst>
            <pc:docMk/>
            <pc:sldMk cId="1960805643" sldId="264"/>
            <ac:spMk id="53" creationId="{7517CCEF-1975-48D9-8514-D285172D3BA0}"/>
          </ac:spMkLst>
        </pc:spChg>
        <pc:spChg chg="add del mod">
          <ac:chgData name="Soban Najam" userId="59c411b0-ccb7-4330-99a9-29cc04a2c185" providerId="ADAL" clId="{498552E8-13B2-4ACC-BEA2-C493D7A63BC2}" dt="2022-06-15T10:46:42.684" v="5718" actId="478"/>
          <ac:spMkLst>
            <pc:docMk/>
            <pc:sldMk cId="1960805643" sldId="264"/>
            <ac:spMk id="53" creationId="{A588DC2F-9EEA-40A3-A2CE-CE5E1863E1F4}"/>
          </ac:spMkLst>
        </pc:spChg>
        <pc:spChg chg="add del mod">
          <ac:chgData name="Soban Najam" userId="59c411b0-ccb7-4330-99a9-29cc04a2c185" providerId="ADAL" clId="{498552E8-13B2-4ACC-BEA2-C493D7A63BC2}" dt="2022-06-15T10:46:42.684" v="5718" actId="478"/>
          <ac:spMkLst>
            <pc:docMk/>
            <pc:sldMk cId="1960805643" sldId="264"/>
            <ac:spMk id="54" creationId="{1D6E6E7F-FEA3-40F8-A9F1-BB68956B5818}"/>
          </ac:spMkLst>
        </pc:spChg>
        <pc:spChg chg="add del mod">
          <ac:chgData name="Soban Najam" userId="59c411b0-ccb7-4330-99a9-29cc04a2c185" providerId="ADAL" clId="{498552E8-13B2-4ACC-BEA2-C493D7A63BC2}" dt="2022-06-12T13:02:36.335" v="5177" actId="478"/>
          <ac:spMkLst>
            <pc:docMk/>
            <pc:sldMk cId="1960805643" sldId="264"/>
            <ac:spMk id="54" creationId="{BC5C618A-B021-4E2A-8347-69DFA12CB427}"/>
          </ac:spMkLst>
        </pc:spChg>
        <pc:spChg chg="add del mod">
          <ac:chgData name="Soban Najam" userId="59c411b0-ccb7-4330-99a9-29cc04a2c185" providerId="ADAL" clId="{498552E8-13B2-4ACC-BEA2-C493D7A63BC2}" dt="2022-06-12T13:02:36.335" v="5177" actId="478"/>
          <ac:spMkLst>
            <pc:docMk/>
            <pc:sldMk cId="1960805643" sldId="264"/>
            <ac:spMk id="55" creationId="{25BB483F-F843-4E26-8C0C-84086E0E51A5}"/>
          </ac:spMkLst>
        </pc:spChg>
        <pc:spChg chg="add del mod">
          <ac:chgData name="Soban Najam" userId="59c411b0-ccb7-4330-99a9-29cc04a2c185" providerId="ADAL" clId="{498552E8-13B2-4ACC-BEA2-C493D7A63BC2}" dt="2022-06-15T10:46:42.684" v="5718" actId="478"/>
          <ac:spMkLst>
            <pc:docMk/>
            <pc:sldMk cId="1960805643" sldId="264"/>
            <ac:spMk id="55" creationId="{FCA34D94-87FB-4DD6-BF8D-8B05B2640890}"/>
          </ac:spMkLst>
        </pc:spChg>
        <pc:spChg chg="add del mod">
          <ac:chgData name="Soban Najam" userId="59c411b0-ccb7-4330-99a9-29cc04a2c185" providerId="ADAL" clId="{498552E8-13B2-4ACC-BEA2-C493D7A63BC2}" dt="2022-06-15T10:46:42.684" v="5718" actId="478"/>
          <ac:spMkLst>
            <pc:docMk/>
            <pc:sldMk cId="1960805643" sldId="264"/>
            <ac:spMk id="56" creationId="{91BACBF1-0BA9-4D23-8778-3096AA7F785B}"/>
          </ac:spMkLst>
        </pc:spChg>
        <pc:spChg chg="add del mod">
          <ac:chgData name="Soban Najam" userId="59c411b0-ccb7-4330-99a9-29cc04a2c185" providerId="ADAL" clId="{498552E8-13B2-4ACC-BEA2-C493D7A63BC2}" dt="2022-06-12T13:02:36.335" v="5177" actId="478"/>
          <ac:spMkLst>
            <pc:docMk/>
            <pc:sldMk cId="1960805643" sldId="264"/>
            <ac:spMk id="56" creationId="{AB099B51-59DF-444C-ADE3-BA071E837657}"/>
          </ac:spMkLst>
        </pc:spChg>
        <pc:spChg chg="add del mod">
          <ac:chgData name="Soban Najam" userId="59c411b0-ccb7-4330-99a9-29cc04a2c185" providerId="ADAL" clId="{498552E8-13B2-4ACC-BEA2-C493D7A63BC2}" dt="2022-06-15T10:46:42.684" v="5718" actId="478"/>
          <ac:spMkLst>
            <pc:docMk/>
            <pc:sldMk cId="1960805643" sldId="264"/>
            <ac:spMk id="57" creationId="{251278BD-EB3B-4293-B835-122F16C9DCED}"/>
          </ac:spMkLst>
        </pc:spChg>
        <pc:spChg chg="add del mod">
          <ac:chgData name="Soban Najam" userId="59c411b0-ccb7-4330-99a9-29cc04a2c185" providerId="ADAL" clId="{498552E8-13B2-4ACC-BEA2-C493D7A63BC2}" dt="2022-06-12T12:57:50.267" v="5128"/>
          <ac:spMkLst>
            <pc:docMk/>
            <pc:sldMk cId="1960805643" sldId="264"/>
            <ac:spMk id="57" creationId="{5C78ECA0-D5F0-43EB-9AF6-E71E897E78F9}"/>
          </ac:spMkLst>
        </pc:spChg>
        <pc:spChg chg="add del mod">
          <ac:chgData name="Soban Najam" userId="59c411b0-ccb7-4330-99a9-29cc04a2c185" providerId="ADAL" clId="{498552E8-13B2-4ACC-BEA2-C493D7A63BC2}" dt="2022-06-15T10:46:42.684" v="5718" actId="478"/>
          <ac:spMkLst>
            <pc:docMk/>
            <pc:sldMk cId="1960805643" sldId="264"/>
            <ac:spMk id="58" creationId="{158ADB97-BB95-4846-9BCF-E94ADFFFBB4A}"/>
          </ac:spMkLst>
        </pc:spChg>
        <pc:spChg chg="add del mod">
          <ac:chgData name="Soban Najam" userId="59c411b0-ccb7-4330-99a9-29cc04a2c185" providerId="ADAL" clId="{498552E8-13B2-4ACC-BEA2-C493D7A63BC2}" dt="2022-06-12T12:57:50.267" v="5128"/>
          <ac:spMkLst>
            <pc:docMk/>
            <pc:sldMk cId="1960805643" sldId="264"/>
            <ac:spMk id="58" creationId="{993F8867-3AA1-4E5B-9015-42AB48A3B06E}"/>
          </ac:spMkLst>
        </pc:spChg>
        <pc:spChg chg="add del mod">
          <ac:chgData name="Soban Najam" userId="59c411b0-ccb7-4330-99a9-29cc04a2c185" providerId="ADAL" clId="{498552E8-13B2-4ACC-BEA2-C493D7A63BC2}" dt="2022-06-15T10:46:42.684" v="5718" actId="478"/>
          <ac:spMkLst>
            <pc:docMk/>
            <pc:sldMk cId="1960805643" sldId="264"/>
            <ac:spMk id="59" creationId="{F53A2719-06D2-425B-AB90-D18D2D1691DA}"/>
          </ac:spMkLst>
        </pc:spChg>
        <pc:spChg chg="add del mod">
          <ac:chgData name="Soban Najam" userId="59c411b0-ccb7-4330-99a9-29cc04a2c185" providerId="ADAL" clId="{498552E8-13B2-4ACC-BEA2-C493D7A63BC2}" dt="2022-06-12T12:57:50.267" v="5128"/>
          <ac:spMkLst>
            <pc:docMk/>
            <pc:sldMk cId="1960805643" sldId="264"/>
            <ac:spMk id="59" creationId="{FBDF1906-8186-4C9D-97DD-8B4ED0F90DD3}"/>
          </ac:spMkLst>
        </pc:spChg>
        <pc:spChg chg="add del mod">
          <ac:chgData name="Soban Najam" userId="59c411b0-ccb7-4330-99a9-29cc04a2c185" providerId="ADAL" clId="{498552E8-13B2-4ACC-BEA2-C493D7A63BC2}" dt="2022-06-12T12:57:50.267" v="5128"/>
          <ac:spMkLst>
            <pc:docMk/>
            <pc:sldMk cId="1960805643" sldId="264"/>
            <ac:spMk id="60" creationId="{555045C7-C86A-44FB-A846-FD4CFE7BCD14}"/>
          </ac:spMkLst>
        </pc:spChg>
        <pc:spChg chg="add del mod">
          <ac:chgData name="Soban Najam" userId="59c411b0-ccb7-4330-99a9-29cc04a2c185" providerId="ADAL" clId="{498552E8-13B2-4ACC-BEA2-C493D7A63BC2}" dt="2022-06-15T10:46:42.684" v="5718" actId="478"/>
          <ac:spMkLst>
            <pc:docMk/>
            <pc:sldMk cId="1960805643" sldId="264"/>
            <ac:spMk id="60" creationId="{F0D8B8FF-81D7-43AB-BDF7-E27DC5D04308}"/>
          </ac:spMkLst>
        </pc:spChg>
        <pc:spChg chg="add del mod">
          <ac:chgData name="Soban Najam" userId="59c411b0-ccb7-4330-99a9-29cc04a2c185" providerId="ADAL" clId="{498552E8-13B2-4ACC-BEA2-C493D7A63BC2}" dt="2022-06-12T13:02:36.335" v="5177" actId="478"/>
          <ac:spMkLst>
            <pc:docMk/>
            <pc:sldMk cId="1960805643" sldId="264"/>
            <ac:spMk id="61" creationId="{46EC2227-35D6-4500-8116-8FA6922D0BAE}"/>
          </ac:spMkLst>
        </pc:spChg>
        <pc:spChg chg="add del mod">
          <ac:chgData name="Soban Najam" userId="59c411b0-ccb7-4330-99a9-29cc04a2c185" providerId="ADAL" clId="{498552E8-13B2-4ACC-BEA2-C493D7A63BC2}" dt="2022-06-15T10:46:42.684" v="5718" actId="478"/>
          <ac:spMkLst>
            <pc:docMk/>
            <pc:sldMk cId="1960805643" sldId="264"/>
            <ac:spMk id="61" creationId="{638EF4B1-8D95-4A59-B7A8-0D7B3856C65F}"/>
          </ac:spMkLst>
        </pc:spChg>
        <pc:spChg chg="add del mod">
          <ac:chgData name="Soban Najam" userId="59c411b0-ccb7-4330-99a9-29cc04a2c185" providerId="ADAL" clId="{498552E8-13B2-4ACC-BEA2-C493D7A63BC2}" dt="2022-06-12T13:02:36.335" v="5177" actId="478"/>
          <ac:spMkLst>
            <pc:docMk/>
            <pc:sldMk cId="1960805643" sldId="264"/>
            <ac:spMk id="62" creationId="{0FD50D43-7F47-4A18-ADDD-42764E9622E4}"/>
          </ac:spMkLst>
        </pc:spChg>
        <pc:spChg chg="add del mod">
          <ac:chgData name="Soban Najam" userId="59c411b0-ccb7-4330-99a9-29cc04a2c185" providerId="ADAL" clId="{498552E8-13B2-4ACC-BEA2-C493D7A63BC2}" dt="2022-06-15T10:46:42.684" v="5718" actId="478"/>
          <ac:spMkLst>
            <pc:docMk/>
            <pc:sldMk cId="1960805643" sldId="264"/>
            <ac:spMk id="62" creationId="{E7EDE617-C390-4419-B542-72BF6260A593}"/>
          </ac:spMkLst>
        </pc:spChg>
        <pc:spChg chg="add del mod">
          <ac:chgData name="Soban Najam" userId="59c411b0-ccb7-4330-99a9-29cc04a2c185" providerId="ADAL" clId="{498552E8-13B2-4ACC-BEA2-C493D7A63BC2}" dt="2022-06-12T13:02:36.335" v="5177" actId="478"/>
          <ac:spMkLst>
            <pc:docMk/>
            <pc:sldMk cId="1960805643" sldId="264"/>
            <ac:spMk id="63" creationId="{727AD6CD-E29D-4C38-87E4-9E1BCE3DCEC3}"/>
          </ac:spMkLst>
        </pc:spChg>
        <pc:spChg chg="add del mod">
          <ac:chgData name="Soban Najam" userId="59c411b0-ccb7-4330-99a9-29cc04a2c185" providerId="ADAL" clId="{498552E8-13B2-4ACC-BEA2-C493D7A63BC2}" dt="2022-06-15T10:46:42.684" v="5718" actId="478"/>
          <ac:spMkLst>
            <pc:docMk/>
            <pc:sldMk cId="1960805643" sldId="264"/>
            <ac:spMk id="63" creationId="{F9317754-BDD3-44EB-805E-B7107AC243A0}"/>
          </ac:spMkLst>
        </pc:spChg>
        <pc:spChg chg="add del mod">
          <ac:chgData name="Soban Najam" userId="59c411b0-ccb7-4330-99a9-29cc04a2c185" providerId="ADAL" clId="{498552E8-13B2-4ACC-BEA2-C493D7A63BC2}" dt="2022-06-15T10:46:42.684" v="5718" actId="478"/>
          <ac:spMkLst>
            <pc:docMk/>
            <pc:sldMk cId="1960805643" sldId="264"/>
            <ac:spMk id="64" creationId="{D4E6F4DB-EAE5-4DE9-A84C-5B00247F2346}"/>
          </ac:spMkLst>
        </pc:spChg>
        <pc:spChg chg="add del mod">
          <ac:chgData name="Soban Najam" userId="59c411b0-ccb7-4330-99a9-29cc04a2c185" providerId="ADAL" clId="{498552E8-13B2-4ACC-BEA2-C493D7A63BC2}" dt="2022-06-12T13:02:36.335" v="5177" actId="478"/>
          <ac:spMkLst>
            <pc:docMk/>
            <pc:sldMk cId="1960805643" sldId="264"/>
            <ac:spMk id="64" creationId="{EF9B3ECC-6F51-467E-BE8B-D8133BA584F3}"/>
          </ac:spMkLst>
        </pc:spChg>
        <pc:spChg chg="add del mod">
          <ac:chgData name="Soban Najam" userId="59c411b0-ccb7-4330-99a9-29cc04a2c185" providerId="ADAL" clId="{498552E8-13B2-4ACC-BEA2-C493D7A63BC2}" dt="2022-06-12T13:02:36.335" v="5177" actId="478"/>
          <ac:spMkLst>
            <pc:docMk/>
            <pc:sldMk cId="1960805643" sldId="264"/>
            <ac:spMk id="65" creationId="{8AEA2921-4320-4859-B32E-CAD35240FE18}"/>
          </ac:spMkLst>
        </pc:spChg>
        <pc:spChg chg="add del mod">
          <ac:chgData name="Soban Najam" userId="59c411b0-ccb7-4330-99a9-29cc04a2c185" providerId="ADAL" clId="{498552E8-13B2-4ACC-BEA2-C493D7A63BC2}" dt="2022-06-15T10:46:42.684" v="5718" actId="478"/>
          <ac:spMkLst>
            <pc:docMk/>
            <pc:sldMk cId="1960805643" sldId="264"/>
            <ac:spMk id="65" creationId="{B8614198-29E1-4AD6-9AD0-C417F7371FE0}"/>
          </ac:spMkLst>
        </pc:spChg>
        <pc:spChg chg="add del mod">
          <ac:chgData name="Soban Najam" userId="59c411b0-ccb7-4330-99a9-29cc04a2c185" providerId="ADAL" clId="{498552E8-13B2-4ACC-BEA2-C493D7A63BC2}" dt="2022-06-12T13:02:36.335" v="5177" actId="478"/>
          <ac:spMkLst>
            <pc:docMk/>
            <pc:sldMk cId="1960805643" sldId="264"/>
            <ac:spMk id="66" creationId="{1B24049E-D832-45B9-95F0-5A0A748FDE75}"/>
          </ac:spMkLst>
        </pc:spChg>
        <pc:spChg chg="add del mod">
          <ac:chgData name="Soban Najam" userId="59c411b0-ccb7-4330-99a9-29cc04a2c185" providerId="ADAL" clId="{498552E8-13B2-4ACC-BEA2-C493D7A63BC2}" dt="2022-06-15T10:46:42.684" v="5718" actId="478"/>
          <ac:spMkLst>
            <pc:docMk/>
            <pc:sldMk cId="1960805643" sldId="264"/>
            <ac:spMk id="66" creationId="{D5927A9C-F528-45EE-ABA7-994AD264C90B}"/>
          </ac:spMkLst>
        </pc:spChg>
        <pc:spChg chg="add del mod">
          <ac:chgData name="Soban Najam" userId="59c411b0-ccb7-4330-99a9-29cc04a2c185" providerId="ADAL" clId="{498552E8-13B2-4ACC-BEA2-C493D7A63BC2}" dt="2022-06-12T13:02:36.335" v="5177" actId="478"/>
          <ac:spMkLst>
            <pc:docMk/>
            <pc:sldMk cId="1960805643" sldId="264"/>
            <ac:spMk id="67" creationId="{0E716246-F491-4874-89A0-BD7F1B2A010E}"/>
          </ac:spMkLst>
        </pc:spChg>
        <pc:spChg chg="add del mod">
          <ac:chgData name="Soban Najam" userId="59c411b0-ccb7-4330-99a9-29cc04a2c185" providerId="ADAL" clId="{498552E8-13B2-4ACC-BEA2-C493D7A63BC2}" dt="2022-06-15T10:46:42.684" v="5718" actId="478"/>
          <ac:spMkLst>
            <pc:docMk/>
            <pc:sldMk cId="1960805643" sldId="264"/>
            <ac:spMk id="67" creationId="{7A8D2B99-B7B4-4FCA-BA4E-DF5C3783F00D}"/>
          </ac:spMkLst>
        </pc:spChg>
        <pc:spChg chg="add del mod">
          <ac:chgData name="Soban Najam" userId="59c411b0-ccb7-4330-99a9-29cc04a2c185" providerId="ADAL" clId="{498552E8-13B2-4ACC-BEA2-C493D7A63BC2}" dt="2022-06-12T13:02:36.335" v="5177" actId="478"/>
          <ac:spMkLst>
            <pc:docMk/>
            <pc:sldMk cId="1960805643" sldId="264"/>
            <ac:spMk id="68" creationId="{54FF8768-77E0-4E3F-B0D9-1CBC5C4497D3}"/>
          </ac:spMkLst>
        </pc:spChg>
        <pc:spChg chg="add del mod">
          <ac:chgData name="Soban Najam" userId="59c411b0-ccb7-4330-99a9-29cc04a2c185" providerId="ADAL" clId="{498552E8-13B2-4ACC-BEA2-C493D7A63BC2}" dt="2022-06-15T10:46:42.684" v="5718" actId="478"/>
          <ac:spMkLst>
            <pc:docMk/>
            <pc:sldMk cId="1960805643" sldId="264"/>
            <ac:spMk id="68" creationId="{8797013D-D817-4F5F-96A5-F2E1FFF3DDF3}"/>
          </ac:spMkLst>
        </pc:spChg>
        <pc:spChg chg="add del mod">
          <ac:chgData name="Soban Najam" userId="59c411b0-ccb7-4330-99a9-29cc04a2c185" providerId="ADAL" clId="{498552E8-13B2-4ACC-BEA2-C493D7A63BC2}" dt="2022-06-15T10:46:42.684" v="5718" actId="478"/>
          <ac:spMkLst>
            <pc:docMk/>
            <pc:sldMk cId="1960805643" sldId="264"/>
            <ac:spMk id="69" creationId="{12958CCE-4FED-4662-B9CF-8C030A1BC581}"/>
          </ac:spMkLst>
        </pc:spChg>
        <pc:spChg chg="add del mod">
          <ac:chgData name="Soban Najam" userId="59c411b0-ccb7-4330-99a9-29cc04a2c185" providerId="ADAL" clId="{498552E8-13B2-4ACC-BEA2-C493D7A63BC2}" dt="2022-06-12T13:02:36.335" v="5177" actId="478"/>
          <ac:spMkLst>
            <pc:docMk/>
            <pc:sldMk cId="1960805643" sldId="264"/>
            <ac:spMk id="69" creationId="{ED241004-663A-404E-BDA1-355EAAB0D504}"/>
          </ac:spMkLst>
        </pc:spChg>
        <pc:spChg chg="add del mod">
          <ac:chgData name="Soban Najam" userId="59c411b0-ccb7-4330-99a9-29cc04a2c185" providerId="ADAL" clId="{498552E8-13B2-4ACC-BEA2-C493D7A63BC2}" dt="2022-06-12T13:02:36.335" v="5177" actId="478"/>
          <ac:spMkLst>
            <pc:docMk/>
            <pc:sldMk cId="1960805643" sldId="264"/>
            <ac:spMk id="70" creationId="{24E3C6FB-1F9D-44BC-8E65-8258E372DCAB}"/>
          </ac:spMkLst>
        </pc:spChg>
        <pc:spChg chg="add del mod">
          <ac:chgData name="Soban Najam" userId="59c411b0-ccb7-4330-99a9-29cc04a2c185" providerId="ADAL" clId="{498552E8-13B2-4ACC-BEA2-C493D7A63BC2}" dt="2022-06-15T10:46:42.684" v="5718" actId="478"/>
          <ac:spMkLst>
            <pc:docMk/>
            <pc:sldMk cId="1960805643" sldId="264"/>
            <ac:spMk id="70" creationId="{CF8A0DB3-F64C-48EC-97DB-4141D8367A05}"/>
          </ac:spMkLst>
        </pc:spChg>
        <pc:spChg chg="add del mod">
          <ac:chgData name="Soban Najam" userId="59c411b0-ccb7-4330-99a9-29cc04a2c185" providerId="ADAL" clId="{498552E8-13B2-4ACC-BEA2-C493D7A63BC2}" dt="2022-06-12T13:02:36.335" v="5177" actId="478"/>
          <ac:spMkLst>
            <pc:docMk/>
            <pc:sldMk cId="1960805643" sldId="264"/>
            <ac:spMk id="71" creationId="{2A7D055B-B56E-4CEF-830E-B73F9DB53AB2}"/>
          </ac:spMkLst>
        </pc:spChg>
        <pc:spChg chg="add del mod">
          <ac:chgData name="Soban Najam" userId="59c411b0-ccb7-4330-99a9-29cc04a2c185" providerId="ADAL" clId="{498552E8-13B2-4ACC-BEA2-C493D7A63BC2}" dt="2022-06-15T10:46:42.684" v="5718" actId="478"/>
          <ac:spMkLst>
            <pc:docMk/>
            <pc:sldMk cId="1960805643" sldId="264"/>
            <ac:spMk id="71" creationId="{C7BBB41E-0D9A-40D6-B227-7CF9AFBE9BF3}"/>
          </ac:spMkLst>
        </pc:spChg>
        <pc:spChg chg="add del mod">
          <ac:chgData name="Soban Najam" userId="59c411b0-ccb7-4330-99a9-29cc04a2c185" providerId="ADAL" clId="{498552E8-13B2-4ACC-BEA2-C493D7A63BC2}" dt="2022-06-12T13:02:36.335" v="5177" actId="478"/>
          <ac:spMkLst>
            <pc:docMk/>
            <pc:sldMk cId="1960805643" sldId="264"/>
            <ac:spMk id="72" creationId="{7CD1F62D-0428-4ACA-9FCF-91AED4F9C393}"/>
          </ac:spMkLst>
        </pc:spChg>
        <pc:spChg chg="add del mod">
          <ac:chgData name="Soban Najam" userId="59c411b0-ccb7-4330-99a9-29cc04a2c185" providerId="ADAL" clId="{498552E8-13B2-4ACC-BEA2-C493D7A63BC2}" dt="2022-06-15T10:46:42.684" v="5718" actId="478"/>
          <ac:spMkLst>
            <pc:docMk/>
            <pc:sldMk cId="1960805643" sldId="264"/>
            <ac:spMk id="72" creationId="{B595FB11-1E59-44BE-8195-3BE439EDD0D2}"/>
          </ac:spMkLst>
        </pc:spChg>
        <pc:spChg chg="add del mod">
          <ac:chgData name="Soban Najam" userId="59c411b0-ccb7-4330-99a9-29cc04a2c185" providerId="ADAL" clId="{498552E8-13B2-4ACC-BEA2-C493D7A63BC2}" dt="2022-06-15T10:46:42.684" v="5718" actId="478"/>
          <ac:spMkLst>
            <pc:docMk/>
            <pc:sldMk cId="1960805643" sldId="264"/>
            <ac:spMk id="73" creationId="{6ADD467B-DC44-494E-922E-6E3B4DB7DE0E}"/>
          </ac:spMkLst>
        </pc:spChg>
        <pc:spChg chg="add del mod">
          <ac:chgData name="Soban Najam" userId="59c411b0-ccb7-4330-99a9-29cc04a2c185" providerId="ADAL" clId="{498552E8-13B2-4ACC-BEA2-C493D7A63BC2}" dt="2022-06-15T10:46:42.684" v="5718" actId="478"/>
          <ac:spMkLst>
            <pc:docMk/>
            <pc:sldMk cId="1960805643" sldId="264"/>
            <ac:spMk id="74" creationId="{44956BCB-80BA-46FB-93F1-703C28FDB97D}"/>
          </ac:spMkLst>
        </pc:spChg>
        <pc:spChg chg="add del mod">
          <ac:chgData name="Soban Najam" userId="59c411b0-ccb7-4330-99a9-29cc04a2c185" providerId="ADAL" clId="{498552E8-13B2-4ACC-BEA2-C493D7A63BC2}" dt="2022-06-15T10:46:42.684" v="5718" actId="478"/>
          <ac:spMkLst>
            <pc:docMk/>
            <pc:sldMk cId="1960805643" sldId="264"/>
            <ac:spMk id="75" creationId="{4DACA303-BE7F-4403-9B23-C650E5926AE8}"/>
          </ac:spMkLst>
        </pc:spChg>
        <pc:spChg chg="add del mod">
          <ac:chgData name="Soban Najam" userId="59c411b0-ccb7-4330-99a9-29cc04a2c185" providerId="ADAL" clId="{498552E8-13B2-4ACC-BEA2-C493D7A63BC2}" dt="2022-06-15T10:46:42.684" v="5718" actId="478"/>
          <ac:spMkLst>
            <pc:docMk/>
            <pc:sldMk cId="1960805643" sldId="264"/>
            <ac:spMk id="76" creationId="{8446ADDD-5F23-464D-8260-154DBF3A7A1A}"/>
          </ac:spMkLst>
        </pc:spChg>
        <pc:spChg chg="add del mod">
          <ac:chgData name="Soban Najam" userId="59c411b0-ccb7-4330-99a9-29cc04a2c185" providerId="ADAL" clId="{498552E8-13B2-4ACC-BEA2-C493D7A63BC2}" dt="2022-06-15T10:46:42.684" v="5718" actId="478"/>
          <ac:spMkLst>
            <pc:docMk/>
            <pc:sldMk cId="1960805643" sldId="264"/>
            <ac:spMk id="77" creationId="{48A5130E-8994-417D-ACEF-61FC9511E1DA}"/>
          </ac:spMkLst>
        </pc:spChg>
        <pc:spChg chg="add del mod">
          <ac:chgData name="Soban Najam" userId="59c411b0-ccb7-4330-99a9-29cc04a2c185" providerId="ADAL" clId="{498552E8-13B2-4ACC-BEA2-C493D7A63BC2}" dt="2022-06-15T10:46:42.684" v="5718" actId="478"/>
          <ac:spMkLst>
            <pc:docMk/>
            <pc:sldMk cId="1960805643" sldId="264"/>
            <ac:spMk id="78" creationId="{B51C3FF0-752F-4968-B7C2-227D3E726110}"/>
          </ac:spMkLst>
        </pc:spChg>
        <pc:spChg chg="add del mod">
          <ac:chgData name="Soban Najam" userId="59c411b0-ccb7-4330-99a9-29cc04a2c185" providerId="ADAL" clId="{498552E8-13B2-4ACC-BEA2-C493D7A63BC2}" dt="2022-06-15T10:46:42.684" v="5718" actId="478"/>
          <ac:spMkLst>
            <pc:docMk/>
            <pc:sldMk cId="1960805643" sldId="264"/>
            <ac:spMk id="79" creationId="{0AE7F893-D1C9-48A0-BD9B-7269918FA195}"/>
          </ac:spMkLst>
        </pc:spChg>
        <pc:spChg chg="add del mod">
          <ac:chgData name="Soban Najam" userId="59c411b0-ccb7-4330-99a9-29cc04a2c185" providerId="ADAL" clId="{498552E8-13B2-4ACC-BEA2-C493D7A63BC2}" dt="2022-06-15T10:46:42.684" v="5718" actId="478"/>
          <ac:spMkLst>
            <pc:docMk/>
            <pc:sldMk cId="1960805643" sldId="264"/>
            <ac:spMk id="80" creationId="{50CD4CBD-0C58-4611-BAC9-687B8A63F1E0}"/>
          </ac:spMkLst>
        </pc:spChg>
        <pc:spChg chg="add del mod">
          <ac:chgData name="Soban Najam" userId="59c411b0-ccb7-4330-99a9-29cc04a2c185" providerId="ADAL" clId="{498552E8-13B2-4ACC-BEA2-C493D7A63BC2}" dt="2022-06-15T10:46:42.684" v="5718" actId="478"/>
          <ac:spMkLst>
            <pc:docMk/>
            <pc:sldMk cId="1960805643" sldId="264"/>
            <ac:spMk id="81" creationId="{2BF4F4B2-7A22-4E3C-9EF5-988D7A0802B0}"/>
          </ac:spMkLst>
        </pc:spChg>
        <pc:spChg chg="add del mod">
          <ac:chgData name="Soban Najam" userId="59c411b0-ccb7-4330-99a9-29cc04a2c185" providerId="ADAL" clId="{498552E8-13B2-4ACC-BEA2-C493D7A63BC2}" dt="2022-06-15T10:46:42.684" v="5718" actId="478"/>
          <ac:spMkLst>
            <pc:docMk/>
            <pc:sldMk cId="1960805643" sldId="264"/>
            <ac:spMk id="82" creationId="{9836471C-D613-4696-80CC-9C0596BF0DF2}"/>
          </ac:spMkLst>
        </pc:spChg>
        <pc:spChg chg="add del mod">
          <ac:chgData name="Soban Najam" userId="59c411b0-ccb7-4330-99a9-29cc04a2c185" providerId="ADAL" clId="{498552E8-13B2-4ACC-BEA2-C493D7A63BC2}" dt="2022-06-15T10:46:42.684" v="5718" actId="478"/>
          <ac:spMkLst>
            <pc:docMk/>
            <pc:sldMk cId="1960805643" sldId="264"/>
            <ac:spMk id="83" creationId="{3A514370-E024-4802-ABED-FC739109A8EE}"/>
          </ac:spMkLst>
        </pc:spChg>
        <pc:spChg chg="add del mod">
          <ac:chgData name="Soban Najam" userId="59c411b0-ccb7-4330-99a9-29cc04a2c185" providerId="ADAL" clId="{498552E8-13B2-4ACC-BEA2-C493D7A63BC2}" dt="2022-06-15T10:46:42.684" v="5718" actId="478"/>
          <ac:spMkLst>
            <pc:docMk/>
            <pc:sldMk cId="1960805643" sldId="264"/>
            <ac:spMk id="84" creationId="{620BB811-36D4-4CD0-9BF3-4F73DEDB862B}"/>
          </ac:spMkLst>
        </pc:spChg>
        <pc:spChg chg="add del mod">
          <ac:chgData name="Soban Najam" userId="59c411b0-ccb7-4330-99a9-29cc04a2c185" providerId="ADAL" clId="{498552E8-13B2-4ACC-BEA2-C493D7A63BC2}" dt="2022-06-15T10:46:42.684" v="5718" actId="478"/>
          <ac:spMkLst>
            <pc:docMk/>
            <pc:sldMk cId="1960805643" sldId="264"/>
            <ac:spMk id="85" creationId="{7967EFFB-A09F-40A3-88E6-3BBBC0B73596}"/>
          </ac:spMkLst>
        </pc:spChg>
        <pc:spChg chg="add mod">
          <ac:chgData name="Soban Najam" userId="59c411b0-ccb7-4330-99a9-29cc04a2c185" providerId="ADAL" clId="{498552E8-13B2-4ACC-BEA2-C493D7A63BC2}" dt="2022-06-15T11:17:00.733" v="6170" actId="1035"/>
          <ac:spMkLst>
            <pc:docMk/>
            <pc:sldMk cId="1960805643" sldId="264"/>
            <ac:spMk id="86" creationId="{31E73908-414C-4B1D-A240-5A68B1ABE898}"/>
          </ac:spMkLst>
        </pc:spChg>
        <pc:spChg chg="add mod">
          <ac:chgData name="Soban Najam" userId="59c411b0-ccb7-4330-99a9-29cc04a2c185" providerId="ADAL" clId="{498552E8-13B2-4ACC-BEA2-C493D7A63BC2}" dt="2022-06-15T11:17:00.733" v="6170" actId="1035"/>
          <ac:spMkLst>
            <pc:docMk/>
            <pc:sldMk cId="1960805643" sldId="264"/>
            <ac:spMk id="87" creationId="{6F073E84-92C3-4B6A-84D3-D825636AE67F}"/>
          </ac:spMkLst>
        </pc:spChg>
        <pc:spChg chg="add mod">
          <ac:chgData name="Soban Najam" userId="59c411b0-ccb7-4330-99a9-29cc04a2c185" providerId="ADAL" clId="{498552E8-13B2-4ACC-BEA2-C493D7A63BC2}" dt="2022-06-15T11:17:00.733" v="6170" actId="1035"/>
          <ac:spMkLst>
            <pc:docMk/>
            <pc:sldMk cId="1960805643" sldId="264"/>
            <ac:spMk id="88" creationId="{6E4EDD36-E8DE-47BB-B72F-1F6503731AED}"/>
          </ac:spMkLst>
        </pc:spChg>
        <pc:spChg chg="add mod">
          <ac:chgData name="Soban Najam" userId="59c411b0-ccb7-4330-99a9-29cc04a2c185" providerId="ADAL" clId="{498552E8-13B2-4ACC-BEA2-C493D7A63BC2}" dt="2022-06-15T11:17:00.733" v="6170" actId="1035"/>
          <ac:spMkLst>
            <pc:docMk/>
            <pc:sldMk cId="1960805643" sldId="264"/>
            <ac:spMk id="89" creationId="{1D207AA1-A874-4291-9114-5F169D0EE419}"/>
          </ac:spMkLst>
        </pc:spChg>
        <pc:spChg chg="add mod">
          <ac:chgData name="Soban Najam" userId="59c411b0-ccb7-4330-99a9-29cc04a2c185" providerId="ADAL" clId="{498552E8-13B2-4ACC-BEA2-C493D7A63BC2}" dt="2022-06-15T11:17:00.733" v="6170" actId="1035"/>
          <ac:spMkLst>
            <pc:docMk/>
            <pc:sldMk cId="1960805643" sldId="264"/>
            <ac:spMk id="90" creationId="{89B3E232-E6EF-4A18-945C-6EF05A945315}"/>
          </ac:spMkLst>
        </pc:spChg>
        <pc:spChg chg="add mod">
          <ac:chgData name="Soban Najam" userId="59c411b0-ccb7-4330-99a9-29cc04a2c185" providerId="ADAL" clId="{498552E8-13B2-4ACC-BEA2-C493D7A63BC2}" dt="2022-06-15T11:17:00.733" v="6170" actId="1035"/>
          <ac:spMkLst>
            <pc:docMk/>
            <pc:sldMk cId="1960805643" sldId="264"/>
            <ac:spMk id="91" creationId="{AEBA6019-8754-439E-86C9-FD0935C19E61}"/>
          </ac:spMkLst>
        </pc:spChg>
        <pc:spChg chg="add mod">
          <ac:chgData name="Soban Najam" userId="59c411b0-ccb7-4330-99a9-29cc04a2c185" providerId="ADAL" clId="{498552E8-13B2-4ACC-BEA2-C493D7A63BC2}" dt="2022-06-15T11:17:00.733" v="6170" actId="1035"/>
          <ac:spMkLst>
            <pc:docMk/>
            <pc:sldMk cId="1960805643" sldId="264"/>
            <ac:spMk id="92" creationId="{127CE3C4-85B3-4B70-89CD-29F1DEB588DF}"/>
          </ac:spMkLst>
        </pc:spChg>
        <pc:spChg chg="add mod">
          <ac:chgData name="Soban Najam" userId="59c411b0-ccb7-4330-99a9-29cc04a2c185" providerId="ADAL" clId="{498552E8-13B2-4ACC-BEA2-C493D7A63BC2}" dt="2022-06-15T11:17:00.733" v="6170" actId="1035"/>
          <ac:spMkLst>
            <pc:docMk/>
            <pc:sldMk cId="1960805643" sldId="264"/>
            <ac:spMk id="93" creationId="{4682C575-DF90-4A7A-8CC5-FE8E27760B86}"/>
          </ac:spMkLst>
        </pc:spChg>
        <pc:spChg chg="add mod">
          <ac:chgData name="Soban Najam" userId="59c411b0-ccb7-4330-99a9-29cc04a2c185" providerId="ADAL" clId="{498552E8-13B2-4ACC-BEA2-C493D7A63BC2}" dt="2022-06-15T11:17:00.733" v="6170" actId="1035"/>
          <ac:spMkLst>
            <pc:docMk/>
            <pc:sldMk cId="1960805643" sldId="264"/>
            <ac:spMk id="94" creationId="{A8E78CB9-73B4-4D61-9CF9-8FAA81BFCB16}"/>
          </ac:spMkLst>
        </pc:spChg>
        <pc:spChg chg="add mod">
          <ac:chgData name="Soban Najam" userId="59c411b0-ccb7-4330-99a9-29cc04a2c185" providerId="ADAL" clId="{498552E8-13B2-4ACC-BEA2-C493D7A63BC2}" dt="2022-06-15T11:17:00.733" v="6170" actId="1035"/>
          <ac:spMkLst>
            <pc:docMk/>
            <pc:sldMk cId="1960805643" sldId="264"/>
            <ac:spMk id="95" creationId="{B353AA39-B20A-4799-AB18-53E4C780FB1F}"/>
          </ac:spMkLst>
        </pc:spChg>
        <pc:spChg chg="add mod">
          <ac:chgData name="Soban Najam" userId="59c411b0-ccb7-4330-99a9-29cc04a2c185" providerId="ADAL" clId="{498552E8-13B2-4ACC-BEA2-C493D7A63BC2}" dt="2022-06-15T11:17:00.733" v="6170" actId="1035"/>
          <ac:spMkLst>
            <pc:docMk/>
            <pc:sldMk cId="1960805643" sldId="264"/>
            <ac:spMk id="96" creationId="{58F26258-7CCA-4061-BC02-7EF2BB082879}"/>
          </ac:spMkLst>
        </pc:spChg>
        <pc:spChg chg="add mod">
          <ac:chgData name="Soban Najam" userId="59c411b0-ccb7-4330-99a9-29cc04a2c185" providerId="ADAL" clId="{498552E8-13B2-4ACC-BEA2-C493D7A63BC2}" dt="2022-06-15T11:17:00.733" v="6170" actId="1035"/>
          <ac:spMkLst>
            <pc:docMk/>
            <pc:sldMk cId="1960805643" sldId="264"/>
            <ac:spMk id="97" creationId="{8B1791C7-4637-44D9-8601-59143BFEF23F}"/>
          </ac:spMkLst>
        </pc:spChg>
        <pc:spChg chg="add mod">
          <ac:chgData name="Soban Najam" userId="59c411b0-ccb7-4330-99a9-29cc04a2c185" providerId="ADAL" clId="{498552E8-13B2-4ACC-BEA2-C493D7A63BC2}" dt="2022-06-15T11:17:00.733" v="6170" actId="1035"/>
          <ac:spMkLst>
            <pc:docMk/>
            <pc:sldMk cId="1960805643" sldId="264"/>
            <ac:spMk id="98" creationId="{AE72CC3B-6164-4363-8F36-CEBF9033E799}"/>
          </ac:spMkLst>
        </pc:spChg>
        <pc:spChg chg="add mod">
          <ac:chgData name="Soban Najam" userId="59c411b0-ccb7-4330-99a9-29cc04a2c185" providerId="ADAL" clId="{498552E8-13B2-4ACC-BEA2-C493D7A63BC2}" dt="2022-06-15T11:17:00.733" v="6170" actId="1035"/>
          <ac:spMkLst>
            <pc:docMk/>
            <pc:sldMk cId="1960805643" sldId="264"/>
            <ac:spMk id="99" creationId="{64087B1C-34AD-452D-A945-317B9859F30C}"/>
          </ac:spMkLst>
        </pc:spChg>
        <pc:spChg chg="add mod">
          <ac:chgData name="Soban Najam" userId="59c411b0-ccb7-4330-99a9-29cc04a2c185" providerId="ADAL" clId="{498552E8-13B2-4ACC-BEA2-C493D7A63BC2}" dt="2022-06-15T11:17:00.733" v="6170" actId="1035"/>
          <ac:spMkLst>
            <pc:docMk/>
            <pc:sldMk cId="1960805643" sldId="264"/>
            <ac:spMk id="100" creationId="{6A0BEC8E-635B-4DBB-A0E9-47547C7AB091}"/>
          </ac:spMkLst>
        </pc:spChg>
        <pc:spChg chg="add mod">
          <ac:chgData name="Soban Najam" userId="59c411b0-ccb7-4330-99a9-29cc04a2c185" providerId="ADAL" clId="{498552E8-13B2-4ACC-BEA2-C493D7A63BC2}" dt="2022-06-15T11:17:00.733" v="6170" actId="1035"/>
          <ac:spMkLst>
            <pc:docMk/>
            <pc:sldMk cId="1960805643" sldId="264"/>
            <ac:spMk id="101" creationId="{B8D3E7BA-BC5B-4FE5-B3B4-A0E9B730E252}"/>
          </ac:spMkLst>
        </pc:spChg>
        <pc:spChg chg="add mod">
          <ac:chgData name="Soban Najam" userId="59c411b0-ccb7-4330-99a9-29cc04a2c185" providerId="ADAL" clId="{498552E8-13B2-4ACC-BEA2-C493D7A63BC2}" dt="2022-06-15T11:17:00.733" v="6170" actId="1035"/>
          <ac:spMkLst>
            <pc:docMk/>
            <pc:sldMk cId="1960805643" sldId="264"/>
            <ac:spMk id="102" creationId="{02F01DE3-F3E2-4443-8F01-00FF670DC507}"/>
          </ac:spMkLst>
        </pc:spChg>
        <pc:spChg chg="add mod">
          <ac:chgData name="Soban Najam" userId="59c411b0-ccb7-4330-99a9-29cc04a2c185" providerId="ADAL" clId="{498552E8-13B2-4ACC-BEA2-C493D7A63BC2}" dt="2022-06-15T11:17:00.733" v="6170" actId="1035"/>
          <ac:spMkLst>
            <pc:docMk/>
            <pc:sldMk cId="1960805643" sldId="264"/>
            <ac:spMk id="103" creationId="{86D84E5A-2EE3-4292-8A4B-1AC5D1F4F931}"/>
          </ac:spMkLst>
        </pc:spChg>
        <pc:spChg chg="add mod">
          <ac:chgData name="Soban Najam" userId="59c411b0-ccb7-4330-99a9-29cc04a2c185" providerId="ADAL" clId="{498552E8-13B2-4ACC-BEA2-C493D7A63BC2}" dt="2022-06-15T11:17:00.733" v="6170" actId="1035"/>
          <ac:spMkLst>
            <pc:docMk/>
            <pc:sldMk cId="1960805643" sldId="264"/>
            <ac:spMk id="104" creationId="{8945DE43-3E5A-41E1-8BEE-A1AD7E08182A}"/>
          </ac:spMkLst>
        </pc:spChg>
        <pc:spChg chg="add mod">
          <ac:chgData name="Soban Najam" userId="59c411b0-ccb7-4330-99a9-29cc04a2c185" providerId="ADAL" clId="{498552E8-13B2-4ACC-BEA2-C493D7A63BC2}" dt="2022-06-15T11:17:00.733" v="6170" actId="1035"/>
          <ac:spMkLst>
            <pc:docMk/>
            <pc:sldMk cId="1960805643" sldId="264"/>
            <ac:spMk id="105" creationId="{75A38922-FE52-4E4B-87C5-04ACB5E3DABF}"/>
          </ac:spMkLst>
        </pc:spChg>
        <pc:spChg chg="add mod">
          <ac:chgData name="Soban Najam" userId="59c411b0-ccb7-4330-99a9-29cc04a2c185" providerId="ADAL" clId="{498552E8-13B2-4ACC-BEA2-C493D7A63BC2}" dt="2022-06-15T11:17:00.733" v="6170" actId="1035"/>
          <ac:spMkLst>
            <pc:docMk/>
            <pc:sldMk cId="1960805643" sldId="264"/>
            <ac:spMk id="106" creationId="{393B43A2-5F15-4298-A898-2EA2D8F6B1E6}"/>
          </ac:spMkLst>
        </pc:spChg>
        <pc:spChg chg="add mod">
          <ac:chgData name="Soban Najam" userId="59c411b0-ccb7-4330-99a9-29cc04a2c185" providerId="ADAL" clId="{498552E8-13B2-4ACC-BEA2-C493D7A63BC2}" dt="2022-06-15T11:17:00.733" v="6170" actId="1035"/>
          <ac:spMkLst>
            <pc:docMk/>
            <pc:sldMk cId="1960805643" sldId="264"/>
            <ac:spMk id="107" creationId="{290FD8A7-AA9F-41E2-AC07-0C4A0D787700}"/>
          </ac:spMkLst>
        </pc:spChg>
        <pc:spChg chg="add mod">
          <ac:chgData name="Soban Najam" userId="59c411b0-ccb7-4330-99a9-29cc04a2c185" providerId="ADAL" clId="{498552E8-13B2-4ACC-BEA2-C493D7A63BC2}" dt="2022-06-15T11:17:00.733" v="6170" actId="1035"/>
          <ac:spMkLst>
            <pc:docMk/>
            <pc:sldMk cId="1960805643" sldId="264"/>
            <ac:spMk id="108" creationId="{ECD92251-ECEE-482D-A873-A691B68FCD21}"/>
          </ac:spMkLst>
        </pc:spChg>
        <pc:spChg chg="add mod">
          <ac:chgData name="Soban Najam" userId="59c411b0-ccb7-4330-99a9-29cc04a2c185" providerId="ADAL" clId="{498552E8-13B2-4ACC-BEA2-C493D7A63BC2}" dt="2022-06-15T11:17:00.733" v="6170" actId="1035"/>
          <ac:spMkLst>
            <pc:docMk/>
            <pc:sldMk cId="1960805643" sldId="264"/>
            <ac:spMk id="109" creationId="{8D4FFE62-A2BE-48F7-9A4E-D75BBD7C96BA}"/>
          </ac:spMkLst>
        </pc:spChg>
        <pc:spChg chg="add mod">
          <ac:chgData name="Soban Najam" userId="59c411b0-ccb7-4330-99a9-29cc04a2c185" providerId="ADAL" clId="{498552E8-13B2-4ACC-BEA2-C493D7A63BC2}" dt="2022-06-15T11:17:00.733" v="6170" actId="1035"/>
          <ac:spMkLst>
            <pc:docMk/>
            <pc:sldMk cId="1960805643" sldId="264"/>
            <ac:spMk id="110" creationId="{439A9FA1-258A-46E6-9B48-3D592CA79C49}"/>
          </ac:spMkLst>
        </pc:spChg>
        <pc:spChg chg="add mod">
          <ac:chgData name="Soban Najam" userId="59c411b0-ccb7-4330-99a9-29cc04a2c185" providerId="ADAL" clId="{498552E8-13B2-4ACC-BEA2-C493D7A63BC2}" dt="2022-06-15T11:17:00.733" v="6170" actId="1035"/>
          <ac:spMkLst>
            <pc:docMk/>
            <pc:sldMk cId="1960805643" sldId="264"/>
            <ac:spMk id="111" creationId="{5B281DB2-337C-45B0-8A4F-3A3571384222}"/>
          </ac:spMkLst>
        </pc:spChg>
        <pc:spChg chg="add mod">
          <ac:chgData name="Soban Najam" userId="59c411b0-ccb7-4330-99a9-29cc04a2c185" providerId="ADAL" clId="{498552E8-13B2-4ACC-BEA2-C493D7A63BC2}" dt="2022-06-15T11:17:00.733" v="6170" actId="1035"/>
          <ac:spMkLst>
            <pc:docMk/>
            <pc:sldMk cId="1960805643" sldId="264"/>
            <ac:spMk id="112" creationId="{A801FEF6-3951-405B-A596-CE384BFA439B}"/>
          </ac:spMkLst>
        </pc:spChg>
        <pc:spChg chg="add mod">
          <ac:chgData name="Soban Najam" userId="59c411b0-ccb7-4330-99a9-29cc04a2c185" providerId="ADAL" clId="{498552E8-13B2-4ACC-BEA2-C493D7A63BC2}" dt="2022-06-15T11:17:00.733" v="6170" actId="1035"/>
          <ac:spMkLst>
            <pc:docMk/>
            <pc:sldMk cId="1960805643" sldId="264"/>
            <ac:spMk id="113" creationId="{6EEA7FA6-7913-4E2E-B404-A71D0BF81119}"/>
          </ac:spMkLst>
        </pc:spChg>
        <pc:spChg chg="add mod">
          <ac:chgData name="Soban Najam" userId="59c411b0-ccb7-4330-99a9-29cc04a2c185" providerId="ADAL" clId="{498552E8-13B2-4ACC-BEA2-C493D7A63BC2}" dt="2022-06-15T11:17:00.733" v="6170" actId="1035"/>
          <ac:spMkLst>
            <pc:docMk/>
            <pc:sldMk cId="1960805643" sldId="264"/>
            <ac:spMk id="114" creationId="{E789DE67-F6AB-4EB0-9BA2-19EDBE91B6F6}"/>
          </ac:spMkLst>
        </pc:spChg>
        <pc:spChg chg="add mod">
          <ac:chgData name="Soban Najam" userId="59c411b0-ccb7-4330-99a9-29cc04a2c185" providerId="ADAL" clId="{498552E8-13B2-4ACC-BEA2-C493D7A63BC2}" dt="2022-06-15T11:17:00.733" v="6170" actId="1035"/>
          <ac:spMkLst>
            <pc:docMk/>
            <pc:sldMk cId="1960805643" sldId="264"/>
            <ac:spMk id="115" creationId="{77771BB4-7FC5-416F-A142-19D22072E8AD}"/>
          </ac:spMkLst>
        </pc:spChg>
        <pc:spChg chg="add mod">
          <ac:chgData name="Soban Najam" userId="59c411b0-ccb7-4330-99a9-29cc04a2c185" providerId="ADAL" clId="{498552E8-13B2-4ACC-BEA2-C493D7A63BC2}" dt="2022-06-16T06:33:16.438" v="10776" actId="313"/>
          <ac:spMkLst>
            <pc:docMk/>
            <pc:sldMk cId="1960805643" sldId="264"/>
            <ac:spMk id="116" creationId="{859FFD84-AD0F-46B4-910A-3E1B91B78B9F}"/>
          </ac:spMkLst>
        </pc:spChg>
        <pc:spChg chg="add mod">
          <ac:chgData name="Soban Najam" userId="59c411b0-ccb7-4330-99a9-29cc04a2c185" providerId="ADAL" clId="{498552E8-13B2-4ACC-BEA2-C493D7A63BC2}" dt="2022-06-15T11:17:00.733" v="6170" actId="1035"/>
          <ac:spMkLst>
            <pc:docMk/>
            <pc:sldMk cId="1960805643" sldId="264"/>
            <ac:spMk id="117" creationId="{C552FDC7-1391-4785-BFF8-A963901A237B}"/>
          </ac:spMkLst>
        </pc:spChg>
        <pc:spChg chg="add mod">
          <ac:chgData name="Soban Najam" userId="59c411b0-ccb7-4330-99a9-29cc04a2c185" providerId="ADAL" clId="{498552E8-13B2-4ACC-BEA2-C493D7A63BC2}" dt="2022-06-15T11:17:00.733" v="6170" actId="1035"/>
          <ac:spMkLst>
            <pc:docMk/>
            <pc:sldMk cId="1960805643" sldId="264"/>
            <ac:spMk id="118" creationId="{F57548BA-DDBF-475B-BD47-5877BB4A8A95}"/>
          </ac:spMkLst>
        </pc:spChg>
        <pc:spChg chg="add mod">
          <ac:chgData name="Soban Najam" userId="59c411b0-ccb7-4330-99a9-29cc04a2c185" providerId="ADAL" clId="{498552E8-13B2-4ACC-BEA2-C493D7A63BC2}" dt="2022-06-15T11:17:00.733" v="6170" actId="1035"/>
          <ac:spMkLst>
            <pc:docMk/>
            <pc:sldMk cId="1960805643" sldId="264"/>
            <ac:spMk id="119" creationId="{F2168E28-9819-45FA-8E49-C60047A06677}"/>
          </ac:spMkLst>
        </pc:spChg>
        <pc:spChg chg="add mod">
          <ac:chgData name="Soban Najam" userId="59c411b0-ccb7-4330-99a9-29cc04a2c185" providerId="ADAL" clId="{498552E8-13B2-4ACC-BEA2-C493D7A63BC2}" dt="2022-06-15T11:17:00.733" v="6170" actId="1035"/>
          <ac:spMkLst>
            <pc:docMk/>
            <pc:sldMk cId="1960805643" sldId="264"/>
            <ac:spMk id="120" creationId="{D4286BB9-BCF5-4FBE-AAF1-A3D62877A459}"/>
          </ac:spMkLst>
        </pc:spChg>
        <pc:spChg chg="add mod">
          <ac:chgData name="Soban Najam" userId="59c411b0-ccb7-4330-99a9-29cc04a2c185" providerId="ADAL" clId="{498552E8-13B2-4ACC-BEA2-C493D7A63BC2}" dt="2022-06-15T11:17:00.733" v="6170" actId="1035"/>
          <ac:spMkLst>
            <pc:docMk/>
            <pc:sldMk cId="1960805643" sldId="264"/>
            <ac:spMk id="121" creationId="{350AAC33-21C0-4B20-B4E8-1AAF90B84E9F}"/>
          </ac:spMkLst>
        </pc:spChg>
        <pc:spChg chg="add mod">
          <ac:chgData name="Soban Najam" userId="59c411b0-ccb7-4330-99a9-29cc04a2c185" providerId="ADAL" clId="{498552E8-13B2-4ACC-BEA2-C493D7A63BC2}" dt="2022-06-15T11:17:00.733" v="6170" actId="1035"/>
          <ac:spMkLst>
            <pc:docMk/>
            <pc:sldMk cId="1960805643" sldId="264"/>
            <ac:spMk id="122" creationId="{783BA37C-55BE-4A8B-80E8-7995C3F206B1}"/>
          </ac:spMkLst>
        </pc:spChg>
        <pc:spChg chg="add mod">
          <ac:chgData name="Soban Najam" userId="59c411b0-ccb7-4330-99a9-29cc04a2c185" providerId="ADAL" clId="{498552E8-13B2-4ACC-BEA2-C493D7A63BC2}" dt="2022-06-15T11:17:00.733" v="6170" actId="1035"/>
          <ac:spMkLst>
            <pc:docMk/>
            <pc:sldMk cId="1960805643" sldId="264"/>
            <ac:spMk id="123" creationId="{B909453C-9D61-4829-9AFC-E4D507F3EB9B}"/>
          </ac:spMkLst>
        </pc:spChg>
        <pc:spChg chg="add mod">
          <ac:chgData name="Soban Najam" userId="59c411b0-ccb7-4330-99a9-29cc04a2c185" providerId="ADAL" clId="{498552E8-13B2-4ACC-BEA2-C493D7A63BC2}" dt="2022-06-15T11:17:00.733" v="6170" actId="1035"/>
          <ac:spMkLst>
            <pc:docMk/>
            <pc:sldMk cId="1960805643" sldId="264"/>
            <ac:spMk id="124" creationId="{4DE16C4E-3A5B-4478-8B17-B308F7B84FE8}"/>
          </ac:spMkLst>
        </pc:spChg>
        <pc:spChg chg="add mod">
          <ac:chgData name="Soban Najam" userId="59c411b0-ccb7-4330-99a9-29cc04a2c185" providerId="ADAL" clId="{498552E8-13B2-4ACC-BEA2-C493D7A63BC2}" dt="2022-06-15T11:17:00.733" v="6170" actId="1035"/>
          <ac:spMkLst>
            <pc:docMk/>
            <pc:sldMk cId="1960805643" sldId="264"/>
            <ac:spMk id="125" creationId="{072D4A1E-848E-4F89-9841-2D628731AFE1}"/>
          </ac:spMkLst>
        </pc:spChg>
        <pc:spChg chg="add mod">
          <ac:chgData name="Soban Najam" userId="59c411b0-ccb7-4330-99a9-29cc04a2c185" providerId="ADAL" clId="{498552E8-13B2-4ACC-BEA2-C493D7A63BC2}" dt="2022-06-15T11:17:00.733" v="6170" actId="1035"/>
          <ac:spMkLst>
            <pc:docMk/>
            <pc:sldMk cId="1960805643" sldId="264"/>
            <ac:spMk id="126" creationId="{23DBB824-381F-4045-8C3E-C8875D031327}"/>
          </ac:spMkLst>
        </pc:spChg>
        <pc:spChg chg="add mod">
          <ac:chgData name="Soban Najam" userId="59c411b0-ccb7-4330-99a9-29cc04a2c185" providerId="ADAL" clId="{498552E8-13B2-4ACC-BEA2-C493D7A63BC2}" dt="2022-06-15T11:17:00.733" v="6170" actId="1035"/>
          <ac:spMkLst>
            <pc:docMk/>
            <pc:sldMk cId="1960805643" sldId="264"/>
            <ac:spMk id="127" creationId="{BC4896CA-2BB7-40D3-84D4-4EB16B9A1933}"/>
          </ac:spMkLst>
        </pc:spChg>
        <pc:spChg chg="add mod">
          <ac:chgData name="Soban Najam" userId="59c411b0-ccb7-4330-99a9-29cc04a2c185" providerId="ADAL" clId="{498552E8-13B2-4ACC-BEA2-C493D7A63BC2}" dt="2022-06-15T11:17:00.733" v="6170" actId="1035"/>
          <ac:spMkLst>
            <pc:docMk/>
            <pc:sldMk cId="1960805643" sldId="264"/>
            <ac:spMk id="128" creationId="{D4850097-3444-4558-88B7-4873133B285C}"/>
          </ac:spMkLst>
        </pc:spChg>
        <pc:spChg chg="add mod">
          <ac:chgData name="Soban Najam" userId="59c411b0-ccb7-4330-99a9-29cc04a2c185" providerId="ADAL" clId="{498552E8-13B2-4ACC-BEA2-C493D7A63BC2}" dt="2022-06-15T11:17:00.733" v="6170" actId="1035"/>
          <ac:spMkLst>
            <pc:docMk/>
            <pc:sldMk cId="1960805643" sldId="264"/>
            <ac:spMk id="129" creationId="{7331F5B8-7FBD-48DF-B1EB-BF43C49A6B81}"/>
          </ac:spMkLst>
        </pc:spChg>
        <pc:spChg chg="add mod">
          <ac:chgData name="Soban Najam" userId="59c411b0-ccb7-4330-99a9-29cc04a2c185" providerId="ADAL" clId="{498552E8-13B2-4ACC-BEA2-C493D7A63BC2}" dt="2022-06-15T11:17:00.733" v="6170" actId="1035"/>
          <ac:spMkLst>
            <pc:docMk/>
            <pc:sldMk cId="1960805643" sldId="264"/>
            <ac:spMk id="130" creationId="{954A8034-9C80-4418-B87D-FA30EE2B7B99}"/>
          </ac:spMkLst>
        </pc:spChg>
        <pc:spChg chg="add mod">
          <ac:chgData name="Soban Najam" userId="59c411b0-ccb7-4330-99a9-29cc04a2c185" providerId="ADAL" clId="{498552E8-13B2-4ACC-BEA2-C493D7A63BC2}" dt="2022-06-15T11:17:00.733" v="6170" actId="1035"/>
          <ac:spMkLst>
            <pc:docMk/>
            <pc:sldMk cId="1960805643" sldId="264"/>
            <ac:spMk id="131" creationId="{CB49B2F9-28B8-4819-9467-201A1DF169D8}"/>
          </ac:spMkLst>
        </pc:spChg>
        <pc:spChg chg="add mod">
          <ac:chgData name="Soban Najam" userId="59c411b0-ccb7-4330-99a9-29cc04a2c185" providerId="ADAL" clId="{498552E8-13B2-4ACC-BEA2-C493D7A63BC2}" dt="2022-06-15T11:17:00.733" v="6170" actId="1035"/>
          <ac:spMkLst>
            <pc:docMk/>
            <pc:sldMk cId="1960805643" sldId="264"/>
            <ac:spMk id="132" creationId="{AC788C9B-5347-4668-A748-3206669A478D}"/>
          </ac:spMkLst>
        </pc:spChg>
        <pc:spChg chg="add mod">
          <ac:chgData name="Soban Najam" userId="59c411b0-ccb7-4330-99a9-29cc04a2c185" providerId="ADAL" clId="{498552E8-13B2-4ACC-BEA2-C493D7A63BC2}" dt="2022-06-15T11:17:00.733" v="6170" actId="1035"/>
          <ac:spMkLst>
            <pc:docMk/>
            <pc:sldMk cId="1960805643" sldId="264"/>
            <ac:spMk id="133" creationId="{3EEAEEC7-3999-439A-8956-3636B8114F2F}"/>
          </ac:spMkLst>
        </pc:spChg>
        <pc:spChg chg="add mod">
          <ac:chgData name="Soban Najam" userId="59c411b0-ccb7-4330-99a9-29cc04a2c185" providerId="ADAL" clId="{498552E8-13B2-4ACC-BEA2-C493D7A63BC2}" dt="2022-06-15T11:17:00.733" v="6170" actId="1035"/>
          <ac:spMkLst>
            <pc:docMk/>
            <pc:sldMk cId="1960805643" sldId="264"/>
            <ac:spMk id="134" creationId="{3B77A8BA-BD90-4E70-83AF-38A9AE8374B5}"/>
          </ac:spMkLst>
        </pc:spChg>
        <pc:spChg chg="add mod">
          <ac:chgData name="Soban Najam" userId="59c411b0-ccb7-4330-99a9-29cc04a2c185" providerId="ADAL" clId="{498552E8-13B2-4ACC-BEA2-C493D7A63BC2}" dt="2022-06-15T11:17:00.733" v="6170" actId="1035"/>
          <ac:spMkLst>
            <pc:docMk/>
            <pc:sldMk cId="1960805643" sldId="264"/>
            <ac:spMk id="135" creationId="{6A54266C-C035-484C-AF7E-661F15DC6493}"/>
          </ac:spMkLst>
        </pc:spChg>
        <pc:spChg chg="add mod">
          <ac:chgData name="Soban Najam" userId="59c411b0-ccb7-4330-99a9-29cc04a2c185" providerId="ADAL" clId="{498552E8-13B2-4ACC-BEA2-C493D7A63BC2}" dt="2022-06-15T11:17:00.733" v="6170" actId="1035"/>
          <ac:spMkLst>
            <pc:docMk/>
            <pc:sldMk cId="1960805643" sldId="264"/>
            <ac:spMk id="136" creationId="{7DAAE659-B616-4016-830F-94A1AB3D4BD6}"/>
          </ac:spMkLst>
        </pc:spChg>
        <pc:spChg chg="add mod">
          <ac:chgData name="Soban Najam" userId="59c411b0-ccb7-4330-99a9-29cc04a2c185" providerId="ADAL" clId="{498552E8-13B2-4ACC-BEA2-C493D7A63BC2}" dt="2022-06-15T11:17:00.733" v="6170" actId="1035"/>
          <ac:spMkLst>
            <pc:docMk/>
            <pc:sldMk cId="1960805643" sldId="264"/>
            <ac:spMk id="137" creationId="{1A66476E-9DBB-4818-B6A2-EC9B4D3E4FD3}"/>
          </ac:spMkLst>
        </pc:spChg>
        <pc:spChg chg="add mod">
          <ac:chgData name="Soban Najam" userId="59c411b0-ccb7-4330-99a9-29cc04a2c185" providerId="ADAL" clId="{498552E8-13B2-4ACC-BEA2-C493D7A63BC2}" dt="2022-06-15T11:17:00.733" v="6170" actId="1035"/>
          <ac:spMkLst>
            <pc:docMk/>
            <pc:sldMk cId="1960805643" sldId="264"/>
            <ac:spMk id="138" creationId="{7CFA8447-060B-440B-ADB9-EA7BD7B7AACB}"/>
          </ac:spMkLst>
        </pc:spChg>
        <pc:spChg chg="add mod">
          <ac:chgData name="Soban Najam" userId="59c411b0-ccb7-4330-99a9-29cc04a2c185" providerId="ADAL" clId="{498552E8-13B2-4ACC-BEA2-C493D7A63BC2}" dt="2022-06-15T11:17:00.733" v="6170" actId="1035"/>
          <ac:spMkLst>
            <pc:docMk/>
            <pc:sldMk cId="1960805643" sldId="264"/>
            <ac:spMk id="139" creationId="{802B2D6A-16D7-42F4-AA5A-1506162FE6F8}"/>
          </ac:spMkLst>
        </pc:spChg>
        <pc:spChg chg="add mod">
          <ac:chgData name="Soban Najam" userId="59c411b0-ccb7-4330-99a9-29cc04a2c185" providerId="ADAL" clId="{498552E8-13B2-4ACC-BEA2-C493D7A63BC2}" dt="2022-06-15T11:17:00.733" v="6170" actId="1035"/>
          <ac:spMkLst>
            <pc:docMk/>
            <pc:sldMk cId="1960805643" sldId="264"/>
            <ac:spMk id="140" creationId="{16FA9815-ADA6-4998-BC00-BB42C0F6974D}"/>
          </ac:spMkLst>
        </pc:spChg>
        <pc:spChg chg="add mod">
          <ac:chgData name="Soban Najam" userId="59c411b0-ccb7-4330-99a9-29cc04a2c185" providerId="ADAL" clId="{498552E8-13B2-4ACC-BEA2-C493D7A63BC2}" dt="2022-06-15T11:17:00.733" v="6170" actId="1035"/>
          <ac:spMkLst>
            <pc:docMk/>
            <pc:sldMk cId="1960805643" sldId="264"/>
            <ac:spMk id="141" creationId="{30ABAD29-4985-478E-8557-DFBE28AC9AC1}"/>
          </ac:spMkLst>
        </pc:spChg>
        <pc:spChg chg="add mod">
          <ac:chgData name="Soban Najam" userId="59c411b0-ccb7-4330-99a9-29cc04a2c185" providerId="ADAL" clId="{498552E8-13B2-4ACC-BEA2-C493D7A63BC2}" dt="2022-06-15T11:17:00.733" v="6170" actId="1035"/>
          <ac:spMkLst>
            <pc:docMk/>
            <pc:sldMk cId="1960805643" sldId="264"/>
            <ac:spMk id="142" creationId="{D47CCF84-E023-4E82-809E-8C06AD9F7CB5}"/>
          </ac:spMkLst>
        </pc:spChg>
        <pc:spChg chg="add mod">
          <ac:chgData name="Soban Najam" userId="59c411b0-ccb7-4330-99a9-29cc04a2c185" providerId="ADAL" clId="{498552E8-13B2-4ACC-BEA2-C493D7A63BC2}" dt="2022-06-15T11:17:00.733" v="6170" actId="1035"/>
          <ac:spMkLst>
            <pc:docMk/>
            <pc:sldMk cId="1960805643" sldId="264"/>
            <ac:spMk id="143" creationId="{3DA8FD6F-F2E2-4588-82E8-C3FB860FCC1B}"/>
          </ac:spMkLst>
        </pc:spChg>
        <pc:spChg chg="add mod">
          <ac:chgData name="Soban Najam" userId="59c411b0-ccb7-4330-99a9-29cc04a2c185" providerId="ADAL" clId="{498552E8-13B2-4ACC-BEA2-C493D7A63BC2}" dt="2022-06-15T11:17:00.733" v="6170" actId="1035"/>
          <ac:spMkLst>
            <pc:docMk/>
            <pc:sldMk cId="1960805643" sldId="264"/>
            <ac:spMk id="144" creationId="{84820B72-068F-4F4E-8F02-972C09F58DE3}"/>
          </ac:spMkLst>
        </pc:spChg>
        <pc:spChg chg="add mod">
          <ac:chgData name="Soban Najam" userId="59c411b0-ccb7-4330-99a9-29cc04a2c185" providerId="ADAL" clId="{498552E8-13B2-4ACC-BEA2-C493D7A63BC2}" dt="2022-06-15T11:17:00.733" v="6170" actId="1035"/>
          <ac:spMkLst>
            <pc:docMk/>
            <pc:sldMk cId="1960805643" sldId="264"/>
            <ac:spMk id="145" creationId="{76788F87-ABBC-47E1-9A8C-14FA4A10EF76}"/>
          </ac:spMkLst>
        </pc:spChg>
        <pc:spChg chg="add mod">
          <ac:chgData name="Soban Najam" userId="59c411b0-ccb7-4330-99a9-29cc04a2c185" providerId="ADAL" clId="{498552E8-13B2-4ACC-BEA2-C493D7A63BC2}" dt="2022-06-15T11:17:00.733" v="6170" actId="1035"/>
          <ac:spMkLst>
            <pc:docMk/>
            <pc:sldMk cId="1960805643" sldId="264"/>
            <ac:spMk id="146" creationId="{C3483596-823A-4947-AFB1-2979B0FC84EC}"/>
          </ac:spMkLst>
        </pc:spChg>
        <pc:spChg chg="add mod">
          <ac:chgData name="Soban Najam" userId="59c411b0-ccb7-4330-99a9-29cc04a2c185" providerId="ADAL" clId="{498552E8-13B2-4ACC-BEA2-C493D7A63BC2}" dt="2022-06-15T11:17:00.733" v="6170" actId="1035"/>
          <ac:spMkLst>
            <pc:docMk/>
            <pc:sldMk cId="1960805643" sldId="264"/>
            <ac:spMk id="147" creationId="{CC1048B6-E660-49DA-8320-13AABA2AE824}"/>
          </ac:spMkLst>
        </pc:spChg>
        <pc:spChg chg="add mod">
          <ac:chgData name="Soban Najam" userId="59c411b0-ccb7-4330-99a9-29cc04a2c185" providerId="ADAL" clId="{498552E8-13B2-4ACC-BEA2-C493D7A63BC2}" dt="2022-06-15T11:17:00.733" v="6170" actId="1035"/>
          <ac:spMkLst>
            <pc:docMk/>
            <pc:sldMk cId="1960805643" sldId="264"/>
            <ac:spMk id="148" creationId="{457242BC-1AD8-48CF-ACD7-CF600FD4B9F5}"/>
          </ac:spMkLst>
        </pc:spChg>
        <pc:spChg chg="add mod">
          <ac:chgData name="Soban Najam" userId="59c411b0-ccb7-4330-99a9-29cc04a2c185" providerId="ADAL" clId="{498552E8-13B2-4ACC-BEA2-C493D7A63BC2}" dt="2022-06-15T11:17:00.733" v="6170" actId="1035"/>
          <ac:spMkLst>
            <pc:docMk/>
            <pc:sldMk cId="1960805643" sldId="264"/>
            <ac:spMk id="149" creationId="{17015F74-6B8D-49D9-AD87-BCF4DE0B5904}"/>
          </ac:spMkLst>
        </pc:spChg>
        <pc:spChg chg="add mod">
          <ac:chgData name="Soban Najam" userId="59c411b0-ccb7-4330-99a9-29cc04a2c185" providerId="ADAL" clId="{498552E8-13B2-4ACC-BEA2-C493D7A63BC2}" dt="2022-06-16T06:33:17.911" v="10777" actId="313"/>
          <ac:spMkLst>
            <pc:docMk/>
            <pc:sldMk cId="1960805643" sldId="264"/>
            <ac:spMk id="150" creationId="{65145A23-0652-43B0-96E3-0E8D16432ED4}"/>
          </ac:spMkLst>
        </pc:spChg>
        <pc:spChg chg="add mod">
          <ac:chgData name="Soban Najam" userId="59c411b0-ccb7-4330-99a9-29cc04a2c185" providerId="ADAL" clId="{498552E8-13B2-4ACC-BEA2-C493D7A63BC2}" dt="2022-06-15T11:17:00.733" v="6170" actId="1035"/>
          <ac:spMkLst>
            <pc:docMk/>
            <pc:sldMk cId="1960805643" sldId="264"/>
            <ac:spMk id="151" creationId="{F979505E-B49F-4E91-84F3-5F4A81DAD252}"/>
          </ac:spMkLst>
        </pc:spChg>
        <pc:spChg chg="add mod">
          <ac:chgData name="Soban Najam" userId="59c411b0-ccb7-4330-99a9-29cc04a2c185" providerId="ADAL" clId="{498552E8-13B2-4ACC-BEA2-C493D7A63BC2}" dt="2022-06-15T11:17:00.733" v="6170" actId="1035"/>
          <ac:spMkLst>
            <pc:docMk/>
            <pc:sldMk cId="1960805643" sldId="264"/>
            <ac:spMk id="152" creationId="{A2487ED5-406A-495E-BEE0-9AB5B15B23DC}"/>
          </ac:spMkLst>
        </pc:spChg>
        <pc:spChg chg="add mod">
          <ac:chgData name="Soban Najam" userId="59c411b0-ccb7-4330-99a9-29cc04a2c185" providerId="ADAL" clId="{498552E8-13B2-4ACC-BEA2-C493D7A63BC2}" dt="2022-06-15T11:17:00.733" v="6170" actId="1035"/>
          <ac:spMkLst>
            <pc:docMk/>
            <pc:sldMk cId="1960805643" sldId="264"/>
            <ac:spMk id="153" creationId="{1F5A875D-3AE0-4796-BFC4-F91252C78247}"/>
          </ac:spMkLst>
        </pc:spChg>
        <pc:spChg chg="add mod">
          <ac:chgData name="Soban Najam" userId="59c411b0-ccb7-4330-99a9-29cc04a2c185" providerId="ADAL" clId="{498552E8-13B2-4ACC-BEA2-C493D7A63BC2}" dt="2022-06-15T11:23:51.610" v="6185" actId="1035"/>
          <ac:spMkLst>
            <pc:docMk/>
            <pc:sldMk cId="1960805643" sldId="264"/>
            <ac:spMk id="154" creationId="{17D61A59-4E4D-4D69-9854-293FC9942E31}"/>
          </ac:spMkLst>
        </pc:spChg>
        <pc:spChg chg="add mod">
          <ac:chgData name="Soban Najam" userId="59c411b0-ccb7-4330-99a9-29cc04a2c185" providerId="ADAL" clId="{498552E8-13B2-4ACC-BEA2-C493D7A63BC2}" dt="2022-06-15T11:23:51.610" v="6185" actId="1035"/>
          <ac:spMkLst>
            <pc:docMk/>
            <pc:sldMk cId="1960805643" sldId="264"/>
            <ac:spMk id="155" creationId="{5BDCC498-23CB-453D-9B75-F50C95B76A45}"/>
          </ac:spMkLst>
        </pc:spChg>
        <pc:spChg chg="add mod">
          <ac:chgData name="Soban Najam" userId="59c411b0-ccb7-4330-99a9-29cc04a2c185" providerId="ADAL" clId="{498552E8-13B2-4ACC-BEA2-C493D7A63BC2}" dt="2022-06-15T11:23:54.793" v="6191" actId="1035"/>
          <ac:spMkLst>
            <pc:docMk/>
            <pc:sldMk cId="1960805643" sldId="264"/>
            <ac:spMk id="156" creationId="{C7498248-FBE2-4B18-AA1D-D757951C6928}"/>
          </ac:spMkLst>
        </pc:spChg>
        <pc:spChg chg="add mod">
          <ac:chgData name="Soban Najam" userId="59c411b0-ccb7-4330-99a9-29cc04a2c185" providerId="ADAL" clId="{498552E8-13B2-4ACC-BEA2-C493D7A63BC2}" dt="2022-06-15T11:17:00.733" v="6170" actId="1035"/>
          <ac:spMkLst>
            <pc:docMk/>
            <pc:sldMk cId="1960805643" sldId="264"/>
            <ac:spMk id="157" creationId="{5C911C09-9BF1-464C-AB6A-2EFA09BB4325}"/>
          </ac:spMkLst>
        </pc:spChg>
        <pc:spChg chg="add mod">
          <ac:chgData name="Soban Najam" userId="59c411b0-ccb7-4330-99a9-29cc04a2c185" providerId="ADAL" clId="{498552E8-13B2-4ACC-BEA2-C493D7A63BC2}" dt="2022-06-15T11:17:00.733" v="6170" actId="1035"/>
          <ac:spMkLst>
            <pc:docMk/>
            <pc:sldMk cId="1960805643" sldId="264"/>
            <ac:spMk id="158" creationId="{E0608EBF-426F-48A4-9699-67F166A7D1E6}"/>
          </ac:spMkLst>
        </pc:spChg>
        <pc:spChg chg="add mod">
          <ac:chgData name="Soban Najam" userId="59c411b0-ccb7-4330-99a9-29cc04a2c185" providerId="ADAL" clId="{498552E8-13B2-4ACC-BEA2-C493D7A63BC2}" dt="2022-06-15T11:17:00.733" v="6170" actId="1035"/>
          <ac:spMkLst>
            <pc:docMk/>
            <pc:sldMk cId="1960805643" sldId="264"/>
            <ac:spMk id="159" creationId="{6ECE3E4B-9337-4DF9-8343-73B9078D1F03}"/>
          </ac:spMkLst>
        </pc:spChg>
        <pc:spChg chg="add mod">
          <ac:chgData name="Soban Najam" userId="59c411b0-ccb7-4330-99a9-29cc04a2c185" providerId="ADAL" clId="{498552E8-13B2-4ACC-BEA2-C493D7A63BC2}" dt="2022-06-15T11:17:00.733" v="6170" actId="1035"/>
          <ac:spMkLst>
            <pc:docMk/>
            <pc:sldMk cId="1960805643" sldId="264"/>
            <ac:spMk id="160" creationId="{9AC976C5-4C01-4565-89B8-AB933E824858}"/>
          </ac:spMkLst>
        </pc:spChg>
        <pc:spChg chg="add mod">
          <ac:chgData name="Soban Najam" userId="59c411b0-ccb7-4330-99a9-29cc04a2c185" providerId="ADAL" clId="{498552E8-13B2-4ACC-BEA2-C493D7A63BC2}" dt="2022-06-15T11:17:00.733" v="6170" actId="1035"/>
          <ac:spMkLst>
            <pc:docMk/>
            <pc:sldMk cId="1960805643" sldId="264"/>
            <ac:spMk id="161" creationId="{9EF737BE-3F74-4030-A01B-B36AD88A8AF6}"/>
          </ac:spMkLst>
        </pc:spChg>
        <pc:spChg chg="add mod">
          <ac:chgData name="Soban Najam" userId="59c411b0-ccb7-4330-99a9-29cc04a2c185" providerId="ADAL" clId="{498552E8-13B2-4ACC-BEA2-C493D7A63BC2}" dt="2022-06-15T11:17:00.733" v="6170" actId="1035"/>
          <ac:spMkLst>
            <pc:docMk/>
            <pc:sldMk cId="1960805643" sldId="264"/>
            <ac:spMk id="162" creationId="{034B3136-EFCA-434B-B930-FEBD287759FF}"/>
          </ac:spMkLst>
        </pc:spChg>
        <pc:spChg chg="add mod">
          <ac:chgData name="Soban Najam" userId="59c411b0-ccb7-4330-99a9-29cc04a2c185" providerId="ADAL" clId="{498552E8-13B2-4ACC-BEA2-C493D7A63BC2}" dt="2022-06-15T11:23:51.610" v="6185" actId="1035"/>
          <ac:spMkLst>
            <pc:docMk/>
            <pc:sldMk cId="1960805643" sldId="264"/>
            <ac:spMk id="163" creationId="{C8970DA5-72A6-4759-8E17-9F5EF61A39FC}"/>
          </ac:spMkLst>
        </pc:spChg>
        <pc:spChg chg="add mod">
          <ac:chgData name="Soban Najam" userId="59c411b0-ccb7-4330-99a9-29cc04a2c185" providerId="ADAL" clId="{498552E8-13B2-4ACC-BEA2-C493D7A63BC2}" dt="2022-06-15T11:23:51.610" v="6185" actId="1035"/>
          <ac:spMkLst>
            <pc:docMk/>
            <pc:sldMk cId="1960805643" sldId="264"/>
            <ac:spMk id="164" creationId="{50443F6A-2611-472A-8ABB-D29417B8F655}"/>
          </ac:spMkLst>
        </pc:spChg>
        <pc:spChg chg="add mod">
          <ac:chgData name="Soban Najam" userId="59c411b0-ccb7-4330-99a9-29cc04a2c185" providerId="ADAL" clId="{498552E8-13B2-4ACC-BEA2-C493D7A63BC2}" dt="2022-06-15T11:23:54.793" v="6191" actId="1035"/>
          <ac:spMkLst>
            <pc:docMk/>
            <pc:sldMk cId="1960805643" sldId="264"/>
            <ac:spMk id="165" creationId="{8F327727-5B19-4A62-A38C-6F73C6385D93}"/>
          </ac:spMkLst>
        </pc:spChg>
        <pc:spChg chg="add mod">
          <ac:chgData name="Soban Najam" userId="59c411b0-ccb7-4330-99a9-29cc04a2c185" providerId="ADAL" clId="{498552E8-13B2-4ACC-BEA2-C493D7A63BC2}" dt="2022-06-15T11:17:00.733" v="6170" actId="1035"/>
          <ac:spMkLst>
            <pc:docMk/>
            <pc:sldMk cId="1960805643" sldId="264"/>
            <ac:spMk id="166" creationId="{2121DF1B-86E5-4328-ACCF-8F4A1DFD70D3}"/>
          </ac:spMkLst>
        </pc:spChg>
        <pc:spChg chg="add mod">
          <ac:chgData name="Soban Najam" userId="59c411b0-ccb7-4330-99a9-29cc04a2c185" providerId="ADAL" clId="{498552E8-13B2-4ACC-BEA2-C493D7A63BC2}" dt="2022-06-15T11:17:00.733" v="6170" actId="1035"/>
          <ac:spMkLst>
            <pc:docMk/>
            <pc:sldMk cId="1960805643" sldId="264"/>
            <ac:spMk id="167" creationId="{C207D8D2-6D68-4BF1-B70B-9B4A070969BA}"/>
          </ac:spMkLst>
        </pc:spChg>
        <pc:spChg chg="add mod">
          <ac:chgData name="Soban Najam" userId="59c411b0-ccb7-4330-99a9-29cc04a2c185" providerId="ADAL" clId="{498552E8-13B2-4ACC-BEA2-C493D7A63BC2}" dt="2022-06-15T11:17:00.733" v="6170" actId="1035"/>
          <ac:spMkLst>
            <pc:docMk/>
            <pc:sldMk cId="1960805643" sldId="264"/>
            <ac:spMk id="168" creationId="{E70B1632-3E8C-4D51-A7B3-D851FFA2613F}"/>
          </ac:spMkLst>
        </pc:spChg>
        <pc:spChg chg="add mod">
          <ac:chgData name="Soban Najam" userId="59c411b0-ccb7-4330-99a9-29cc04a2c185" providerId="ADAL" clId="{498552E8-13B2-4ACC-BEA2-C493D7A63BC2}" dt="2022-06-15T11:17:00.733" v="6170" actId="1035"/>
          <ac:spMkLst>
            <pc:docMk/>
            <pc:sldMk cId="1960805643" sldId="264"/>
            <ac:spMk id="169" creationId="{B447B1CC-BAAE-484D-9B29-91CD50D46EC4}"/>
          </ac:spMkLst>
        </pc:spChg>
        <pc:spChg chg="add mod">
          <ac:chgData name="Soban Najam" userId="59c411b0-ccb7-4330-99a9-29cc04a2c185" providerId="ADAL" clId="{498552E8-13B2-4ACC-BEA2-C493D7A63BC2}" dt="2022-06-15T11:17:00.733" v="6170" actId="1035"/>
          <ac:spMkLst>
            <pc:docMk/>
            <pc:sldMk cId="1960805643" sldId="264"/>
            <ac:spMk id="170" creationId="{DE6A1AAA-D63C-40DF-B74F-8FFBDE6EDC96}"/>
          </ac:spMkLst>
        </pc:spChg>
        <pc:spChg chg="add mod">
          <ac:chgData name="Soban Najam" userId="59c411b0-ccb7-4330-99a9-29cc04a2c185" providerId="ADAL" clId="{498552E8-13B2-4ACC-BEA2-C493D7A63BC2}" dt="2022-06-15T11:17:00.733" v="6170" actId="1035"/>
          <ac:spMkLst>
            <pc:docMk/>
            <pc:sldMk cId="1960805643" sldId="264"/>
            <ac:spMk id="171" creationId="{2726163F-0D91-4B0C-B3B5-BF3921962BA9}"/>
          </ac:spMkLst>
        </pc:spChg>
        <pc:spChg chg="mod">
          <ac:chgData name="Soban Najam" userId="59c411b0-ccb7-4330-99a9-29cc04a2c185" providerId="ADAL" clId="{498552E8-13B2-4ACC-BEA2-C493D7A63BC2}" dt="2023-04-12T13:41:44.044" v="12392"/>
          <ac:spMkLst>
            <pc:docMk/>
            <pc:sldMk cId="1960805643" sldId="264"/>
            <ac:spMk id="174" creationId="{38EB8FD4-A235-4D7E-BB84-757F7F8CD780}"/>
          </ac:spMkLst>
        </pc:spChg>
        <pc:spChg chg="add mod">
          <ac:chgData name="Soban Najam" userId="59c411b0-ccb7-4330-99a9-29cc04a2c185" providerId="ADAL" clId="{498552E8-13B2-4ACC-BEA2-C493D7A63BC2}" dt="2022-06-16T12:59:33.882" v="11819" actId="20577"/>
          <ac:spMkLst>
            <pc:docMk/>
            <pc:sldMk cId="1960805643" sldId="264"/>
            <ac:spMk id="176" creationId="{72009885-DF27-4E66-8D63-10163CC0E4ED}"/>
          </ac:spMkLst>
        </pc:spChg>
        <pc:spChg chg="add mod">
          <ac:chgData name="Soban Najam" userId="59c411b0-ccb7-4330-99a9-29cc04a2c185" providerId="ADAL" clId="{498552E8-13B2-4ACC-BEA2-C493D7A63BC2}" dt="2022-06-16T13:00:08.616" v="11839" actId="20577"/>
          <ac:spMkLst>
            <pc:docMk/>
            <pc:sldMk cId="1960805643" sldId="264"/>
            <ac:spMk id="177" creationId="{9393B238-BDB3-4346-8183-BB399A5B0F22}"/>
          </ac:spMkLst>
        </pc:spChg>
        <pc:spChg chg="add mod">
          <ac:chgData name="Soban Najam" userId="59c411b0-ccb7-4330-99a9-29cc04a2c185" providerId="ADAL" clId="{498552E8-13B2-4ACC-BEA2-C493D7A63BC2}" dt="2022-06-16T12:59:50.078" v="11821" actId="20577"/>
          <ac:spMkLst>
            <pc:docMk/>
            <pc:sldMk cId="1960805643" sldId="264"/>
            <ac:spMk id="178" creationId="{3ACAF111-5518-4C7F-ACC0-E3047EADB502}"/>
          </ac:spMkLst>
        </pc:spChg>
        <pc:spChg chg="mod">
          <ac:chgData name="Soban Najam" userId="59c411b0-ccb7-4330-99a9-29cc04a2c185" providerId="ADAL" clId="{498552E8-13B2-4ACC-BEA2-C493D7A63BC2}" dt="2023-04-12T13:42:01.697" v="12396"/>
          <ac:spMkLst>
            <pc:docMk/>
            <pc:sldMk cId="1960805643" sldId="264"/>
            <ac:spMk id="180" creationId="{D516A52F-D200-408D-A387-47804B7C0563}"/>
          </ac:spMkLst>
        </pc:spChg>
        <pc:cxnChg chg="add mod">
          <ac:chgData name="Soban Najam" userId="59c411b0-ccb7-4330-99a9-29cc04a2c185" providerId="ADAL" clId="{498552E8-13B2-4ACC-BEA2-C493D7A63BC2}" dt="2022-06-15T11:34:00.033" v="6225" actId="14100"/>
          <ac:cxnSpMkLst>
            <pc:docMk/>
            <pc:sldMk cId="1960805643" sldId="264"/>
            <ac:cxnSpMk id="4" creationId="{9380680D-97B2-4E8C-8363-3A6789952A55}"/>
          </ac:cxnSpMkLst>
        </pc:cxnChg>
        <pc:cxnChg chg="add del mod">
          <ac:chgData name="Soban Najam" userId="59c411b0-ccb7-4330-99a9-29cc04a2c185" providerId="ADAL" clId="{498552E8-13B2-4ACC-BEA2-C493D7A63BC2}" dt="2022-06-12T08:10:29.617" v="4918" actId="478"/>
          <ac:cxnSpMkLst>
            <pc:docMk/>
            <pc:sldMk cId="1960805643" sldId="264"/>
            <ac:cxnSpMk id="34" creationId="{AF0F087B-CE77-41BD-916A-98FF7530187D}"/>
          </ac:cxnSpMkLst>
        </pc:cxnChg>
        <pc:cxnChg chg="del">
          <ac:chgData name="Soban Najam" userId="59c411b0-ccb7-4330-99a9-29cc04a2c185" providerId="ADAL" clId="{498552E8-13B2-4ACC-BEA2-C493D7A63BC2}" dt="2022-06-12T08:08:18.409" v="4786" actId="478"/>
          <ac:cxnSpMkLst>
            <pc:docMk/>
            <pc:sldMk cId="1960805643" sldId="264"/>
            <ac:cxnSpMk id="38" creationId="{DD732A96-F673-4BC5-8358-8FBFB0843A22}"/>
          </ac:cxnSpMkLst>
        </pc:cxnChg>
        <pc:cxnChg chg="del mod">
          <ac:chgData name="Soban Najam" userId="59c411b0-ccb7-4330-99a9-29cc04a2c185" providerId="ADAL" clId="{498552E8-13B2-4ACC-BEA2-C493D7A63BC2}" dt="2022-06-12T08:08:18.409" v="4786" actId="478"/>
          <ac:cxnSpMkLst>
            <pc:docMk/>
            <pc:sldMk cId="1960805643" sldId="264"/>
            <ac:cxnSpMk id="46" creationId="{6BB2F7E4-E0D1-431E-8FDE-21A2C9CB64FC}"/>
          </ac:cxnSpMkLst>
        </pc:cxnChg>
        <pc:cxnChg chg="add mod">
          <ac:chgData name="Soban Najam" userId="59c411b0-ccb7-4330-99a9-29cc04a2c185" providerId="ADAL" clId="{498552E8-13B2-4ACC-BEA2-C493D7A63BC2}" dt="2022-06-15T11:33:56.324" v="6224" actId="14100"/>
          <ac:cxnSpMkLst>
            <pc:docMk/>
            <pc:sldMk cId="1960805643" sldId="264"/>
            <ac:cxnSpMk id="172" creationId="{9D467F68-F5FA-4ADE-981F-2F1457B4CCAE}"/>
          </ac:cxnSpMkLst>
        </pc:cxnChg>
        <pc:cxnChg chg="add mod">
          <ac:chgData name="Soban Najam" userId="59c411b0-ccb7-4330-99a9-29cc04a2c185" providerId="ADAL" clId="{498552E8-13B2-4ACC-BEA2-C493D7A63BC2}" dt="2022-06-15T11:33:50.298" v="6222" actId="208"/>
          <ac:cxnSpMkLst>
            <pc:docMk/>
            <pc:sldMk cId="1960805643" sldId="264"/>
            <ac:cxnSpMk id="173" creationId="{7E880889-9FF3-4AF9-ABC4-4F01FF1F96BD}"/>
          </ac:cxnSpMkLst>
        </pc:cxnChg>
      </pc:sldChg>
      <pc:sldChg chg="addSp delSp modSp add mod modAnim">
        <pc:chgData name="Soban Najam" userId="59c411b0-ccb7-4330-99a9-29cc04a2c185" providerId="ADAL" clId="{498552E8-13B2-4ACC-BEA2-C493D7A63BC2}" dt="2023-04-12T21:29:01.200" v="12659"/>
        <pc:sldMkLst>
          <pc:docMk/>
          <pc:sldMk cId="154443904" sldId="265"/>
        </pc:sldMkLst>
        <pc:spChg chg="mod">
          <ac:chgData name="Soban Najam" userId="59c411b0-ccb7-4330-99a9-29cc04a2c185" providerId="ADAL" clId="{498552E8-13B2-4ACC-BEA2-C493D7A63BC2}" dt="2023-04-12T21:29:01.200" v="12659"/>
          <ac:spMkLst>
            <pc:docMk/>
            <pc:sldMk cId="154443904" sldId="265"/>
            <ac:spMk id="6" creationId="{628BBA39-824D-488B-AE10-EB9F908C928A}"/>
          </ac:spMkLst>
        </pc:spChg>
        <pc:spChg chg="mod">
          <ac:chgData name="Soban Najam" userId="59c411b0-ccb7-4330-99a9-29cc04a2c185" providerId="ADAL" clId="{498552E8-13B2-4ACC-BEA2-C493D7A63BC2}" dt="2022-06-15T15:26:34.411" v="8250" actId="165"/>
          <ac:spMkLst>
            <pc:docMk/>
            <pc:sldMk cId="154443904" sldId="265"/>
            <ac:spMk id="20" creationId="{23AB67D2-8388-4CCB-B08A-E5DFA15ABA12}"/>
          </ac:spMkLst>
        </pc:spChg>
        <pc:spChg chg="mod">
          <ac:chgData name="Soban Najam" userId="59c411b0-ccb7-4330-99a9-29cc04a2c185" providerId="ADAL" clId="{498552E8-13B2-4ACC-BEA2-C493D7A63BC2}" dt="2022-06-15T15:26:34.411" v="8250" actId="165"/>
          <ac:spMkLst>
            <pc:docMk/>
            <pc:sldMk cId="154443904" sldId="265"/>
            <ac:spMk id="21" creationId="{8EF84862-5F83-4379-AAF5-BDEFAD0076CB}"/>
          </ac:spMkLst>
        </pc:spChg>
        <pc:spChg chg="mod">
          <ac:chgData name="Soban Najam" userId="59c411b0-ccb7-4330-99a9-29cc04a2c185" providerId="ADAL" clId="{498552E8-13B2-4ACC-BEA2-C493D7A63BC2}" dt="2022-06-15T15:26:34.411" v="8250" actId="165"/>
          <ac:spMkLst>
            <pc:docMk/>
            <pc:sldMk cId="154443904" sldId="265"/>
            <ac:spMk id="22" creationId="{D5BCB609-858D-455A-B188-D478AC2820BF}"/>
          </ac:spMkLst>
        </pc:spChg>
        <pc:spChg chg="add del mod">
          <ac:chgData name="Soban Najam" userId="59c411b0-ccb7-4330-99a9-29cc04a2c185" providerId="ADAL" clId="{498552E8-13B2-4ACC-BEA2-C493D7A63BC2}" dt="2022-06-15T13:03:25.971" v="7221" actId="478"/>
          <ac:spMkLst>
            <pc:docMk/>
            <pc:sldMk cId="154443904" sldId="265"/>
            <ac:spMk id="23" creationId="{49030DF8-2230-4D62-865B-60B31AF8D2DE}"/>
          </ac:spMkLst>
        </pc:spChg>
        <pc:spChg chg="mod">
          <ac:chgData name="Soban Najam" userId="59c411b0-ccb7-4330-99a9-29cc04a2c185" providerId="ADAL" clId="{498552E8-13B2-4ACC-BEA2-C493D7A63BC2}" dt="2022-06-15T15:26:34.411" v="8250" actId="165"/>
          <ac:spMkLst>
            <pc:docMk/>
            <pc:sldMk cId="154443904" sldId="265"/>
            <ac:spMk id="25" creationId="{AF919B49-5431-4089-9658-F68FE4DB6A8E}"/>
          </ac:spMkLst>
        </pc:spChg>
        <pc:spChg chg="mod">
          <ac:chgData name="Soban Najam" userId="59c411b0-ccb7-4330-99a9-29cc04a2c185" providerId="ADAL" clId="{498552E8-13B2-4ACC-BEA2-C493D7A63BC2}" dt="2022-06-15T15:26:34.411" v="8250" actId="165"/>
          <ac:spMkLst>
            <pc:docMk/>
            <pc:sldMk cId="154443904" sldId="265"/>
            <ac:spMk id="26" creationId="{10667C96-BA52-4481-91E7-C37F2C7E51CF}"/>
          </ac:spMkLst>
        </pc:spChg>
        <pc:spChg chg="mod">
          <ac:chgData name="Soban Najam" userId="59c411b0-ccb7-4330-99a9-29cc04a2c185" providerId="ADAL" clId="{498552E8-13B2-4ACC-BEA2-C493D7A63BC2}" dt="2022-06-15T15:26:34.411" v="8250" actId="165"/>
          <ac:spMkLst>
            <pc:docMk/>
            <pc:sldMk cId="154443904" sldId="265"/>
            <ac:spMk id="27" creationId="{43F858C5-FB49-454C-8B98-A59DC4C2D537}"/>
          </ac:spMkLst>
        </pc:spChg>
        <pc:spChg chg="del">
          <ac:chgData name="Soban Najam" userId="59c411b0-ccb7-4330-99a9-29cc04a2c185" providerId="ADAL" clId="{498552E8-13B2-4ACC-BEA2-C493D7A63BC2}" dt="2022-06-15T12:22:09.245" v="6687" actId="478"/>
          <ac:spMkLst>
            <pc:docMk/>
            <pc:sldMk cId="154443904" sldId="265"/>
            <ac:spMk id="28" creationId="{DE5140AA-C6D5-4657-BEDA-800133BC232F}"/>
          </ac:spMkLst>
        </pc:spChg>
        <pc:spChg chg="mod">
          <ac:chgData name="Soban Najam" userId="59c411b0-ccb7-4330-99a9-29cc04a2c185" providerId="ADAL" clId="{498552E8-13B2-4ACC-BEA2-C493D7A63BC2}" dt="2022-06-15T15:26:34.411" v="8250" actId="165"/>
          <ac:spMkLst>
            <pc:docMk/>
            <pc:sldMk cId="154443904" sldId="265"/>
            <ac:spMk id="30" creationId="{3C857A09-8A02-480E-86F7-3BFCE83A8297}"/>
          </ac:spMkLst>
        </pc:spChg>
        <pc:spChg chg="mod">
          <ac:chgData name="Soban Najam" userId="59c411b0-ccb7-4330-99a9-29cc04a2c185" providerId="ADAL" clId="{498552E8-13B2-4ACC-BEA2-C493D7A63BC2}" dt="2022-06-15T15:26:34.411" v="8250" actId="165"/>
          <ac:spMkLst>
            <pc:docMk/>
            <pc:sldMk cId="154443904" sldId="265"/>
            <ac:spMk id="31" creationId="{8AB6317C-488F-4BB7-ACAE-B93242600372}"/>
          </ac:spMkLst>
        </pc:spChg>
        <pc:spChg chg="mod">
          <ac:chgData name="Soban Najam" userId="59c411b0-ccb7-4330-99a9-29cc04a2c185" providerId="ADAL" clId="{498552E8-13B2-4ACC-BEA2-C493D7A63BC2}" dt="2022-06-15T15:26:34.411" v="8250" actId="165"/>
          <ac:spMkLst>
            <pc:docMk/>
            <pc:sldMk cId="154443904" sldId="265"/>
            <ac:spMk id="32" creationId="{D2C9D2F8-1FED-4ABE-9B69-BD10BA9EB010}"/>
          </ac:spMkLst>
        </pc:spChg>
        <pc:spChg chg="mod">
          <ac:chgData name="Soban Najam" userId="59c411b0-ccb7-4330-99a9-29cc04a2c185" providerId="ADAL" clId="{498552E8-13B2-4ACC-BEA2-C493D7A63BC2}" dt="2023-04-12T21:29:01.200" v="12659"/>
          <ac:spMkLst>
            <pc:docMk/>
            <pc:sldMk cId="154443904" sldId="265"/>
            <ac:spMk id="33" creationId="{B32E8F88-790A-4593-8695-4EFDE8511E3D}"/>
          </ac:spMkLst>
        </pc:spChg>
        <pc:spChg chg="add mod">
          <ac:chgData name="Soban Najam" userId="59c411b0-ccb7-4330-99a9-29cc04a2c185" providerId="ADAL" clId="{498552E8-13B2-4ACC-BEA2-C493D7A63BC2}" dt="2023-04-12T21:29:01.200" v="12659"/>
          <ac:spMkLst>
            <pc:docMk/>
            <pc:sldMk cId="154443904" sldId="265"/>
            <ac:spMk id="34" creationId="{EE5CD2F8-8AA2-4632-A8EE-6FB79D748160}"/>
          </ac:spMkLst>
        </pc:spChg>
        <pc:spChg chg="add mod">
          <ac:chgData name="Soban Najam" userId="59c411b0-ccb7-4330-99a9-29cc04a2c185" providerId="ADAL" clId="{498552E8-13B2-4ACC-BEA2-C493D7A63BC2}" dt="2023-04-12T21:29:01.200" v="12659"/>
          <ac:spMkLst>
            <pc:docMk/>
            <pc:sldMk cId="154443904" sldId="265"/>
            <ac:spMk id="35" creationId="{79C3C73C-45D8-4171-BDF5-A5AD2BB862C1}"/>
          </ac:spMkLst>
        </pc:spChg>
        <pc:spChg chg="add mod">
          <ac:chgData name="Soban Najam" userId="59c411b0-ccb7-4330-99a9-29cc04a2c185" providerId="ADAL" clId="{498552E8-13B2-4ACC-BEA2-C493D7A63BC2}" dt="2023-04-12T21:29:01.200" v="12659"/>
          <ac:spMkLst>
            <pc:docMk/>
            <pc:sldMk cId="154443904" sldId="265"/>
            <ac:spMk id="36" creationId="{8F0C5F4B-91E5-461B-BE48-FF17280B0F88}"/>
          </ac:spMkLst>
        </pc:spChg>
        <pc:grpChg chg="add del mod">
          <ac:chgData name="Soban Najam" userId="59c411b0-ccb7-4330-99a9-29cc04a2c185" providerId="ADAL" clId="{498552E8-13B2-4ACC-BEA2-C493D7A63BC2}" dt="2022-06-15T15:26:34.411" v="8250" actId="165"/>
          <ac:grpSpMkLst>
            <pc:docMk/>
            <pc:sldMk cId="154443904" sldId="265"/>
            <ac:grpSpMk id="2" creationId="{533FC831-A889-468D-8A29-7B9B54684D74}"/>
          </ac:grpSpMkLst>
        </pc:grpChg>
        <pc:grpChg chg="add del mod topLvl">
          <ac:chgData name="Soban Najam" userId="59c411b0-ccb7-4330-99a9-29cc04a2c185" providerId="ADAL" clId="{498552E8-13B2-4ACC-BEA2-C493D7A63BC2}" dt="2022-06-15T15:26:37.715" v="8252" actId="478"/>
          <ac:grpSpMkLst>
            <pc:docMk/>
            <pc:sldMk cId="154443904" sldId="265"/>
            <ac:grpSpMk id="3" creationId="{929EE5E3-B19D-441D-B45C-B886B1ABA3E9}"/>
          </ac:grpSpMkLst>
        </pc:grpChg>
        <pc:grpChg chg="mod topLvl">
          <ac:chgData name="Soban Najam" userId="59c411b0-ccb7-4330-99a9-29cc04a2c185" providerId="ADAL" clId="{498552E8-13B2-4ACC-BEA2-C493D7A63BC2}" dt="2022-06-15T15:26:34.411" v="8250" actId="165"/>
          <ac:grpSpMkLst>
            <pc:docMk/>
            <pc:sldMk cId="154443904" sldId="265"/>
            <ac:grpSpMk id="10" creationId="{5C413097-9F08-410F-85A6-E400DD6B4B27}"/>
          </ac:grpSpMkLst>
        </pc:grpChg>
        <pc:grpChg chg="mod topLvl">
          <ac:chgData name="Soban Najam" userId="59c411b0-ccb7-4330-99a9-29cc04a2c185" providerId="ADAL" clId="{498552E8-13B2-4ACC-BEA2-C493D7A63BC2}" dt="2022-06-15T15:26:34.411" v="8250" actId="165"/>
          <ac:grpSpMkLst>
            <pc:docMk/>
            <pc:sldMk cId="154443904" sldId="265"/>
            <ac:grpSpMk id="11" creationId="{4CA1FB92-DF4E-4FF9-B279-30D61F5F5632}"/>
          </ac:grpSpMkLst>
        </pc:grpChg>
        <pc:grpChg chg="mod">
          <ac:chgData name="Soban Najam" userId="59c411b0-ccb7-4330-99a9-29cc04a2c185" providerId="ADAL" clId="{498552E8-13B2-4ACC-BEA2-C493D7A63BC2}" dt="2022-06-15T15:26:34.411" v="8250" actId="165"/>
          <ac:grpSpMkLst>
            <pc:docMk/>
            <pc:sldMk cId="154443904" sldId="265"/>
            <ac:grpSpMk id="19" creationId="{9A6D3417-A093-457F-B66F-E5DFE4D116C8}"/>
          </ac:grpSpMkLst>
        </pc:grpChg>
        <pc:grpChg chg="mod">
          <ac:chgData name="Soban Najam" userId="59c411b0-ccb7-4330-99a9-29cc04a2c185" providerId="ADAL" clId="{498552E8-13B2-4ACC-BEA2-C493D7A63BC2}" dt="2022-06-15T15:26:34.411" v="8250" actId="165"/>
          <ac:grpSpMkLst>
            <pc:docMk/>
            <pc:sldMk cId="154443904" sldId="265"/>
            <ac:grpSpMk id="24" creationId="{76359E7E-9900-47F9-AA8A-F1E00C3F4389}"/>
          </ac:grpSpMkLst>
        </pc:grpChg>
        <pc:grpChg chg="mod">
          <ac:chgData name="Soban Najam" userId="59c411b0-ccb7-4330-99a9-29cc04a2c185" providerId="ADAL" clId="{498552E8-13B2-4ACC-BEA2-C493D7A63BC2}" dt="2022-06-15T15:26:34.411" v="8250" actId="165"/>
          <ac:grpSpMkLst>
            <pc:docMk/>
            <pc:sldMk cId="154443904" sldId="265"/>
            <ac:grpSpMk id="29" creationId="{BB6B8244-7D38-4F19-8B61-134CB56CA563}"/>
          </ac:grpSpMkLst>
        </pc:grpChg>
      </pc:sldChg>
      <pc:sldChg chg="add del">
        <pc:chgData name="Soban Najam" userId="59c411b0-ccb7-4330-99a9-29cc04a2c185" providerId="ADAL" clId="{498552E8-13B2-4ACC-BEA2-C493D7A63BC2}" dt="2022-06-15T11:57:00.620" v="6682" actId="47"/>
        <pc:sldMkLst>
          <pc:docMk/>
          <pc:sldMk cId="795968952" sldId="265"/>
        </pc:sldMkLst>
      </pc:sldChg>
      <pc:sldChg chg="del">
        <pc:chgData name="Soban Najam" userId="59c411b0-ccb7-4330-99a9-29cc04a2c185" providerId="ADAL" clId="{498552E8-13B2-4ACC-BEA2-C493D7A63BC2}" dt="2022-06-09T12:13:51.549" v="403" actId="47"/>
        <pc:sldMkLst>
          <pc:docMk/>
          <pc:sldMk cId="3427247558" sldId="265"/>
        </pc:sldMkLst>
      </pc:sldChg>
      <pc:sldChg chg="addSp delSp modSp add mod delAnim modAnim">
        <pc:chgData name="Soban Najam" userId="59c411b0-ccb7-4330-99a9-29cc04a2c185" providerId="ADAL" clId="{498552E8-13B2-4ACC-BEA2-C493D7A63BC2}" dt="2023-04-12T21:29:01.200" v="12659"/>
        <pc:sldMkLst>
          <pc:docMk/>
          <pc:sldMk cId="278076207" sldId="266"/>
        </pc:sldMkLst>
        <pc:spChg chg="del">
          <ac:chgData name="Soban Najam" userId="59c411b0-ccb7-4330-99a9-29cc04a2c185" providerId="ADAL" clId="{498552E8-13B2-4ACC-BEA2-C493D7A63BC2}" dt="2022-06-15T15:29:41.158" v="8258" actId="478"/>
          <ac:spMkLst>
            <pc:docMk/>
            <pc:sldMk cId="278076207" sldId="266"/>
            <ac:spMk id="2" creationId="{D68C4A71-04B7-4D5B-AE3A-7648566AF9F8}"/>
          </ac:spMkLst>
        </pc:spChg>
        <pc:spChg chg="mod">
          <ac:chgData name="Soban Najam" userId="59c411b0-ccb7-4330-99a9-29cc04a2c185" providerId="ADAL" clId="{498552E8-13B2-4ACC-BEA2-C493D7A63BC2}" dt="2023-04-12T21:29:01.200" v="12659"/>
          <ac:spMkLst>
            <pc:docMk/>
            <pc:sldMk cId="278076207" sldId="266"/>
            <ac:spMk id="5" creationId="{680D5784-AAC3-43E5-B3C6-8A9D8CB6CE29}"/>
          </ac:spMkLst>
        </pc:spChg>
        <pc:spChg chg="mod">
          <ac:chgData name="Soban Najam" userId="59c411b0-ccb7-4330-99a9-29cc04a2c185" providerId="ADAL" clId="{498552E8-13B2-4ACC-BEA2-C493D7A63BC2}" dt="2023-04-12T21:29:01.200" v="12659"/>
          <ac:spMkLst>
            <pc:docMk/>
            <pc:sldMk cId="278076207" sldId="266"/>
            <ac:spMk id="6" creationId="{628BBA39-824D-488B-AE10-EB9F908C928A}"/>
          </ac:spMkLst>
        </pc:spChg>
        <pc:spChg chg="del">
          <ac:chgData name="Soban Najam" userId="59c411b0-ccb7-4330-99a9-29cc04a2c185" providerId="ADAL" clId="{498552E8-13B2-4ACC-BEA2-C493D7A63BC2}" dt="2022-06-15T15:29:41.158" v="8258" actId="478"/>
          <ac:spMkLst>
            <pc:docMk/>
            <pc:sldMk cId="278076207" sldId="266"/>
            <ac:spMk id="13" creationId="{37EF894A-A72C-40B9-88F8-E409AB6FDF56}"/>
          </ac:spMkLst>
        </pc:spChg>
        <pc:spChg chg="del">
          <ac:chgData name="Soban Najam" userId="59c411b0-ccb7-4330-99a9-29cc04a2c185" providerId="ADAL" clId="{498552E8-13B2-4ACC-BEA2-C493D7A63BC2}" dt="2022-06-15T15:29:41.158" v="8258" actId="478"/>
          <ac:spMkLst>
            <pc:docMk/>
            <pc:sldMk cId="278076207" sldId="266"/>
            <ac:spMk id="14" creationId="{CD9A0C5D-AFA1-4E6F-9616-D2FA84C55820}"/>
          </ac:spMkLst>
        </pc:spChg>
        <pc:spChg chg="del">
          <ac:chgData name="Soban Najam" userId="59c411b0-ccb7-4330-99a9-29cc04a2c185" providerId="ADAL" clId="{498552E8-13B2-4ACC-BEA2-C493D7A63BC2}" dt="2022-06-15T15:29:41.158" v="8258" actId="478"/>
          <ac:spMkLst>
            <pc:docMk/>
            <pc:sldMk cId="278076207" sldId="266"/>
            <ac:spMk id="15" creationId="{2ED3DC69-9C6F-40E7-9F12-25E6BA99E0DF}"/>
          </ac:spMkLst>
        </pc:spChg>
        <pc:spChg chg="del">
          <ac:chgData name="Soban Najam" userId="59c411b0-ccb7-4330-99a9-29cc04a2c185" providerId="ADAL" clId="{498552E8-13B2-4ACC-BEA2-C493D7A63BC2}" dt="2022-06-15T15:29:41.158" v="8258" actId="478"/>
          <ac:spMkLst>
            <pc:docMk/>
            <pc:sldMk cId="278076207" sldId="266"/>
            <ac:spMk id="16" creationId="{85A7F4D2-017D-47E8-A3D2-61DB186C02C1}"/>
          </ac:spMkLst>
        </pc:spChg>
        <pc:spChg chg="del">
          <ac:chgData name="Soban Najam" userId="59c411b0-ccb7-4330-99a9-29cc04a2c185" providerId="ADAL" clId="{498552E8-13B2-4ACC-BEA2-C493D7A63BC2}" dt="2022-06-15T15:29:41.158" v="8258" actId="478"/>
          <ac:spMkLst>
            <pc:docMk/>
            <pc:sldMk cId="278076207" sldId="266"/>
            <ac:spMk id="17" creationId="{F50A5E2D-7240-4DED-B4D5-F2ACBD1571FE}"/>
          </ac:spMkLst>
        </pc:spChg>
        <pc:spChg chg="del">
          <ac:chgData name="Soban Najam" userId="59c411b0-ccb7-4330-99a9-29cc04a2c185" providerId="ADAL" clId="{498552E8-13B2-4ACC-BEA2-C493D7A63BC2}" dt="2022-06-15T15:29:41.158" v="8258" actId="478"/>
          <ac:spMkLst>
            <pc:docMk/>
            <pc:sldMk cId="278076207" sldId="266"/>
            <ac:spMk id="18" creationId="{123202FA-ADF6-4F3F-AEE8-56DA9DF16743}"/>
          </ac:spMkLst>
        </pc:spChg>
        <pc:spChg chg="del">
          <ac:chgData name="Soban Najam" userId="59c411b0-ccb7-4330-99a9-29cc04a2c185" providerId="ADAL" clId="{498552E8-13B2-4ACC-BEA2-C493D7A63BC2}" dt="2022-06-15T15:29:41.158" v="8258" actId="478"/>
          <ac:spMkLst>
            <pc:docMk/>
            <pc:sldMk cId="278076207" sldId="266"/>
            <ac:spMk id="19" creationId="{C00519C1-47C2-4E59-8686-74A79C906A24}"/>
          </ac:spMkLst>
        </pc:spChg>
        <pc:spChg chg="del">
          <ac:chgData name="Soban Najam" userId="59c411b0-ccb7-4330-99a9-29cc04a2c185" providerId="ADAL" clId="{498552E8-13B2-4ACC-BEA2-C493D7A63BC2}" dt="2022-06-15T15:29:41.158" v="8258" actId="478"/>
          <ac:spMkLst>
            <pc:docMk/>
            <pc:sldMk cId="278076207" sldId="266"/>
            <ac:spMk id="20" creationId="{4DC53577-2805-4D35-976A-0021EDE6F973}"/>
          </ac:spMkLst>
        </pc:spChg>
        <pc:spChg chg="del">
          <ac:chgData name="Soban Najam" userId="59c411b0-ccb7-4330-99a9-29cc04a2c185" providerId="ADAL" clId="{498552E8-13B2-4ACC-BEA2-C493D7A63BC2}" dt="2022-06-15T15:29:41.158" v="8258" actId="478"/>
          <ac:spMkLst>
            <pc:docMk/>
            <pc:sldMk cId="278076207" sldId="266"/>
            <ac:spMk id="21" creationId="{6D63091E-0BFD-4C78-8490-33FFECE07518}"/>
          </ac:spMkLst>
        </pc:spChg>
        <pc:spChg chg="del">
          <ac:chgData name="Soban Najam" userId="59c411b0-ccb7-4330-99a9-29cc04a2c185" providerId="ADAL" clId="{498552E8-13B2-4ACC-BEA2-C493D7A63BC2}" dt="2022-06-15T15:29:41.158" v="8258" actId="478"/>
          <ac:spMkLst>
            <pc:docMk/>
            <pc:sldMk cId="278076207" sldId="266"/>
            <ac:spMk id="22" creationId="{8E6571AE-9E66-42AF-AC30-EB32E1077E83}"/>
          </ac:spMkLst>
        </pc:spChg>
        <pc:spChg chg="del">
          <ac:chgData name="Soban Najam" userId="59c411b0-ccb7-4330-99a9-29cc04a2c185" providerId="ADAL" clId="{498552E8-13B2-4ACC-BEA2-C493D7A63BC2}" dt="2022-06-15T15:29:41.158" v="8258" actId="478"/>
          <ac:spMkLst>
            <pc:docMk/>
            <pc:sldMk cId="278076207" sldId="266"/>
            <ac:spMk id="23" creationId="{65A18FBB-119F-49E7-BBCA-2DDCC89FC4F8}"/>
          </ac:spMkLst>
        </pc:spChg>
        <pc:spChg chg="del">
          <ac:chgData name="Soban Najam" userId="59c411b0-ccb7-4330-99a9-29cc04a2c185" providerId="ADAL" clId="{498552E8-13B2-4ACC-BEA2-C493D7A63BC2}" dt="2022-06-15T15:29:41.158" v="8258" actId="478"/>
          <ac:spMkLst>
            <pc:docMk/>
            <pc:sldMk cId="278076207" sldId="266"/>
            <ac:spMk id="24" creationId="{FE727624-65D1-44D0-B440-302C7B038B42}"/>
          </ac:spMkLst>
        </pc:spChg>
        <pc:spChg chg="del">
          <ac:chgData name="Soban Najam" userId="59c411b0-ccb7-4330-99a9-29cc04a2c185" providerId="ADAL" clId="{498552E8-13B2-4ACC-BEA2-C493D7A63BC2}" dt="2022-06-15T15:29:41.158" v="8258" actId="478"/>
          <ac:spMkLst>
            <pc:docMk/>
            <pc:sldMk cId="278076207" sldId="266"/>
            <ac:spMk id="25" creationId="{5B21BE18-4961-40B0-A515-25F2DB9EE387}"/>
          </ac:spMkLst>
        </pc:spChg>
        <pc:spChg chg="del">
          <ac:chgData name="Soban Najam" userId="59c411b0-ccb7-4330-99a9-29cc04a2c185" providerId="ADAL" clId="{498552E8-13B2-4ACC-BEA2-C493D7A63BC2}" dt="2022-06-15T15:29:41.158" v="8258" actId="478"/>
          <ac:spMkLst>
            <pc:docMk/>
            <pc:sldMk cId="278076207" sldId="266"/>
            <ac:spMk id="26" creationId="{10AC0734-112A-430D-BAED-743191DF06BF}"/>
          </ac:spMkLst>
        </pc:spChg>
        <pc:spChg chg="del">
          <ac:chgData name="Soban Najam" userId="59c411b0-ccb7-4330-99a9-29cc04a2c185" providerId="ADAL" clId="{498552E8-13B2-4ACC-BEA2-C493D7A63BC2}" dt="2022-06-15T15:29:41.158" v="8258" actId="478"/>
          <ac:spMkLst>
            <pc:docMk/>
            <pc:sldMk cId="278076207" sldId="266"/>
            <ac:spMk id="28" creationId="{B5B85752-4570-4D48-BF11-F27C53496431}"/>
          </ac:spMkLst>
        </pc:spChg>
        <pc:spChg chg="del">
          <ac:chgData name="Soban Najam" userId="59c411b0-ccb7-4330-99a9-29cc04a2c185" providerId="ADAL" clId="{498552E8-13B2-4ACC-BEA2-C493D7A63BC2}" dt="2022-06-15T15:29:41.158" v="8258" actId="478"/>
          <ac:spMkLst>
            <pc:docMk/>
            <pc:sldMk cId="278076207" sldId="266"/>
            <ac:spMk id="29" creationId="{89ADE8C2-FD73-4D5B-9BF6-430C06DE97C2}"/>
          </ac:spMkLst>
        </pc:spChg>
        <pc:spChg chg="del">
          <ac:chgData name="Soban Najam" userId="59c411b0-ccb7-4330-99a9-29cc04a2c185" providerId="ADAL" clId="{498552E8-13B2-4ACC-BEA2-C493D7A63BC2}" dt="2022-06-15T15:29:41.158" v="8258" actId="478"/>
          <ac:spMkLst>
            <pc:docMk/>
            <pc:sldMk cId="278076207" sldId="266"/>
            <ac:spMk id="30" creationId="{E44A6114-879D-40CC-8048-98D21D9BDF28}"/>
          </ac:spMkLst>
        </pc:spChg>
        <pc:spChg chg="del">
          <ac:chgData name="Soban Najam" userId="59c411b0-ccb7-4330-99a9-29cc04a2c185" providerId="ADAL" clId="{498552E8-13B2-4ACC-BEA2-C493D7A63BC2}" dt="2022-06-15T15:29:41.158" v="8258" actId="478"/>
          <ac:spMkLst>
            <pc:docMk/>
            <pc:sldMk cId="278076207" sldId="266"/>
            <ac:spMk id="32" creationId="{A065AEB6-ED11-42E6-8B1D-F031633B8ED6}"/>
          </ac:spMkLst>
        </pc:spChg>
        <pc:spChg chg="del">
          <ac:chgData name="Soban Najam" userId="59c411b0-ccb7-4330-99a9-29cc04a2c185" providerId="ADAL" clId="{498552E8-13B2-4ACC-BEA2-C493D7A63BC2}" dt="2022-06-15T15:29:41.158" v="8258" actId="478"/>
          <ac:spMkLst>
            <pc:docMk/>
            <pc:sldMk cId="278076207" sldId="266"/>
            <ac:spMk id="33" creationId="{9EEC2939-49A8-48BD-BF4A-B8F872E66CB8}"/>
          </ac:spMkLst>
        </pc:spChg>
        <pc:spChg chg="del">
          <ac:chgData name="Soban Najam" userId="59c411b0-ccb7-4330-99a9-29cc04a2c185" providerId="ADAL" clId="{498552E8-13B2-4ACC-BEA2-C493D7A63BC2}" dt="2022-06-15T15:29:41.158" v="8258" actId="478"/>
          <ac:spMkLst>
            <pc:docMk/>
            <pc:sldMk cId="278076207" sldId="266"/>
            <ac:spMk id="34" creationId="{CD63C7C6-4311-4B28-8A27-F965346BF094}"/>
          </ac:spMkLst>
        </pc:spChg>
        <pc:spChg chg="del">
          <ac:chgData name="Soban Najam" userId="59c411b0-ccb7-4330-99a9-29cc04a2c185" providerId="ADAL" clId="{498552E8-13B2-4ACC-BEA2-C493D7A63BC2}" dt="2022-06-15T15:29:41.158" v="8258" actId="478"/>
          <ac:spMkLst>
            <pc:docMk/>
            <pc:sldMk cId="278076207" sldId="266"/>
            <ac:spMk id="35" creationId="{C51C3A83-DC9C-49B0-98BC-1363CFF9EA6D}"/>
          </ac:spMkLst>
        </pc:spChg>
        <pc:spChg chg="del">
          <ac:chgData name="Soban Najam" userId="59c411b0-ccb7-4330-99a9-29cc04a2c185" providerId="ADAL" clId="{498552E8-13B2-4ACC-BEA2-C493D7A63BC2}" dt="2022-06-15T15:29:41.158" v="8258" actId="478"/>
          <ac:spMkLst>
            <pc:docMk/>
            <pc:sldMk cId="278076207" sldId="266"/>
            <ac:spMk id="36" creationId="{848E487B-0AB5-4DA6-AD61-5F5790DE87F2}"/>
          </ac:spMkLst>
        </pc:spChg>
        <pc:spChg chg="del">
          <ac:chgData name="Soban Najam" userId="59c411b0-ccb7-4330-99a9-29cc04a2c185" providerId="ADAL" clId="{498552E8-13B2-4ACC-BEA2-C493D7A63BC2}" dt="2022-06-15T15:29:41.158" v="8258" actId="478"/>
          <ac:spMkLst>
            <pc:docMk/>
            <pc:sldMk cId="278076207" sldId="266"/>
            <ac:spMk id="37" creationId="{FB701F64-FB37-408E-8B78-969869D2808D}"/>
          </ac:spMkLst>
        </pc:spChg>
        <pc:spChg chg="del">
          <ac:chgData name="Soban Najam" userId="59c411b0-ccb7-4330-99a9-29cc04a2c185" providerId="ADAL" clId="{498552E8-13B2-4ACC-BEA2-C493D7A63BC2}" dt="2022-06-15T15:29:41.158" v="8258" actId="478"/>
          <ac:spMkLst>
            <pc:docMk/>
            <pc:sldMk cId="278076207" sldId="266"/>
            <ac:spMk id="38" creationId="{F62ABF24-7509-4A31-95C7-7859102ED231}"/>
          </ac:spMkLst>
        </pc:spChg>
        <pc:spChg chg="del">
          <ac:chgData name="Soban Najam" userId="59c411b0-ccb7-4330-99a9-29cc04a2c185" providerId="ADAL" clId="{498552E8-13B2-4ACC-BEA2-C493D7A63BC2}" dt="2022-06-15T15:29:41.158" v="8258" actId="478"/>
          <ac:spMkLst>
            <pc:docMk/>
            <pc:sldMk cId="278076207" sldId="266"/>
            <ac:spMk id="39" creationId="{4D1D9F8E-72A5-4F7C-8B82-3CF52CA82BB4}"/>
          </ac:spMkLst>
        </pc:spChg>
        <pc:spChg chg="del">
          <ac:chgData name="Soban Najam" userId="59c411b0-ccb7-4330-99a9-29cc04a2c185" providerId="ADAL" clId="{498552E8-13B2-4ACC-BEA2-C493D7A63BC2}" dt="2022-06-15T15:29:41.158" v="8258" actId="478"/>
          <ac:spMkLst>
            <pc:docMk/>
            <pc:sldMk cId="278076207" sldId="266"/>
            <ac:spMk id="40" creationId="{991A6413-FF2E-41B0-9D19-28BE16EFEDAF}"/>
          </ac:spMkLst>
        </pc:spChg>
        <pc:spChg chg="del">
          <ac:chgData name="Soban Najam" userId="59c411b0-ccb7-4330-99a9-29cc04a2c185" providerId="ADAL" clId="{498552E8-13B2-4ACC-BEA2-C493D7A63BC2}" dt="2022-06-15T15:29:41.158" v="8258" actId="478"/>
          <ac:spMkLst>
            <pc:docMk/>
            <pc:sldMk cId="278076207" sldId="266"/>
            <ac:spMk id="42" creationId="{F2E7CE30-689E-46CC-BA1A-0960CF5198BF}"/>
          </ac:spMkLst>
        </pc:spChg>
        <pc:spChg chg="del">
          <ac:chgData name="Soban Najam" userId="59c411b0-ccb7-4330-99a9-29cc04a2c185" providerId="ADAL" clId="{498552E8-13B2-4ACC-BEA2-C493D7A63BC2}" dt="2022-06-15T15:29:41.158" v="8258" actId="478"/>
          <ac:spMkLst>
            <pc:docMk/>
            <pc:sldMk cId="278076207" sldId="266"/>
            <ac:spMk id="44" creationId="{063240AD-1A40-499A-8DB3-0E124C77DC6C}"/>
          </ac:spMkLst>
        </pc:spChg>
        <pc:spChg chg="del">
          <ac:chgData name="Soban Najam" userId="59c411b0-ccb7-4330-99a9-29cc04a2c185" providerId="ADAL" clId="{498552E8-13B2-4ACC-BEA2-C493D7A63BC2}" dt="2022-06-15T15:29:41.158" v="8258" actId="478"/>
          <ac:spMkLst>
            <pc:docMk/>
            <pc:sldMk cId="278076207" sldId="266"/>
            <ac:spMk id="45" creationId="{CD7D2C73-7290-4409-BAAC-9797EB516377}"/>
          </ac:spMkLst>
        </pc:spChg>
        <pc:spChg chg="del">
          <ac:chgData name="Soban Najam" userId="59c411b0-ccb7-4330-99a9-29cc04a2c185" providerId="ADAL" clId="{498552E8-13B2-4ACC-BEA2-C493D7A63BC2}" dt="2022-06-15T15:29:41.158" v="8258" actId="478"/>
          <ac:spMkLst>
            <pc:docMk/>
            <pc:sldMk cId="278076207" sldId="266"/>
            <ac:spMk id="46" creationId="{27BD856E-DD12-4EB6-8618-156770662A7B}"/>
          </ac:spMkLst>
        </pc:spChg>
        <pc:spChg chg="del">
          <ac:chgData name="Soban Najam" userId="59c411b0-ccb7-4330-99a9-29cc04a2c185" providerId="ADAL" clId="{498552E8-13B2-4ACC-BEA2-C493D7A63BC2}" dt="2022-06-15T15:29:41.158" v="8258" actId="478"/>
          <ac:spMkLst>
            <pc:docMk/>
            <pc:sldMk cId="278076207" sldId="266"/>
            <ac:spMk id="47" creationId="{C37CC3CA-D29E-426B-8F68-C9CFC7F47BD7}"/>
          </ac:spMkLst>
        </pc:spChg>
        <pc:spChg chg="del">
          <ac:chgData name="Soban Najam" userId="59c411b0-ccb7-4330-99a9-29cc04a2c185" providerId="ADAL" clId="{498552E8-13B2-4ACC-BEA2-C493D7A63BC2}" dt="2022-06-15T15:29:41.158" v="8258" actId="478"/>
          <ac:spMkLst>
            <pc:docMk/>
            <pc:sldMk cId="278076207" sldId="266"/>
            <ac:spMk id="48" creationId="{A97AE73C-F2F5-459A-A7C2-07A139FA357A}"/>
          </ac:spMkLst>
        </pc:spChg>
        <pc:spChg chg="del">
          <ac:chgData name="Soban Najam" userId="59c411b0-ccb7-4330-99a9-29cc04a2c185" providerId="ADAL" clId="{498552E8-13B2-4ACC-BEA2-C493D7A63BC2}" dt="2022-06-15T15:29:41.158" v="8258" actId="478"/>
          <ac:spMkLst>
            <pc:docMk/>
            <pc:sldMk cId="278076207" sldId="266"/>
            <ac:spMk id="49" creationId="{70436E0F-BF37-4B09-8979-FB07CF77E0A7}"/>
          </ac:spMkLst>
        </pc:spChg>
        <pc:spChg chg="del">
          <ac:chgData name="Soban Najam" userId="59c411b0-ccb7-4330-99a9-29cc04a2c185" providerId="ADAL" clId="{498552E8-13B2-4ACC-BEA2-C493D7A63BC2}" dt="2022-06-15T15:29:41.158" v="8258" actId="478"/>
          <ac:spMkLst>
            <pc:docMk/>
            <pc:sldMk cId="278076207" sldId="266"/>
            <ac:spMk id="50" creationId="{5EB053D4-E195-4294-8C04-F2AED268237F}"/>
          </ac:spMkLst>
        </pc:spChg>
        <pc:spChg chg="del">
          <ac:chgData name="Soban Najam" userId="59c411b0-ccb7-4330-99a9-29cc04a2c185" providerId="ADAL" clId="{498552E8-13B2-4ACC-BEA2-C493D7A63BC2}" dt="2022-06-15T15:29:41.158" v="8258" actId="478"/>
          <ac:spMkLst>
            <pc:docMk/>
            <pc:sldMk cId="278076207" sldId="266"/>
            <ac:spMk id="51" creationId="{932360A5-E41C-49A5-AC15-BC62029DE951}"/>
          </ac:spMkLst>
        </pc:spChg>
        <pc:spChg chg="del">
          <ac:chgData name="Soban Najam" userId="59c411b0-ccb7-4330-99a9-29cc04a2c185" providerId="ADAL" clId="{498552E8-13B2-4ACC-BEA2-C493D7A63BC2}" dt="2022-06-15T15:29:41.158" v="8258" actId="478"/>
          <ac:spMkLst>
            <pc:docMk/>
            <pc:sldMk cId="278076207" sldId="266"/>
            <ac:spMk id="86" creationId="{31E73908-414C-4B1D-A240-5A68B1ABE898}"/>
          </ac:spMkLst>
        </pc:spChg>
        <pc:spChg chg="del">
          <ac:chgData name="Soban Najam" userId="59c411b0-ccb7-4330-99a9-29cc04a2c185" providerId="ADAL" clId="{498552E8-13B2-4ACC-BEA2-C493D7A63BC2}" dt="2022-06-15T15:29:41.158" v="8258" actId="478"/>
          <ac:spMkLst>
            <pc:docMk/>
            <pc:sldMk cId="278076207" sldId="266"/>
            <ac:spMk id="87" creationId="{6F073E84-92C3-4B6A-84D3-D825636AE67F}"/>
          </ac:spMkLst>
        </pc:spChg>
        <pc:spChg chg="del">
          <ac:chgData name="Soban Najam" userId="59c411b0-ccb7-4330-99a9-29cc04a2c185" providerId="ADAL" clId="{498552E8-13B2-4ACC-BEA2-C493D7A63BC2}" dt="2022-06-15T15:29:41.158" v="8258" actId="478"/>
          <ac:spMkLst>
            <pc:docMk/>
            <pc:sldMk cId="278076207" sldId="266"/>
            <ac:spMk id="88" creationId="{6E4EDD36-E8DE-47BB-B72F-1F6503731AED}"/>
          </ac:spMkLst>
        </pc:spChg>
        <pc:spChg chg="del">
          <ac:chgData name="Soban Najam" userId="59c411b0-ccb7-4330-99a9-29cc04a2c185" providerId="ADAL" clId="{498552E8-13B2-4ACC-BEA2-C493D7A63BC2}" dt="2022-06-15T15:29:41.158" v="8258" actId="478"/>
          <ac:spMkLst>
            <pc:docMk/>
            <pc:sldMk cId="278076207" sldId="266"/>
            <ac:spMk id="89" creationId="{1D207AA1-A874-4291-9114-5F169D0EE419}"/>
          </ac:spMkLst>
        </pc:spChg>
        <pc:spChg chg="del">
          <ac:chgData name="Soban Najam" userId="59c411b0-ccb7-4330-99a9-29cc04a2c185" providerId="ADAL" clId="{498552E8-13B2-4ACC-BEA2-C493D7A63BC2}" dt="2022-06-15T15:29:41.158" v="8258" actId="478"/>
          <ac:spMkLst>
            <pc:docMk/>
            <pc:sldMk cId="278076207" sldId="266"/>
            <ac:spMk id="90" creationId="{89B3E232-E6EF-4A18-945C-6EF05A945315}"/>
          </ac:spMkLst>
        </pc:spChg>
        <pc:spChg chg="del">
          <ac:chgData name="Soban Najam" userId="59c411b0-ccb7-4330-99a9-29cc04a2c185" providerId="ADAL" clId="{498552E8-13B2-4ACC-BEA2-C493D7A63BC2}" dt="2022-06-15T15:29:41.158" v="8258" actId="478"/>
          <ac:spMkLst>
            <pc:docMk/>
            <pc:sldMk cId="278076207" sldId="266"/>
            <ac:spMk id="91" creationId="{AEBA6019-8754-439E-86C9-FD0935C19E61}"/>
          </ac:spMkLst>
        </pc:spChg>
        <pc:spChg chg="del">
          <ac:chgData name="Soban Najam" userId="59c411b0-ccb7-4330-99a9-29cc04a2c185" providerId="ADAL" clId="{498552E8-13B2-4ACC-BEA2-C493D7A63BC2}" dt="2022-06-15T15:29:41.158" v="8258" actId="478"/>
          <ac:spMkLst>
            <pc:docMk/>
            <pc:sldMk cId="278076207" sldId="266"/>
            <ac:spMk id="92" creationId="{127CE3C4-85B3-4B70-89CD-29F1DEB588DF}"/>
          </ac:spMkLst>
        </pc:spChg>
        <pc:spChg chg="del">
          <ac:chgData name="Soban Najam" userId="59c411b0-ccb7-4330-99a9-29cc04a2c185" providerId="ADAL" clId="{498552E8-13B2-4ACC-BEA2-C493D7A63BC2}" dt="2022-06-15T15:29:41.158" v="8258" actId="478"/>
          <ac:spMkLst>
            <pc:docMk/>
            <pc:sldMk cId="278076207" sldId="266"/>
            <ac:spMk id="93" creationId="{4682C575-DF90-4A7A-8CC5-FE8E27760B86}"/>
          </ac:spMkLst>
        </pc:spChg>
        <pc:spChg chg="del">
          <ac:chgData name="Soban Najam" userId="59c411b0-ccb7-4330-99a9-29cc04a2c185" providerId="ADAL" clId="{498552E8-13B2-4ACC-BEA2-C493D7A63BC2}" dt="2022-06-15T15:29:41.158" v="8258" actId="478"/>
          <ac:spMkLst>
            <pc:docMk/>
            <pc:sldMk cId="278076207" sldId="266"/>
            <ac:spMk id="94" creationId="{A8E78CB9-73B4-4D61-9CF9-8FAA81BFCB16}"/>
          </ac:spMkLst>
        </pc:spChg>
        <pc:spChg chg="del">
          <ac:chgData name="Soban Najam" userId="59c411b0-ccb7-4330-99a9-29cc04a2c185" providerId="ADAL" clId="{498552E8-13B2-4ACC-BEA2-C493D7A63BC2}" dt="2022-06-15T15:29:41.158" v="8258" actId="478"/>
          <ac:spMkLst>
            <pc:docMk/>
            <pc:sldMk cId="278076207" sldId="266"/>
            <ac:spMk id="95" creationId="{B353AA39-B20A-4799-AB18-53E4C780FB1F}"/>
          </ac:spMkLst>
        </pc:spChg>
        <pc:spChg chg="del">
          <ac:chgData name="Soban Najam" userId="59c411b0-ccb7-4330-99a9-29cc04a2c185" providerId="ADAL" clId="{498552E8-13B2-4ACC-BEA2-C493D7A63BC2}" dt="2022-06-15T15:29:41.158" v="8258" actId="478"/>
          <ac:spMkLst>
            <pc:docMk/>
            <pc:sldMk cId="278076207" sldId="266"/>
            <ac:spMk id="96" creationId="{58F26258-7CCA-4061-BC02-7EF2BB082879}"/>
          </ac:spMkLst>
        </pc:spChg>
        <pc:spChg chg="del">
          <ac:chgData name="Soban Najam" userId="59c411b0-ccb7-4330-99a9-29cc04a2c185" providerId="ADAL" clId="{498552E8-13B2-4ACC-BEA2-C493D7A63BC2}" dt="2022-06-15T15:29:41.158" v="8258" actId="478"/>
          <ac:spMkLst>
            <pc:docMk/>
            <pc:sldMk cId="278076207" sldId="266"/>
            <ac:spMk id="97" creationId="{8B1791C7-4637-44D9-8601-59143BFEF23F}"/>
          </ac:spMkLst>
        </pc:spChg>
        <pc:spChg chg="del">
          <ac:chgData name="Soban Najam" userId="59c411b0-ccb7-4330-99a9-29cc04a2c185" providerId="ADAL" clId="{498552E8-13B2-4ACC-BEA2-C493D7A63BC2}" dt="2022-06-15T15:29:41.158" v="8258" actId="478"/>
          <ac:spMkLst>
            <pc:docMk/>
            <pc:sldMk cId="278076207" sldId="266"/>
            <ac:spMk id="98" creationId="{AE72CC3B-6164-4363-8F36-CEBF9033E799}"/>
          </ac:spMkLst>
        </pc:spChg>
        <pc:spChg chg="del">
          <ac:chgData name="Soban Najam" userId="59c411b0-ccb7-4330-99a9-29cc04a2c185" providerId="ADAL" clId="{498552E8-13B2-4ACC-BEA2-C493D7A63BC2}" dt="2022-06-15T15:29:41.158" v="8258" actId="478"/>
          <ac:spMkLst>
            <pc:docMk/>
            <pc:sldMk cId="278076207" sldId="266"/>
            <ac:spMk id="99" creationId="{64087B1C-34AD-452D-A945-317B9859F30C}"/>
          </ac:spMkLst>
        </pc:spChg>
        <pc:spChg chg="del">
          <ac:chgData name="Soban Najam" userId="59c411b0-ccb7-4330-99a9-29cc04a2c185" providerId="ADAL" clId="{498552E8-13B2-4ACC-BEA2-C493D7A63BC2}" dt="2022-06-15T15:29:41.158" v="8258" actId="478"/>
          <ac:spMkLst>
            <pc:docMk/>
            <pc:sldMk cId="278076207" sldId="266"/>
            <ac:spMk id="100" creationId="{6A0BEC8E-635B-4DBB-A0E9-47547C7AB091}"/>
          </ac:spMkLst>
        </pc:spChg>
        <pc:spChg chg="del">
          <ac:chgData name="Soban Najam" userId="59c411b0-ccb7-4330-99a9-29cc04a2c185" providerId="ADAL" clId="{498552E8-13B2-4ACC-BEA2-C493D7A63BC2}" dt="2022-06-15T15:29:41.158" v="8258" actId="478"/>
          <ac:spMkLst>
            <pc:docMk/>
            <pc:sldMk cId="278076207" sldId="266"/>
            <ac:spMk id="101" creationId="{B8D3E7BA-BC5B-4FE5-B3B4-A0E9B730E252}"/>
          </ac:spMkLst>
        </pc:spChg>
        <pc:spChg chg="del">
          <ac:chgData name="Soban Najam" userId="59c411b0-ccb7-4330-99a9-29cc04a2c185" providerId="ADAL" clId="{498552E8-13B2-4ACC-BEA2-C493D7A63BC2}" dt="2022-06-15T15:29:41.158" v="8258" actId="478"/>
          <ac:spMkLst>
            <pc:docMk/>
            <pc:sldMk cId="278076207" sldId="266"/>
            <ac:spMk id="102" creationId="{02F01DE3-F3E2-4443-8F01-00FF670DC507}"/>
          </ac:spMkLst>
        </pc:spChg>
        <pc:spChg chg="del">
          <ac:chgData name="Soban Najam" userId="59c411b0-ccb7-4330-99a9-29cc04a2c185" providerId="ADAL" clId="{498552E8-13B2-4ACC-BEA2-C493D7A63BC2}" dt="2022-06-15T15:29:41.158" v="8258" actId="478"/>
          <ac:spMkLst>
            <pc:docMk/>
            <pc:sldMk cId="278076207" sldId="266"/>
            <ac:spMk id="103" creationId="{86D84E5A-2EE3-4292-8A4B-1AC5D1F4F931}"/>
          </ac:spMkLst>
        </pc:spChg>
        <pc:spChg chg="del">
          <ac:chgData name="Soban Najam" userId="59c411b0-ccb7-4330-99a9-29cc04a2c185" providerId="ADAL" clId="{498552E8-13B2-4ACC-BEA2-C493D7A63BC2}" dt="2022-06-15T15:29:41.158" v="8258" actId="478"/>
          <ac:spMkLst>
            <pc:docMk/>
            <pc:sldMk cId="278076207" sldId="266"/>
            <ac:spMk id="104" creationId="{8945DE43-3E5A-41E1-8BEE-A1AD7E08182A}"/>
          </ac:spMkLst>
        </pc:spChg>
        <pc:spChg chg="del">
          <ac:chgData name="Soban Najam" userId="59c411b0-ccb7-4330-99a9-29cc04a2c185" providerId="ADAL" clId="{498552E8-13B2-4ACC-BEA2-C493D7A63BC2}" dt="2022-06-15T15:29:41.158" v="8258" actId="478"/>
          <ac:spMkLst>
            <pc:docMk/>
            <pc:sldMk cId="278076207" sldId="266"/>
            <ac:spMk id="105" creationId="{75A38922-FE52-4E4B-87C5-04ACB5E3DABF}"/>
          </ac:spMkLst>
        </pc:spChg>
        <pc:spChg chg="del">
          <ac:chgData name="Soban Najam" userId="59c411b0-ccb7-4330-99a9-29cc04a2c185" providerId="ADAL" clId="{498552E8-13B2-4ACC-BEA2-C493D7A63BC2}" dt="2022-06-15T15:29:41.158" v="8258" actId="478"/>
          <ac:spMkLst>
            <pc:docMk/>
            <pc:sldMk cId="278076207" sldId="266"/>
            <ac:spMk id="106" creationId="{393B43A2-5F15-4298-A898-2EA2D8F6B1E6}"/>
          </ac:spMkLst>
        </pc:spChg>
        <pc:spChg chg="del">
          <ac:chgData name="Soban Najam" userId="59c411b0-ccb7-4330-99a9-29cc04a2c185" providerId="ADAL" clId="{498552E8-13B2-4ACC-BEA2-C493D7A63BC2}" dt="2022-06-15T15:29:41.158" v="8258" actId="478"/>
          <ac:spMkLst>
            <pc:docMk/>
            <pc:sldMk cId="278076207" sldId="266"/>
            <ac:spMk id="107" creationId="{290FD8A7-AA9F-41E2-AC07-0C4A0D787700}"/>
          </ac:spMkLst>
        </pc:spChg>
        <pc:spChg chg="del">
          <ac:chgData name="Soban Najam" userId="59c411b0-ccb7-4330-99a9-29cc04a2c185" providerId="ADAL" clId="{498552E8-13B2-4ACC-BEA2-C493D7A63BC2}" dt="2022-06-15T15:29:41.158" v="8258" actId="478"/>
          <ac:spMkLst>
            <pc:docMk/>
            <pc:sldMk cId="278076207" sldId="266"/>
            <ac:spMk id="108" creationId="{ECD92251-ECEE-482D-A873-A691B68FCD21}"/>
          </ac:spMkLst>
        </pc:spChg>
        <pc:spChg chg="del">
          <ac:chgData name="Soban Najam" userId="59c411b0-ccb7-4330-99a9-29cc04a2c185" providerId="ADAL" clId="{498552E8-13B2-4ACC-BEA2-C493D7A63BC2}" dt="2022-06-15T15:29:41.158" v="8258" actId="478"/>
          <ac:spMkLst>
            <pc:docMk/>
            <pc:sldMk cId="278076207" sldId="266"/>
            <ac:spMk id="109" creationId="{8D4FFE62-A2BE-48F7-9A4E-D75BBD7C96BA}"/>
          </ac:spMkLst>
        </pc:spChg>
        <pc:spChg chg="del">
          <ac:chgData name="Soban Najam" userId="59c411b0-ccb7-4330-99a9-29cc04a2c185" providerId="ADAL" clId="{498552E8-13B2-4ACC-BEA2-C493D7A63BC2}" dt="2022-06-15T15:29:41.158" v="8258" actId="478"/>
          <ac:spMkLst>
            <pc:docMk/>
            <pc:sldMk cId="278076207" sldId="266"/>
            <ac:spMk id="110" creationId="{439A9FA1-258A-46E6-9B48-3D592CA79C49}"/>
          </ac:spMkLst>
        </pc:spChg>
        <pc:spChg chg="del">
          <ac:chgData name="Soban Najam" userId="59c411b0-ccb7-4330-99a9-29cc04a2c185" providerId="ADAL" clId="{498552E8-13B2-4ACC-BEA2-C493D7A63BC2}" dt="2022-06-15T15:29:41.158" v="8258" actId="478"/>
          <ac:spMkLst>
            <pc:docMk/>
            <pc:sldMk cId="278076207" sldId="266"/>
            <ac:spMk id="111" creationId="{5B281DB2-337C-45B0-8A4F-3A3571384222}"/>
          </ac:spMkLst>
        </pc:spChg>
        <pc:spChg chg="del">
          <ac:chgData name="Soban Najam" userId="59c411b0-ccb7-4330-99a9-29cc04a2c185" providerId="ADAL" clId="{498552E8-13B2-4ACC-BEA2-C493D7A63BC2}" dt="2022-06-15T15:29:41.158" v="8258" actId="478"/>
          <ac:spMkLst>
            <pc:docMk/>
            <pc:sldMk cId="278076207" sldId="266"/>
            <ac:spMk id="112" creationId="{A801FEF6-3951-405B-A596-CE384BFA439B}"/>
          </ac:spMkLst>
        </pc:spChg>
        <pc:spChg chg="del">
          <ac:chgData name="Soban Najam" userId="59c411b0-ccb7-4330-99a9-29cc04a2c185" providerId="ADAL" clId="{498552E8-13B2-4ACC-BEA2-C493D7A63BC2}" dt="2022-06-15T15:29:41.158" v="8258" actId="478"/>
          <ac:spMkLst>
            <pc:docMk/>
            <pc:sldMk cId="278076207" sldId="266"/>
            <ac:spMk id="113" creationId="{6EEA7FA6-7913-4E2E-B404-A71D0BF81119}"/>
          </ac:spMkLst>
        </pc:spChg>
        <pc:spChg chg="del">
          <ac:chgData name="Soban Najam" userId="59c411b0-ccb7-4330-99a9-29cc04a2c185" providerId="ADAL" clId="{498552E8-13B2-4ACC-BEA2-C493D7A63BC2}" dt="2022-06-15T15:29:41.158" v="8258" actId="478"/>
          <ac:spMkLst>
            <pc:docMk/>
            <pc:sldMk cId="278076207" sldId="266"/>
            <ac:spMk id="114" creationId="{E789DE67-F6AB-4EB0-9BA2-19EDBE91B6F6}"/>
          </ac:spMkLst>
        </pc:spChg>
        <pc:spChg chg="del">
          <ac:chgData name="Soban Najam" userId="59c411b0-ccb7-4330-99a9-29cc04a2c185" providerId="ADAL" clId="{498552E8-13B2-4ACC-BEA2-C493D7A63BC2}" dt="2022-06-15T15:29:41.158" v="8258" actId="478"/>
          <ac:spMkLst>
            <pc:docMk/>
            <pc:sldMk cId="278076207" sldId="266"/>
            <ac:spMk id="115" creationId="{77771BB4-7FC5-416F-A142-19D22072E8AD}"/>
          </ac:spMkLst>
        </pc:spChg>
        <pc:spChg chg="del">
          <ac:chgData name="Soban Najam" userId="59c411b0-ccb7-4330-99a9-29cc04a2c185" providerId="ADAL" clId="{498552E8-13B2-4ACC-BEA2-C493D7A63BC2}" dt="2022-06-15T15:29:41.158" v="8258" actId="478"/>
          <ac:spMkLst>
            <pc:docMk/>
            <pc:sldMk cId="278076207" sldId="266"/>
            <ac:spMk id="116" creationId="{859FFD84-AD0F-46B4-910A-3E1B91B78B9F}"/>
          </ac:spMkLst>
        </pc:spChg>
        <pc:spChg chg="del">
          <ac:chgData name="Soban Najam" userId="59c411b0-ccb7-4330-99a9-29cc04a2c185" providerId="ADAL" clId="{498552E8-13B2-4ACC-BEA2-C493D7A63BC2}" dt="2022-06-15T15:29:41.158" v="8258" actId="478"/>
          <ac:spMkLst>
            <pc:docMk/>
            <pc:sldMk cId="278076207" sldId="266"/>
            <ac:spMk id="117" creationId="{C552FDC7-1391-4785-BFF8-A963901A237B}"/>
          </ac:spMkLst>
        </pc:spChg>
        <pc:spChg chg="del">
          <ac:chgData name="Soban Najam" userId="59c411b0-ccb7-4330-99a9-29cc04a2c185" providerId="ADAL" clId="{498552E8-13B2-4ACC-BEA2-C493D7A63BC2}" dt="2022-06-15T15:29:41.158" v="8258" actId="478"/>
          <ac:spMkLst>
            <pc:docMk/>
            <pc:sldMk cId="278076207" sldId="266"/>
            <ac:spMk id="118" creationId="{F57548BA-DDBF-475B-BD47-5877BB4A8A95}"/>
          </ac:spMkLst>
        </pc:spChg>
        <pc:spChg chg="del">
          <ac:chgData name="Soban Najam" userId="59c411b0-ccb7-4330-99a9-29cc04a2c185" providerId="ADAL" clId="{498552E8-13B2-4ACC-BEA2-C493D7A63BC2}" dt="2022-06-15T15:29:41.158" v="8258" actId="478"/>
          <ac:spMkLst>
            <pc:docMk/>
            <pc:sldMk cId="278076207" sldId="266"/>
            <ac:spMk id="119" creationId="{F2168E28-9819-45FA-8E49-C60047A06677}"/>
          </ac:spMkLst>
        </pc:spChg>
        <pc:spChg chg="del">
          <ac:chgData name="Soban Najam" userId="59c411b0-ccb7-4330-99a9-29cc04a2c185" providerId="ADAL" clId="{498552E8-13B2-4ACC-BEA2-C493D7A63BC2}" dt="2022-06-15T15:29:41.158" v="8258" actId="478"/>
          <ac:spMkLst>
            <pc:docMk/>
            <pc:sldMk cId="278076207" sldId="266"/>
            <ac:spMk id="120" creationId="{D4286BB9-BCF5-4FBE-AAF1-A3D62877A459}"/>
          </ac:spMkLst>
        </pc:spChg>
        <pc:spChg chg="del">
          <ac:chgData name="Soban Najam" userId="59c411b0-ccb7-4330-99a9-29cc04a2c185" providerId="ADAL" clId="{498552E8-13B2-4ACC-BEA2-C493D7A63BC2}" dt="2022-06-15T15:29:41.158" v="8258" actId="478"/>
          <ac:spMkLst>
            <pc:docMk/>
            <pc:sldMk cId="278076207" sldId="266"/>
            <ac:spMk id="121" creationId="{350AAC33-21C0-4B20-B4E8-1AAF90B84E9F}"/>
          </ac:spMkLst>
        </pc:spChg>
        <pc:spChg chg="del">
          <ac:chgData name="Soban Najam" userId="59c411b0-ccb7-4330-99a9-29cc04a2c185" providerId="ADAL" clId="{498552E8-13B2-4ACC-BEA2-C493D7A63BC2}" dt="2022-06-15T15:29:41.158" v="8258" actId="478"/>
          <ac:spMkLst>
            <pc:docMk/>
            <pc:sldMk cId="278076207" sldId="266"/>
            <ac:spMk id="122" creationId="{783BA37C-55BE-4A8B-80E8-7995C3F206B1}"/>
          </ac:spMkLst>
        </pc:spChg>
        <pc:spChg chg="del">
          <ac:chgData name="Soban Najam" userId="59c411b0-ccb7-4330-99a9-29cc04a2c185" providerId="ADAL" clId="{498552E8-13B2-4ACC-BEA2-C493D7A63BC2}" dt="2022-06-15T15:29:41.158" v="8258" actId="478"/>
          <ac:spMkLst>
            <pc:docMk/>
            <pc:sldMk cId="278076207" sldId="266"/>
            <ac:spMk id="123" creationId="{B909453C-9D61-4829-9AFC-E4D507F3EB9B}"/>
          </ac:spMkLst>
        </pc:spChg>
        <pc:spChg chg="del">
          <ac:chgData name="Soban Najam" userId="59c411b0-ccb7-4330-99a9-29cc04a2c185" providerId="ADAL" clId="{498552E8-13B2-4ACC-BEA2-C493D7A63BC2}" dt="2022-06-15T15:29:41.158" v="8258" actId="478"/>
          <ac:spMkLst>
            <pc:docMk/>
            <pc:sldMk cId="278076207" sldId="266"/>
            <ac:spMk id="124" creationId="{4DE16C4E-3A5B-4478-8B17-B308F7B84FE8}"/>
          </ac:spMkLst>
        </pc:spChg>
        <pc:spChg chg="del">
          <ac:chgData name="Soban Najam" userId="59c411b0-ccb7-4330-99a9-29cc04a2c185" providerId="ADAL" clId="{498552E8-13B2-4ACC-BEA2-C493D7A63BC2}" dt="2022-06-15T15:29:41.158" v="8258" actId="478"/>
          <ac:spMkLst>
            <pc:docMk/>
            <pc:sldMk cId="278076207" sldId="266"/>
            <ac:spMk id="125" creationId="{072D4A1E-848E-4F89-9841-2D628731AFE1}"/>
          </ac:spMkLst>
        </pc:spChg>
        <pc:spChg chg="del">
          <ac:chgData name="Soban Najam" userId="59c411b0-ccb7-4330-99a9-29cc04a2c185" providerId="ADAL" clId="{498552E8-13B2-4ACC-BEA2-C493D7A63BC2}" dt="2022-06-15T15:29:41.158" v="8258" actId="478"/>
          <ac:spMkLst>
            <pc:docMk/>
            <pc:sldMk cId="278076207" sldId="266"/>
            <ac:spMk id="126" creationId="{23DBB824-381F-4045-8C3E-C8875D031327}"/>
          </ac:spMkLst>
        </pc:spChg>
        <pc:spChg chg="del">
          <ac:chgData name="Soban Najam" userId="59c411b0-ccb7-4330-99a9-29cc04a2c185" providerId="ADAL" clId="{498552E8-13B2-4ACC-BEA2-C493D7A63BC2}" dt="2022-06-15T15:29:41.158" v="8258" actId="478"/>
          <ac:spMkLst>
            <pc:docMk/>
            <pc:sldMk cId="278076207" sldId="266"/>
            <ac:spMk id="127" creationId="{BC4896CA-2BB7-40D3-84D4-4EB16B9A1933}"/>
          </ac:spMkLst>
        </pc:spChg>
        <pc:spChg chg="del">
          <ac:chgData name="Soban Najam" userId="59c411b0-ccb7-4330-99a9-29cc04a2c185" providerId="ADAL" clId="{498552E8-13B2-4ACC-BEA2-C493D7A63BC2}" dt="2022-06-15T15:29:41.158" v="8258" actId="478"/>
          <ac:spMkLst>
            <pc:docMk/>
            <pc:sldMk cId="278076207" sldId="266"/>
            <ac:spMk id="128" creationId="{D4850097-3444-4558-88B7-4873133B285C}"/>
          </ac:spMkLst>
        </pc:spChg>
        <pc:spChg chg="del">
          <ac:chgData name="Soban Najam" userId="59c411b0-ccb7-4330-99a9-29cc04a2c185" providerId="ADAL" clId="{498552E8-13B2-4ACC-BEA2-C493D7A63BC2}" dt="2022-06-15T15:29:41.158" v="8258" actId="478"/>
          <ac:spMkLst>
            <pc:docMk/>
            <pc:sldMk cId="278076207" sldId="266"/>
            <ac:spMk id="129" creationId="{7331F5B8-7FBD-48DF-B1EB-BF43C49A6B81}"/>
          </ac:spMkLst>
        </pc:spChg>
        <pc:spChg chg="del">
          <ac:chgData name="Soban Najam" userId="59c411b0-ccb7-4330-99a9-29cc04a2c185" providerId="ADAL" clId="{498552E8-13B2-4ACC-BEA2-C493D7A63BC2}" dt="2022-06-15T15:29:41.158" v="8258" actId="478"/>
          <ac:spMkLst>
            <pc:docMk/>
            <pc:sldMk cId="278076207" sldId="266"/>
            <ac:spMk id="130" creationId="{954A8034-9C80-4418-B87D-FA30EE2B7B99}"/>
          </ac:spMkLst>
        </pc:spChg>
        <pc:spChg chg="del">
          <ac:chgData name="Soban Najam" userId="59c411b0-ccb7-4330-99a9-29cc04a2c185" providerId="ADAL" clId="{498552E8-13B2-4ACC-BEA2-C493D7A63BC2}" dt="2022-06-15T15:29:41.158" v="8258" actId="478"/>
          <ac:spMkLst>
            <pc:docMk/>
            <pc:sldMk cId="278076207" sldId="266"/>
            <ac:spMk id="131" creationId="{CB49B2F9-28B8-4819-9467-201A1DF169D8}"/>
          </ac:spMkLst>
        </pc:spChg>
        <pc:spChg chg="del">
          <ac:chgData name="Soban Najam" userId="59c411b0-ccb7-4330-99a9-29cc04a2c185" providerId="ADAL" clId="{498552E8-13B2-4ACC-BEA2-C493D7A63BC2}" dt="2022-06-15T15:29:41.158" v="8258" actId="478"/>
          <ac:spMkLst>
            <pc:docMk/>
            <pc:sldMk cId="278076207" sldId="266"/>
            <ac:spMk id="132" creationId="{AC788C9B-5347-4668-A748-3206669A478D}"/>
          </ac:spMkLst>
        </pc:spChg>
        <pc:spChg chg="del">
          <ac:chgData name="Soban Najam" userId="59c411b0-ccb7-4330-99a9-29cc04a2c185" providerId="ADAL" clId="{498552E8-13B2-4ACC-BEA2-C493D7A63BC2}" dt="2022-06-15T15:29:41.158" v="8258" actId="478"/>
          <ac:spMkLst>
            <pc:docMk/>
            <pc:sldMk cId="278076207" sldId="266"/>
            <ac:spMk id="133" creationId="{3EEAEEC7-3999-439A-8956-3636B8114F2F}"/>
          </ac:spMkLst>
        </pc:spChg>
        <pc:spChg chg="del">
          <ac:chgData name="Soban Najam" userId="59c411b0-ccb7-4330-99a9-29cc04a2c185" providerId="ADAL" clId="{498552E8-13B2-4ACC-BEA2-C493D7A63BC2}" dt="2022-06-15T15:29:41.158" v="8258" actId="478"/>
          <ac:spMkLst>
            <pc:docMk/>
            <pc:sldMk cId="278076207" sldId="266"/>
            <ac:spMk id="134" creationId="{3B77A8BA-BD90-4E70-83AF-38A9AE8374B5}"/>
          </ac:spMkLst>
        </pc:spChg>
        <pc:spChg chg="del">
          <ac:chgData name="Soban Najam" userId="59c411b0-ccb7-4330-99a9-29cc04a2c185" providerId="ADAL" clId="{498552E8-13B2-4ACC-BEA2-C493D7A63BC2}" dt="2022-06-15T15:29:41.158" v="8258" actId="478"/>
          <ac:spMkLst>
            <pc:docMk/>
            <pc:sldMk cId="278076207" sldId="266"/>
            <ac:spMk id="135" creationId="{6A54266C-C035-484C-AF7E-661F15DC6493}"/>
          </ac:spMkLst>
        </pc:spChg>
        <pc:spChg chg="del">
          <ac:chgData name="Soban Najam" userId="59c411b0-ccb7-4330-99a9-29cc04a2c185" providerId="ADAL" clId="{498552E8-13B2-4ACC-BEA2-C493D7A63BC2}" dt="2022-06-15T15:29:41.158" v="8258" actId="478"/>
          <ac:spMkLst>
            <pc:docMk/>
            <pc:sldMk cId="278076207" sldId="266"/>
            <ac:spMk id="136" creationId="{7DAAE659-B616-4016-830F-94A1AB3D4BD6}"/>
          </ac:spMkLst>
        </pc:spChg>
        <pc:spChg chg="del">
          <ac:chgData name="Soban Najam" userId="59c411b0-ccb7-4330-99a9-29cc04a2c185" providerId="ADAL" clId="{498552E8-13B2-4ACC-BEA2-C493D7A63BC2}" dt="2022-06-15T15:29:41.158" v="8258" actId="478"/>
          <ac:spMkLst>
            <pc:docMk/>
            <pc:sldMk cId="278076207" sldId="266"/>
            <ac:spMk id="137" creationId="{1A66476E-9DBB-4818-B6A2-EC9B4D3E4FD3}"/>
          </ac:spMkLst>
        </pc:spChg>
        <pc:spChg chg="del">
          <ac:chgData name="Soban Najam" userId="59c411b0-ccb7-4330-99a9-29cc04a2c185" providerId="ADAL" clId="{498552E8-13B2-4ACC-BEA2-C493D7A63BC2}" dt="2022-06-15T15:29:41.158" v="8258" actId="478"/>
          <ac:spMkLst>
            <pc:docMk/>
            <pc:sldMk cId="278076207" sldId="266"/>
            <ac:spMk id="138" creationId="{7CFA8447-060B-440B-ADB9-EA7BD7B7AACB}"/>
          </ac:spMkLst>
        </pc:spChg>
        <pc:spChg chg="del">
          <ac:chgData name="Soban Najam" userId="59c411b0-ccb7-4330-99a9-29cc04a2c185" providerId="ADAL" clId="{498552E8-13B2-4ACC-BEA2-C493D7A63BC2}" dt="2022-06-15T15:29:41.158" v="8258" actId="478"/>
          <ac:spMkLst>
            <pc:docMk/>
            <pc:sldMk cId="278076207" sldId="266"/>
            <ac:spMk id="139" creationId="{802B2D6A-16D7-42F4-AA5A-1506162FE6F8}"/>
          </ac:spMkLst>
        </pc:spChg>
        <pc:spChg chg="del">
          <ac:chgData name="Soban Najam" userId="59c411b0-ccb7-4330-99a9-29cc04a2c185" providerId="ADAL" clId="{498552E8-13B2-4ACC-BEA2-C493D7A63BC2}" dt="2022-06-15T15:29:41.158" v="8258" actId="478"/>
          <ac:spMkLst>
            <pc:docMk/>
            <pc:sldMk cId="278076207" sldId="266"/>
            <ac:spMk id="140" creationId="{16FA9815-ADA6-4998-BC00-BB42C0F6974D}"/>
          </ac:spMkLst>
        </pc:spChg>
        <pc:spChg chg="del">
          <ac:chgData name="Soban Najam" userId="59c411b0-ccb7-4330-99a9-29cc04a2c185" providerId="ADAL" clId="{498552E8-13B2-4ACC-BEA2-C493D7A63BC2}" dt="2022-06-15T15:29:41.158" v="8258" actId="478"/>
          <ac:spMkLst>
            <pc:docMk/>
            <pc:sldMk cId="278076207" sldId="266"/>
            <ac:spMk id="141" creationId="{30ABAD29-4985-478E-8557-DFBE28AC9AC1}"/>
          </ac:spMkLst>
        </pc:spChg>
        <pc:spChg chg="del">
          <ac:chgData name="Soban Najam" userId="59c411b0-ccb7-4330-99a9-29cc04a2c185" providerId="ADAL" clId="{498552E8-13B2-4ACC-BEA2-C493D7A63BC2}" dt="2022-06-15T15:29:41.158" v="8258" actId="478"/>
          <ac:spMkLst>
            <pc:docMk/>
            <pc:sldMk cId="278076207" sldId="266"/>
            <ac:spMk id="142" creationId="{D47CCF84-E023-4E82-809E-8C06AD9F7CB5}"/>
          </ac:spMkLst>
        </pc:spChg>
        <pc:spChg chg="del">
          <ac:chgData name="Soban Najam" userId="59c411b0-ccb7-4330-99a9-29cc04a2c185" providerId="ADAL" clId="{498552E8-13B2-4ACC-BEA2-C493D7A63BC2}" dt="2022-06-15T15:29:41.158" v="8258" actId="478"/>
          <ac:spMkLst>
            <pc:docMk/>
            <pc:sldMk cId="278076207" sldId="266"/>
            <ac:spMk id="143" creationId="{3DA8FD6F-F2E2-4588-82E8-C3FB860FCC1B}"/>
          </ac:spMkLst>
        </pc:spChg>
        <pc:spChg chg="del">
          <ac:chgData name="Soban Najam" userId="59c411b0-ccb7-4330-99a9-29cc04a2c185" providerId="ADAL" clId="{498552E8-13B2-4ACC-BEA2-C493D7A63BC2}" dt="2022-06-15T15:29:41.158" v="8258" actId="478"/>
          <ac:spMkLst>
            <pc:docMk/>
            <pc:sldMk cId="278076207" sldId="266"/>
            <ac:spMk id="144" creationId="{84820B72-068F-4F4E-8F02-972C09F58DE3}"/>
          </ac:spMkLst>
        </pc:spChg>
        <pc:spChg chg="del">
          <ac:chgData name="Soban Najam" userId="59c411b0-ccb7-4330-99a9-29cc04a2c185" providerId="ADAL" clId="{498552E8-13B2-4ACC-BEA2-C493D7A63BC2}" dt="2022-06-15T15:29:41.158" v="8258" actId="478"/>
          <ac:spMkLst>
            <pc:docMk/>
            <pc:sldMk cId="278076207" sldId="266"/>
            <ac:spMk id="145" creationId="{76788F87-ABBC-47E1-9A8C-14FA4A10EF76}"/>
          </ac:spMkLst>
        </pc:spChg>
        <pc:spChg chg="del">
          <ac:chgData name="Soban Najam" userId="59c411b0-ccb7-4330-99a9-29cc04a2c185" providerId="ADAL" clId="{498552E8-13B2-4ACC-BEA2-C493D7A63BC2}" dt="2022-06-15T15:29:41.158" v="8258" actId="478"/>
          <ac:spMkLst>
            <pc:docMk/>
            <pc:sldMk cId="278076207" sldId="266"/>
            <ac:spMk id="146" creationId="{C3483596-823A-4947-AFB1-2979B0FC84EC}"/>
          </ac:spMkLst>
        </pc:spChg>
        <pc:spChg chg="del">
          <ac:chgData name="Soban Najam" userId="59c411b0-ccb7-4330-99a9-29cc04a2c185" providerId="ADAL" clId="{498552E8-13B2-4ACC-BEA2-C493D7A63BC2}" dt="2022-06-15T15:29:41.158" v="8258" actId="478"/>
          <ac:spMkLst>
            <pc:docMk/>
            <pc:sldMk cId="278076207" sldId="266"/>
            <ac:spMk id="147" creationId="{CC1048B6-E660-49DA-8320-13AABA2AE824}"/>
          </ac:spMkLst>
        </pc:spChg>
        <pc:spChg chg="del">
          <ac:chgData name="Soban Najam" userId="59c411b0-ccb7-4330-99a9-29cc04a2c185" providerId="ADAL" clId="{498552E8-13B2-4ACC-BEA2-C493D7A63BC2}" dt="2022-06-15T15:29:41.158" v="8258" actId="478"/>
          <ac:spMkLst>
            <pc:docMk/>
            <pc:sldMk cId="278076207" sldId="266"/>
            <ac:spMk id="148" creationId="{457242BC-1AD8-48CF-ACD7-CF600FD4B9F5}"/>
          </ac:spMkLst>
        </pc:spChg>
        <pc:spChg chg="del">
          <ac:chgData name="Soban Najam" userId="59c411b0-ccb7-4330-99a9-29cc04a2c185" providerId="ADAL" clId="{498552E8-13B2-4ACC-BEA2-C493D7A63BC2}" dt="2022-06-15T15:29:41.158" v="8258" actId="478"/>
          <ac:spMkLst>
            <pc:docMk/>
            <pc:sldMk cId="278076207" sldId="266"/>
            <ac:spMk id="149" creationId="{17015F74-6B8D-49D9-AD87-BCF4DE0B5904}"/>
          </ac:spMkLst>
        </pc:spChg>
        <pc:spChg chg="del">
          <ac:chgData name="Soban Najam" userId="59c411b0-ccb7-4330-99a9-29cc04a2c185" providerId="ADAL" clId="{498552E8-13B2-4ACC-BEA2-C493D7A63BC2}" dt="2022-06-15T15:29:41.158" v="8258" actId="478"/>
          <ac:spMkLst>
            <pc:docMk/>
            <pc:sldMk cId="278076207" sldId="266"/>
            <ac:spMk id="150" creationId="{65145A23-0652-43B0-96E3-0E8D16432ED4}"/>
          </ac:spMkLst>
        </pc:spChg>
        <pc:spChg chg="del">
          <ac:chgData name="Soban Najam" userId="59c411b0-ccb7-4330-99a9-29cc04a2c185" providerId="ADAL" clId="{498552E8-13B2-4ACC-BEA2-C493D7A63BC2}" dt="2022-06-15T15:29:41.158" v="8258" actId="478"/>
          <ac:spMkLst>
            <pc:docMk/>
            <pc:sldMk cId="278076207" sldId="266"/>
            <ac:spMk id="151" creationId="{F979505E-B49F-4E91-84F3-5F4A81DAD252}"/>
          </ac:spMkLst>
        </pc:spChg>
        <pc:spChg chg="del">
          <ac:chgData name="Soban Najam" userId="59c411b0-ccb7-4330-99a9-29cc04a2c185" providerId="ADAL" clId="{498552E8-13B2-4ACC-BEA2-C493D7A63BC2}" dt="2022-06-15T15:29:41.158" v="8258" actId="478"/>
          <ac:spMkLst>
            <pc:docMk/>
            <pc:sldMk cId="278076207" sldId="266"/>
            <ac:spMk id="152" creationId="{A2487ED5-406A-495E-BEE0-9AB5B15B23DC}"/>
          </ac:spMkLst>
        </pc:spChg>
        <pc:spChg chg="del">
          <ac:chgData name="Soban Najam" userId="59c411b0-ccb7-4330-99a9-29cc04a2c185" providerId="ADAL" clId="{498552E8-13B2-4ACC-BEA2-C493D7A63BC2}" dt="2022-06-15T15:29:41.158" v="8258" actId="478"/>
          <ac:spMkLst>
            <pc:docMk/>
            <pc:sldMk cId="278076207" sldId="266"/>
            <ac:spMk id="153" creationId="{1F5A875D-3AE0-4796-BFC4-F91252C78247}"/>
          </ac:spMkLst>
        </pc:spChg>
        <pc:spChg chg="del">
          <ac:chgData name="Soban Najam" userId="59c411b0-ccb7-4330-99a9-29cc04a2c185" providerId="ADAL" clId="{498552E8-13B2-4ACC-BEA2-C493D7A63BC2}" dt="2022-06-15T15:29:41.158" v="8258" actId="478"/>
          <ac:spMkLst>
            <pc:docMk/>
            <pc:sldMk cId="278076207" sldId="266"/>
            <ac:spMk id="154" creationId="{17D61A59-4E4D-4D69-9854-293FC9942E31}"/>
          </ac:spMkLst>
        </pc:spChg>
        <pc:spChg chg="del">
          <ac:chgData name="Soban Najam" userId="59c411b0-ccb7-4330-99a9-29cc04a2c185" providerId="ADAL" clId="{498552E8-13B2-4ACC-BEA2-C493D7A63BC2}" dt="2022-06-15T15:29:41.158" v="8258" actId="478"/>
          <ac:spMkLst>
            <pc:docMk/>
            <pc:sldMk cId="278076207" sldId="266"/>
            <ac:spMk id="155" creationId="{5BDCC498-23CB-453D-9B75-F50C95B76A45}"/>
          </ac:spMkLst>
        </pc:spChg>
        <pc:spChg chg="del">
          <ac:chgData name="Soban Najam" userId="59c411b0-ccb7-4330-99a9-29cc04a2c185" providerId="ADAL" clId="{498552E8-13B2-4ACC-BEA2-C493D7A63BC2}" dt="2022-06-15T15:29:41.158" v="8258" actId="478"/>
          <ac:spMkLst>
            <pc:docMk/>
            <pc:sldMk cId="278076207" sldId="266"/>
            <ac:spMk id="156" creationId="{C7498248-FBE2-4B18-AA1D-D757951C6928}"/>
          </ac:spMkLst>
        </pc:spChg>
        <pc:spChg chg="del">
          <ac:chgData name="Soban Najam" userId="59c411b0-ccb7-4330-99a9-29cc04a2c185" providerId="ADAL" clId="{498552E8-13B2-4ACC-BEA2-C493D7A63BC2}" dt="2022-06-15T15:29:41.158" v="8258" actId="478"/>
          <ac:spMkLst>
            <pc:docMk/>
            <pc:sldMk cId="278076207" sldId="266"/>
            <ac:spMk id="157" creationId="{5C911C09-9BF1-464C-AB6A-2EFA09BB4325}"/>
          </ac:spMkLst>
        </pc:spChg>
        <pc:spChg chg="del">
          <ac:chgData name="Soban Najam" userId="59c411b0-ccb7-4330-99a9-29cc04a2c185" providerId="ADAL" clId="{498552E8-13B2-4ACC-BEA2-C493D7A63BC2}" dt="2022-06-15T15:29:41.158" v="8258" actId="478"/>
          <ac:spMkLst>
            <pc:docMk/>
            <pc:sldMk cId="278076207" sldId="266"/>
            <ac:spMk id="158" creationId="{E0608EBF-426F-48A4-9699-67F166A7D1E6}"/>
          </ac:spMkLst>
        </pc:spChg>
        <pc:spChg chg="del">
          <ac:chgData name="Soban Najam" userId="59c411b0-ccb7-4330-99a9-29cc04a2c185" providerId="ADAL" clId="{498552E8-13B2-4ACC-BEA2-C493D7A63BC2}" dt="2022-06-15T15:29:41.158" v="8258" actId="478"/>
          <ac:spMkLst>
            <pc:docMk/>
            <pc:sldMk cId="278076207" sldId="266"/>
            <ac:spMk id="159" creationId="{6ECE3E4B-9337-4DF9-8343-73B9078D1F03}"/>
          </ac:spMkLst>
        </pc:spChg>
        <pc:spChg chg="del">
          <ac:chgData name="Soban Najam" userId="59c411b0-ccb7-4330-99a9-29cc04a2c185" providerId="ADAL" clId="{498552E8-13B2-4ACC-BEA2-C493D7A63BC2}" dt="2022-06-15T15:29:41.158" v="8258" actId="478"/>
          <ac:spMkLst>
            <pc:docMk/>
            <pc:sldMk cId="278076207" sldId="266"/>
            <ac:spMk id="160" creationId="{9AC976C5-4C01-4565-89B8-AB933E824858}"/>
          </ac:spMkLst>
        </pc:spChg>
        <pc:spChg chg="del">
          <ac:chgData name="Soban Najam" userId="59c411b0-ccb7-4330-99a9-29cc04a2c185" providerId="ADAL" clId="{498552E8-13B2-4ACC-BEA2-C493D7A63BC2}" dt="2022-06-15T15:29:41.158" v="8258" actId="478"/>
          <ac:spMkLst>
            <pc:docMk/>
            <pc:sldMk cId="278076207" sldId="266"/>
            <ac:spMk id="161" creationId="{9EF737BE-3F74-4030-A01B-B36AD88A8AF6}"/>
          </ac:spMkLst>
        </pc:spChg>
        <pc:spChg chg="del">
          <ac:chgData name="Soban Najam" userId="59c411b0-ccb7-4330-99a9-29cc04a2c185" providerId="ADAL" clId="{498552E8-13B2-4ACC-BEA2-C493D7A63BC2}" dt="2022-06-15T15:29:41.158" v="8258" actId="478"/>
          <ac:spMkLst>
            <pc:docMk/>
            <pc:sldMk cId="278076207" sldId="266"/>
            <ac:spMk id="162" creationId="{034B3136-EFCA-434B-B930-FEBD287759FF}"/>
          </ac:spMkLst>
        </pc:spChg>
        <pc:spChg chg="del">
          <ac:chgData name="Soban Najam" userId="59c411b0-ccb7-4330-99a9-29cc04a2c185" providerId="ADAL" clId="{498552E8-13B2-4ACC-BEA2-C493D7A63BC2}" dt="2022-06-15T15:29:41.158" v="8258" actId="478"/>
          <ac:spMkLst>
            <pc:docMk/>
            <pc:sldMk cId="278076207" sldId="266"/>
            <ac:spMk id="163" creationId="{C8970DA5-72A6-4759-8E17-9F5EF61A39FC}"/>
          </ac:spMkLst>
        </pc:spChg>
        <pc:spChg chg="del">
          <ac:chgData name="Soban Najam" userId="59c411b0-ccb7-4330-99a9-29cc04a2c185" providerId="ADAL" clId="{498552E8-13B2-4ACC-BEA2-C493D7A63BC2}" dt="2022-06-15T15:29:41.158" v="8258" actId="478"/>
          <ac:spMkLst>
            <pc:docMk/>
            <pc:sldMk cId="278076207" sldId="266"/>
            <ac:spMk id="164" creationId="{50443F6A-2611-472A-8ABB-D29417B8F655}"/>
          </ac:spMkLst>
        </pc:spChg>
        <pc:spChg chg="del">
          <ac:chgData name="Soban Najam" userId="59c411b0-ccb7-4330-99a9-29cc04a2c185" providerId="ADAL" clId="{498552E8-13B2-4ACC-BEA2-C493D7A63BC2}" dt="2022-06-15T15:29:41.158" v="8258" actId="478"/>
          <ac:spMkLst>
            <pc:docMk/>
            <pc:sldMk cId="278076207" sldId="266"/>
            <ac:spMk id="165" creationId="{8F327727-5B19-4A62-A38C-6F73C6385D93}"/>
          </ac:spMkLst>
        </pc:spChg>
        <pc:spChg chg="del">
          <ac:chgData name="Soban Najam" userId="59c411b0-ccb7-4330-99a9-29cc04a2c185" providerId="ADAL" clId="{498552E8-13B2-4ACC-BEA2-C493D7A63BC2}" dt="2022-06-15T15:29:41.158" v="8258" actId="478"/>
          <ac:spMkLst>
            <pc:docMk/>
            <pc:sldMk cId="278076207" sldId="266"/>
            <ac:spMk id="166" creationId="{2121DF1B-86E5-4328-ACCF-8F4A1DFD70D3}"/>
          </ac:spMkLst>
        </pc:spChg>
        <pc:spChg chg="del">
          <ac:chgData name="Soban Najam" userId="59c411b0-ccb7-4330-99a9-29cc04a2c185" providerId="ADAL" clId="{498552E8-13B2-4ACC-BEA2-C493D7A63BC2}" dt="2022-06-15T15:29:41.158" v="8258" actId="478"/>
          <ac:spMkLst>
            <pc:docMk/>
            <pc:sldMk cId="278076207" sldId="266"/>
            <ac:spMk id="167" creationId="{C207D8D2-6D68-4BF1-B70B-9B4A070969BA}"/>
          </ac:spMkLst>
        </pc:spChg>
        <pc:spChg chg="del">
          <ac:chgData name="Soban Najam" userId="59c411b0-ccb7-4330-99a9-29cc04a2c185" providerId="ADAL" clId="{498552E8-13B2-4ACC-BEA2-C493D7A63BC2}" dt="2022-06-15T15:29:41.158" v="8258" actId="478"/>
          <ac:spMkLst>
            <pc:docMk/>
            <pc:sldMk cId="278076207" sldId="266"/>
            <ac:spMk id="168" creationId="{E70B1632-3E8C-4D51-A7B3-D851FFA2613F}"/>
          </ac:spMkLst>
        </pc:spChg>
        <pc:spChg chg="del">
          <ac:chgData name="Soban Najam" userId="59c411b0-ccb7-4330-99a9-29cc04a2c185" providerId="ADAL" clId="{498552E8-13B2-4ACC-BEA2-C493D7A63BC2}" dt="2022-06-15T15:29:41.158" v="8258" actId="478"/>
          <ac:spMkLst>
            <pc:docMk/>
            <pc:sldMk cId="278076207" sldId="266"/>
            <ac:spMk id="169" creationId="{B447B1CC-BAAE-484D-9B29-91CD50D46EC4}"/>
          </ac:spMkLst>
        </pc:spChg>
        <pc:spChg chg="del">
          <ac:chgData name="Soban Najam" userId="59c411b0-ccb7-4330-99a9-29cc04a2c185" providerId="ADAL" clId="{498552E8-13B2-4ACC-BEA2-C493D7A63BC2}" dt="2022-06-15T15:29:41.158" v="8258" actId="478"/>
          <ac:spMkLst>
            <pc:docMk/>
            <pc:sldMk cId="278076207" sldId="266"/>
            <ac:spMk id="170" creationId="{DE6A1AAA-D63C-40DF-B74F-8FFBDE6EDC96}"/>
          </ac:spMkLst>
        </pc:spChg>
        <pc:spChg chg="del">
          <ac:chgData name="Soban Najam" userId="59c411b0-ccb7-4330-99a9-29cc04a2c185" providerId="ADAL" clId="{498552E8-13B2-4ACC-BEA2-C493D7A63BC2}" dt="2022-06-15T15:29:41.158" v="8258" actId="478"/>
          <ac:spMkLst>
            <pc:docMk/>
            <pc:sldMk cId="278076207" sldId="266"/>
            <ac:spMk id="171" creationId="{2726163F-0D91-4B0C-B3B5-BF3921962BA9}"/>
          </ac:spMkLst>
        </pc:spChg>
        <pc:spChg chg="add mod">
          <ac:chgData name="Soban Najam" userId="59c411b0-ccb7-4330-99a9-29cc04a2c185" providerId="ADAL" clId="{498552E8-13B2-4ACC-BEA2-C493D7A63BC2}" dt="2022-06-16T05:10:04.636" v="9500" actId="1038"/>
          <ac:spMkLst>
            <pc:docMk/>
            <pc:sldMk cId="278076207" sldId="266"/>
            <ac:spMk id="174" creationId="{46290A08-0426-4625-B1CE-9AFE52C9BF1B}"/>
          </ac:spMkLst>
        </pc:spChg>
        <pc:spChg chg="add del mod">
          <ac:chgData name="Soban Najam" userId="59c411b0-ccb7-4330-99a9-29cc04a2c185" providerId="ADAL" clId="{498552E8-13B2-4ACC-BEA2-C493D7A63BC2}" dt="2022-06-16T04:59:34.598" v="8610" actId="478"/>
          <ac:spMkLst>
            <pc:docMk/>
            <pc:sldMk cId="278076207" sldId="266"/>
            <ac:spMk id="175" creationId="{36F16ED7-A3FC-4187-9BD7-D4F3C1CDA1F9}"/>
          </ac:spMkLst>
        </pc:spChg>
        <pc:spChg chg="del">
          <ac:chgData name="Soban Najam" userId="59c411b0-ccb7-4330-99a9-29cc04a2c185" providerId="ADAL" clId="{498552E8-13B2-4ACC-BEA2-C493D7A63BC2}" dt="2022-06-15T15:29:41.158" v="8258" actId="478"/>
          <ac:spMkLst>
            <pc:docMk/>
            <pc:sldMk cId="278076207" sldId="266"/>
            <ac:spMk id="176" creationId="{72009885-DF27-4E66-8D63-10163CC0E4ED}"/>
          </ac:spMkLst>
        </pc:spChg>
        <pc:spChg chg="del">
          <ac:chgData name="Soban Najam" userId="59c411b0-ccb7-4330-99a9-29cc04a2c185" providerId="ADAL" clId="{498552E8-13B2-4ACC-BEA2-C493D7A63BC2}" dt="2022-06-15T15:29:41.158" v="8258" actId="478"/>
          <ac:spMkLst>
            <pc:docMk/>
            <pc:sldMk cId="278076207" sldId="266"/>
            <ac:spMk id="177" creationId="{9393B238-BDB3-4346-8183-BB399A5B0F22}"/>
          </ac:spMkLst>
        </pc:spChg>
        <pc:spChg chg="del">
          <ac:chgData name="Soban Najam" userId="59c411b0-ccb7-4330-99a9-29cc04a2c185" providerId="ADAL" clId="{498552E8-13B2-4ACC-BEA2-C493D7A63BC2}" dt="2022-06-15T15:29:41.158" v="8258" actId="478"/>
          <ac:spMkLst>
            <pc:docMk/>
            <pc:sldMk cId="278076207" sldId="266"/>
            <ac:spMk id="178" creationId="{3ACAF111-5518-4C7F-ACC0-E3047EADB502}"/>
          </ac:spMkLst>
        </pc:spChg>
        <pc:spChg chg="add mod">
          <ac:chgData name="Soban Najam" userId="59c411b0-ccb7-4330-99a9-29cc04a2c185" providerId="ADAL" clId="{498552E8-13B2-4ACC-BEA2-C493D7A63BC2}" dt="2022-06-16T05:10:04.636" v="9500" actId="1038"/>
          <ac:spMkLst>
            <pc:docMk/>
            <pc:sldMk cId="278076207" sldId="266"/>
            <ac:spMk id="179" creationId="{BDF2ED17-6F3A-4DED-8997-B6A532F54BA1}"/>
          </ac:spMkLst>
        </pc:spChg>
        <pc:spChg chg="add del mod">
          <ac:chgData name="Soban Najam" userId="59c411b0-ccb7-4330-99a9-29cc04a2c185" providerId="ADAL" clId="{498552E8-13B2-4ACC-BEA2-C493D7A63BC2}" dt="2022-06-16T04:59:45.471" v="8632" actId="478"/>
          <ac:spMkLst>
            <pc:docMk/>
            <pc:sldMk cId="278076207" sldId="266"/>
            <ac:spMk id="180" creationId="{608F787D-C46B-4B93-BF0B-AAE85C19EC9A}"/>
          </ac:spMkLst>
        </pc:spChg>
        <pc:spChg chg="add del mod">
          <ac:chgData name="Soban Najam" userId="59c411b0-ccb7-4330-99a9-29cc04a2c185" providerId="ADAL" clId="{498552E8-13B2-4ACC-BEA2-C493D7A63BC2}" dt="2022-06-16T04:59:45.471" v="8632" actId="478"/>
          <ac:spMkLst>
            <pc:docMk/>
            <pc:sldMk cId="278076207" sldId="266"/>
            <ac:spMk id="181" creationId="{E0F07AA2-3231-4EB0-8ECA-61D8858CC6BA}"/>
          </ac:spMkLst>
        </pc:spChg>
        <pc:spChg chg="add mod">
          <ac:chgData name="Soban Najam" userId="59c411b0-ccb7-4330-99a9-29cc04a2c185" providerId="ADAL" clId="{498552E8-13B2-4ACC-BEA2-C493D7A63BC2}" dt="2023-04-12T13:41:44.044" v="12392"/>
          <ac:spMkLst>
            <pc:docMk/>
            <pc:sldMk cId="278076207" sldId="266"/>
            <ac:spMk id="182" creationId="{8BB7F2DC-5415-4805-9AF4-E6484ACDDD25}"/>
          </ac:spMkLst>
        </pc:spChg>
        <pc:spChg chg="add mod">
          <ac:chgData name="Soban Najam" userId="59c411b0-ccb7-4330-99a9-29cc04a2c185" providerId="ADAL" clId="{498552E8-13B2-4ACC-BEA2-C493D7A63BC2}" dt="2022-06-16T05:10:04.636" v="9500" actId="1038"/>
          <ac:spMkLst>
            <pc:docMk/>
            <pc:sldMk cId="278076207" sldId="266"/>
            <ac:spMk id="183" creationId="{94002816-4919-4C60-93F3-8914A02E085F}"/>
          </ac:spMkLst>
        </pc:spChg>
        <pc:spChg chg="add mod">
          <ac:chgData name="Soban Najam" userId="59c411b0-ccb7-4330-99a9-29cc04a2c185" providerId="ADAL" clId="{498552E8-13B2-4ACC-BEA2-C493D7A63BC2}" dt="2023-04-12T13:41:44.044" v="12392"/>
          <ac:spMkLst>
            <pc:docMk/>
            <pc:sldMk cId="278076207" sldId="266"/>
            <ac:spMk id="184" creationId="{16615871-4202-42F7-9985-63A0FA8499F9}"/>
          </ac:spMkLst>
        </pc:spChg>
        <pc:spChg chg="add mod">
          <ac:chgData name="Soban Najam" userId="59c411b0-ccb7-4330-99a9-29cc04a2c185" providerId="ADAL" clId="{498552E8-13B2-4ACC-BEA2-C493D7A63BC2}" dt="2022-06-16T05:10:04.636" v="9500" actId="1038"/>
          <ac:spMkLst>
            <pc:docMk/>
            <pc:sldMk cId="278076207" sldId="266"/>
            <ac:spMk id="185" creationId="{99B64AC9-F495-45E7-9355-37C3D24ABB44}"/>
          </ac:spMkLst>
        </pc:spChg>
        <pc:spChg chg="add mod">
          <ac:chgData name="Soban Najam" userId="59c411b0-ccb7-4330-99a9-29cc04a2c185" providerId="ADAL" clId="{498552E8-13B2-4ACC-BEA2-C493D7A63BC2}" dt="2023-04-12T13:41:44.044" v="12392"/>
          <ac:spMkLst>
            <pc:docMk/>
            <pc:sldMk cId="278076207" sldId="266"/>
            <ac:spMk id="186" creationId="{41753E66-81EB-4C8C-B8EB-190215D7588F}"/>
          </ac:spMkLst>
        </pc:spChg>
        <pc:spChg chg="add mod">
          <ac:chgData name="Soban Najam" userId="59c411b0-ccb7-4330-99a9-29cc04a2c185" providerId="ADAL" clId="{498552E8-13B2-4ACC-BEA2-C493D7A63BC2}" dt="2022-06-16T05:09:39.112" v="9486" actId="121"/>
          <ac:spMkLst>
            <pc:docMk/>
            <pc:sldMk cId="278076207" sldId="266"/>
            <ac:spMk id="187" creationId="{BEAB13EC-D7E0-4659-BC7B-0F12B7B968C4}"/>
          </ac:spMkLst>
        </pc:spChg>
        <pc:spChg chg="add mod">
          <ac:chgData name="Soban Najam" userId="59c411b0-ccb7-4330-99a9-29cc04a2c185" providerId="ADAL" clId="{498552E8-13B2-4ACC-BEA2-C493D7A63BC2}" dt="2023-04-12T13:41:44.044" v="12392"/>
          <ac:spMkLst>
            <pc:docMk/>
            <pc:sldMk cId="278076207" sldId="266"/>
            <ac:spMk id="190" creationId="{65E5143F-76A3-48E3-A660-5008FB86D370}"/>
          </ac:spMkLst>
        </pc:spChg>
        <pc:cxnChg chg="del mod">
          <ac:chgData name="Soban Najam" userId="59c411b0-ccb7-4330-99a9-29cc04a2c185" providerId="ADAL" clId="{498552E8-13B2-4ACC-BEA2-C493D7A63BC2}" dt="2022-06-15T15:29:41.158" v="8258" actId="478"/>
          <ac:cxnSpMkLst>
            <pc:docMk/>
            <pc:sldMk cId="278076207" sldId="266"/>
            <ac:cxnSpMk id="4" creationId="{9380680D-97B2-4E8C-8363-3A6789952A55}"/>
          </ac:cxnSpMkLst>
        </pc:cxnChg>
        <pc:cxnChg chg="add mod">
          <ac:chgData name="Soban Najam" userId="59c411b0-ccb7-4330-99a9-29cc04a2c185" providerId="ADAL" clId="{498552E8-13B2-4ACC-BEA2-C493D7A63BC2}" dt="2022-06-16T05:10:04.636" v="9500" actId="1038"/>
          <ac:cxnSpMkLst>
            <pc:docMk/>
            <pc:sldMk cId="278076207" sldId="266"/>
            <ac:cxnSpMk id="8" creationId="{AE9A3D9F-00AC-4BFA-9FA6-FF5DCA317904}"/>
          </ac:cxnSpMkLst>
        </pc:cxnChg>
        <pc:cxnChg chg="del mod">
          <ac:chgData name="Soban Najam" userId="59c411b0-ccb7-4330-99a9-29cc04a2c185" providerId="ADAL" clId="{498552E8-13B2-4ACC-BEA2-C493D7A63BC2}" dt="2022-06-15T15:29:41.158" v="8258" actId="478"/>
          <ac:cxnSpMkLst>
            <pc:docMk/>
            <pc:sldMk cId="278076207" sldId="266"/>
            <ac:cxnSpMk id="172" creationId="{9D467F68-F5FA-4ADE-981F-2F1457B4CCAE}"/>
          </ac:cxnSpMkLst>
        </pc:cxnChg>
        <pc:cxnChg chg="del mod">
          <ac:chgData name="Soban Najam" userId="59c411b0-ccb7-4330-99a9-29cc04a2c185" providerId="ADAL" clId="{498552E8-13B2-4ACC-BEA2-C493D7A63BC2}" dt="2022-06-15T15:29:41.158" v="8258" actId="478"/>
          <ac:cxnSpMkLst>
            <pc:docMk/>
            <pc:sldMk cId="278076207" sldId="266"/>
            <ac:cxnSpMk id="173" creationId="{7E880889-9FF3-4AF9-ABC4-4F01FF1F96BD}"/>
          </ac:cxnSpMkLst>
        </pc:cxnChg>
        <pc:cxnChg chg="add mod">
          <ac:chgData name="Soban Najam" userId="59c411b0-ccb7-4330-99a9-29cc04a2c185" providerId="ADAL" clId="{498552E8-13B2-4ACC-BEA2-C493D7A63BC2}" dt="2022-06-16T05:10:04.636" v="9500" actId="1038"/>
          <ac:cxnSpMkLst>
            <pc:docMk/>
            <pc:sldMk cId="278076207" sldId="266"/>
            <ac:cxnSpMk id="188" creationId="{DBAAFE14-9B3D-44E3-9883-C3484505FEB7}"/>
          </ac:cxnSpMkLst>
        </pc:cxnChg>
        <pc:cxnChg chg="add mod">
          <ac:chgData name="Soban Najam" userId="59c411b0-ccb7-4330-99a9-29cc04a2c185" providerId="ADAL" clId="{498552E8-13B2-4ACC-BEA2-C493D7A63BC2}" dt="2022-06-16T05:10:04.636" v="9500" actId="1038"/>
          <ac:cxnSpMkLst>
            <pc:docMk/>
            <pc:sldMk cId="278076207" sldId="266"/>
            <ac:cxnSpMk id="189" creationId="{AA59DF17-490D-4C30-BD63-870554A723C2}"/>
          </ac:cxnSpMkLst>
        </pc:cxnChg>
        <pc:cxnChg chg="add mod">
          <ac:chgData name="Soban Najam" userId="59c411b0-ccb7-4330-99a9-29cc04a2c185" providerId="ADAL" clId="{498552E8-13B2-4ACC-BEA2-C493D7A63BC2}" dt="2022-06-16T05:10:11.732" v="9502" actId="14100"/>
          <ac:cxnSpMkLst>
            <pc:docMk/>
            <pc:sldMk cId="278076207" sldId="266"/>
            <ac:cxnSpMk id="191" creationId="{28A76C20-09E6-4A1D-B6CD-2733512AB220}"/>
          </ac:cxnSpMkLst>
        </pc:cxnChg>
        <pc:cxnChg chg="add mod">
          <ac:chgData name="Soban Najam" userId="59c411b0-ccb7-4330-99a9-29cc04a2c185" providerId="ADAL" clId="{498552E8-13B2-4ACC-BEA2-C493D7A63BC2}" dt="2022-06-16T05:10:20.980" v="9504" actId="14100"/>
          <ac:cxnSpMkLst>
            <pc:docMk/>
            <pc:sldMk cId="278076207" sldId="266"/>
            <ac:cxnSpMk id="192" creationId="{C6519C49-CEE1-465C-A163-718D3F2DBB9A}"/>
          </ac:cxnSpMkLst>
        </pc:cxnChg>
        <pc:cxnChg chg="add mod">
          <ac:chgData name="Soban Najam" userId="59c411b0-ccb7-4330-99a9-29cc04a2c185" providerId="ADAL" clId="{498552E8-13B2-4ACC-BEA2-C493D7A63BC2}" dt="2022-06-16T05:10:13.557" v="9503" actId="14100"/>
          <ac:cxnSpMkLst>
            <pc:docMk/>
            <pc:sldMk cId="278076207" sldId="266"/>
            <ac:cxnSpMk id="193" creationId="{F3A6AD2F-6FFA-4680-AB9E-6F8BE1223BB4}"/>
          </ac:cxnSpMkLst>
        </pc:cxnChg>
      </pc:sldChg>
      <pc:sldChg chg="del">
        <pc:chgData name="Soban Najam" userId="59c411b0-ccb7-4330-99a9-29cc04a2c185" providerId="ADAL" clId="{498552E8-13B2-4ACC-BEA2-C493D7A63BC2}" dt="2022-06-09T12:13:51.549" v="403" actId="47"/>
        <pc:sldMkLst>
          <pc:docMk/>
          <pc:sldMk cId="392949809" sldId="266"/>
        </pc:sldMkLst>
      </pc:sldChg>
      <pc:sldChg chg="addSp delSp modSp add mod delAnim modAnim">
        <pc:chgData name="Soban Najam" userId="59c411b0-ccb7-4330-99a9-29cc04a2c185" providerId="ADAL" clId="{498552E8-13B2-4ACC-BEA2-C493D7A63BC2}" dt="2023-04-12T21:29:01.200" v="12659"/>
        <pc:sldMkLst>
          <pc:docMk/>
          <pc:sldMk cId="128040572" sldId="267"/>
        </pc:sldMkLst>
        <pc:spChg chg="add mod">
          <ac:chgData name="Soban Najam" userId="59c411b0-ccb7-4330-99a9-29cc04a2c185" providerId="ADAL" clId="{498552E8-13B2-4ACC-BEA2-C493D7A63BC2}" dt="2022-06-16T05:28:15.266" v="9890" actId="1038"/>
          <ac:spMkLst>
            <pc:docMk/>
            <pc:sldMk cId="128040572" sldId="267"/>
            <ac:spMk id="2" creationId="{C0D9C2E3-A8C8-4CAA-9682-C20570FBB8D9}"/>
          </ac:spMkLst>
        </pc:spChg>
        <pc:spChg chg="mod">
          <ac:chgData name="Soban Najam" userId="59c411b0-ccb7-4330-99a9-29cc04a2c185" providerId="ADAL" clId="{498552E8-13B2-4ACC-BEA2-C493D7A63BC2}" dt="2023-04-12T21:29:01.200" v="12659"/>
          <ac:spMkLst>
            <pc:docMk/>
            <pc:sldMk cId="128040572" sldId="267"/>
            <ac:spMk id="5" creationId="{680D5784-AAC3-43E5-B3C6-8A9D8CB6CE29}"/>
          </ac:spMkLst>
        </pc:spChg>
        <pc:spChg chg="mod">
          <ac:chgData name="Soban Najam" userId="59c411b0-ccb7-4330-99a9-29cc04a2c185" providerId="ADAL" clId="{498552E8-13B2-4ACC-BEA2-C493D7A63BC2}" dt="2023-04-12T21:29:01.200" v="12659"/>
          <ac:spMkLst>
            <pc:docMk/>
            <pc:sldMk cId="128040572" sldId="267"/>
            <ac:spMk id="6" creationId="{628BBA39-824D-488B-AE10-EB9F908C928A}"/>
          </ac:spMkLst>
        </pc:spChg>
        <pc:spChg chg="add mod">
          <ac:chgData name="Soban Najam" userId="59c411b0-ccb7-4330-99a9-29cc04a2c185" providerId="ADAL" clId="{498552E8-13B2-4ACC-BEA2-C493D7A63BC2}" dt="2022-06-16T05:13:34.272" v="9519" actId="1076"/>
          <ac:spMkLst>
            <pc:docMk/>
            <pc:sldMk cId="128040572" sldId="267"/>
            <ac:spMk id="20" creationId="{47D8347E-0324-49B8-81C6-53E7BF2D1DB9}"/>
          </ac:spMkLst>
        </pc:spChg>
        <pc:spChg chg="add mod">
          <ac:chgData name="Soban Najam" userId="59c411b0-ccb7-4330-99a9-29cc04a2c185" providerId="ADAL" clId="{498552E8-13B2-4ACC-BEA2-C493D7A63BC2}" dt="2022-06-16T05:14:45.539" v="9522"/>
          <ac:spMkLst>
            <pc:docMk/>
            <pc:sldMk cId="128040572" sldId="267"/>
            <ac:spMk id="21" creationId="{4BA0494A-5CEB-4647-8F71-9974769185D3}"/>
          </ac:spMkLst>
        </pc:spChg>
        <pc:spChg chg="add mod">
          <ac:chgData name="Soban Najam" userId="59c411b0-ccb7-4330-99a9-29cc04a2c185" providerId="ADAL" clId="{498552E8-13B2-4ACC-BEA2-C493D7A63BC2}" dt="2023-04-12T13:41:44.044" v="12392"/>
          <ac:spMkLst>
            <pc:docMk/>
            <pc:sldMk cId="128040572" sldId="267"/>
            <ac:spMk id="22" creationId="{197F6C04-5CDC-4E6A-823A-A64CB0A130FE}"/>
          </ac:spMkLst>
        </pc:spChg>
        <pc:spChg chg="add mod">
          <ac:chgData name="Soban Najam" userId="59c411b0-ccb7-4330-99a9-29cc04a2c185" providerId="ADAL" clId="{498552E8-13B2-4ACC-BEA2-C493D7A63BC2}" dt="2022-06-16T05:25:05.305" v="9834" actId="20577"/>
          <ac:spMkLst>
            <pc:docMk/>
            <pc:sldMk cId="128040572" sldId="267"/>
            <ac:spMk id="23" creationId="{BC80EC5F-09BB-4B4A-B599-1E8EE9A9D296}"/>
          </ac:spMkLst>
        </pc:spChg>
        <pc:spChg chg="add mod">
          <ac:chgData name="Soban Najam" userId="59c411b0-ccb7-4330-99a9-29cc04a2c185" providerId="ADAL" clId="{498552E8-13B2-4ACC-BEA2-C493D7A63BC2}" dt="2023-04-12T13:41:44.044" v="12392"/>
          <ac:spMkLst>
            <pc:docMk/>
            <pc:sldMk cId="128040572" sldId="267"/>
            <ac:spMk id="24" creationId="{9ED76470-D435-4C91-B5CC-547FFC00D369}"/>
          </ac:spMkLst>
        </pc:spChg>
        <pc:spChg chg="add mod">
          <ac:chgData name="Soban Najam" userId="59c411b0-ccb7-4330-99a9-29cc04a2c185" providerId="ADAL" clId="{498552E8-13B2-4ACC-BEA2-C493D7A63BC2}" dt="2023-04-12T13:41:44.044" v="12392"/>
          <ac:spMkLst>
            <pc:docMk/>
            <pc:sldMk cId="128040572" sldId="267"/>
            <ac:spMk id="25" creationId="{6F8C7508-8AD1-435C-A142-D48005247BB8}"/>
          </ac:spMkLst>
        </pc:spChg>
        <pc:spChg chg="add mod">
          <ac:chgData name="Soban Najam" userId="59c411b0-ccb7-4330-99a9-29cc04a2c185" providerId="ADAL" clId="{498552E8-13B2-4ACC-BEA2-C493D7A63BC2}" dt="2022-06-16T05:28:15.266" v="9890" actId="1038"/>
          <ac:spMkLst>
            <pc:docMk/>
            <pc:sldMk cId="128040572" sldId="267"/>
            <ac:spMk id="27" creationId="{43312E49-EA32-44B1-AA25-E3757F63CF9F}"/>
          </ac:spMkLst>
        </pc:spChg>
        <pc:spChg chg="add mod">
          <ac:chgData name="Soban Najam" userId="59c411b0-ccb7-4330-99a9-29cc04a2c185" providerId="ADAL" clId="{498552E8-13B2-4ACC-BEA2-C493D7A63BC2}" dt="2023-04-12T13:41:44.044" v="12392"/>
          <ac:spMkLst>
            <pc:docMk/>
            <pc:sldMk cId="128040572" sldId="267"/>
            <ac:spMk id="28" creationId="{307F1B16-02BE-4887-A3FE-06E4CA61BF38}"/>
          </ac:spMkLst>
        </pc:spChg>
        <pc:spChg chg="del">
          <ac:chgData name="Soban Najam" userId="59c411b0-ccb7-4330-99a9-29cc04a2c185" providerId="ADAL" clId="{498552E8-13B2-4ACC-BEA2-C493D7A63BC2}" dt="2022-06-16T05:13:25.784" v="9516" actId="478"/>
          <ac:spMkLst>
            <pc:docMk/>
            <pc:sldMk cId="128040572" sldId="267"/>
            <ac:spMk id="174" creationId="{46290A08-0426-4625-B1CE-9AFE52C9BF1B}"/>
          </ac:spMkLst>
        </pc:spChg>
        <pc:spChg chg="del">
          <ac:chgData name="Soban Najam" userId="59c411b0-ccb7-4330-99a9-29cc04a2c185" providerId="ADAL" clId="{498552E8-13B2-4ACC-BEA2-C493D7A63BC2}" dt="2022-06-16T05:13:25.784" v="9516" actId="478"/>
          <ac:spMkLst>
            <pc:docMk/>
            <pc:sldMk cId="128040572" sldId="267"/>
            <ac:spMk id="179" creationId="{BDF2ED17-6F3A-4DED-8997-B6A532F54BA1}"/>
          </ac:spMkLst>
        </pc:spChg>
        <pc:spChg chg="del">
          <ac:chgData name="Soban Najam" userId="59c411b0-ccb7-4330-99a9-29cc04a2c185" providerId="ADAL" clId="{498552E8-13B2-4ACC-BEA2-C493D7A63BC2}" dt="2022-06-16T05:13:25.784" v="9516" actId="478"/>
          <ac:spMkLst>
            <pc:docMk/>
            <pc:sldMk cId="128040572" sldId="267"/>
            <ac:spMk id="182" creationId="{8BB7F2DC-5415-4805-9AF4-E6484ACDDD25}"/>
          </ac:spMkLst>
        </pc:spChg>
        <pc:spChg chg="del">
          <ac:chgData name="Soban Najam" userId="59c411b0-ccb7-4330-99a9-29cc04a2c185" providerId="ADAL" clId="{498552E8-13B2-4ACC-BEA2-C493D7A63BC2}" dt="2022-06-16T05:13:25.784" v="9516" actId="478"/>
          <ac:spMkLst>
            <pc:docMk/>
            <pc:sldMk cId="128040572" sldId="267"/>
            <ac:spMk id="183" creationId="{94002816-4919-4C60-93F3-8914A02E085F}"/>
          </ac:spMkLst>
        </pc:spChg>
        <pc:spChg chg="del">
          <ac:chgData name="Soban Najam" userId="59c411b0-ccb7-4330-99a9-29cc04a2c185" providerId="ADAL" clId="{498552E8-13B2-4ACC-BEA2-C493D7A63BC2}" dt="2022-06-16T05:13:25.784" v="9516" actId="478"/>
          <ac:spMkLst>
            <pc:docMk/>
            <pc:sldMk cId="128040572" sldId="267"/>
            <ac:spMk id="184" creationId="{16615871-4202-42F7-9985-63A0FA8499F9}"/>
          </ac:spMkLst>
        </pc:spChg>
        <pc:spChg chg="del">
          <ac:chgData name="Soban Najam" userId="59c411b0-ccb7-4330-99a9-29cc04a2c185" providerId="ADAL" clId="{498552E8-13B2-4ACC-BEA2-C493D7A63BC2}" dt="2022-06-16T05:13:25.784" v="9516" actId="478"/>
          <ac:spMkLst>
            <pc:docMk/>
            <pc:sldMk cId="128040572" sldId="267"/>
            <ac:spMk id="185" creationId="{99B64AC9-F495-45E7-9355-37C3D24ABB44}"/>
          </ac:spMkLst>
        </pc:spChg>
        <pc:spChg chg="del">
          <ac:chgData name="Soban Najam" userId="59c411b0-ccb7-4330-99a9-29cc04a2c185" providerId="ADAL" clId="{498552E8-13B2-4ACC-BEA2-C493D7A63BC2}" dt="2022-06-16T05:13:25.784" v="9516" actId="478"/>
          <ac:spMkLst>
            <pc:docMk/>
            <pc:sldMk cId="128040572" sldId="267"/>
            <ac:spMk id="186" creationId="{41753E66-81EB-4C8C-B8EB-190215D7588F}"/>
          </ac:spMkLst>
        </pc:spChg>
        <pc:spChg chg="del">
          <ac:chgData name="Soban Najam" userId="59c411b0-ccb7-4330-99a9-29cc04a2c185" providerId="ADAL" clId="{498552E8-13B2-4ACC-BEA2-C493D7A63BC2}" dt="2022-06-16T05:13:25.784" v="9516" actId="478"/>
          <ac:spMkLst>
            <pc:docMk/>
            <pc:sldMk cId="128040572" sldId="267"/>
            <ac:spMk id="187" creationId="{BEAB13EC-D7E0-4659-BC7B-0F12B7B968C4}"/>
          </ac:spMkLst>
        </pc:spChg>
        <pc:spChg chg="del">
          <ac:chgData name="Soban Najam" userId="59c411b0-ccb7-4330-99a9-29cc04a2c185" providerId="ADAL" clId="{498552E8-13B2-4ACC-BEA2-C493D7A63BC2}" dt="2022-06-16T05:13:25.784" v="9516" actId="478"/>
          <ac:spMkLst>
            <pc:docMk/>
            <pc:sldMk cId="128040572" sldId="267"/>
            <ac:spMk id="190" creationId="{65E5143F-76A3-48E3-A660-5008FB86D370}"/>
          </ac:spMkLst>
        </pc:spChg>
        <pc:cxnChg chg="del mod">
          <ac:chgData name="Soban Najam" userId="59c411b0-ccb7-4330-99a9-29cc04a2c185" providerId="ADAL" clId="{498552E8-13B2-4ACC-BEA2-C493D7A63BC2}" dt="2022-06-16T05:13:25.784" v="9516" actId="478"/>
          <ac:cxnSpMkLst>
            <pc:docMk/>
            <pc:sldMk cId="128040572" sldId="267"/>
            <ac:cxnSpMk id="8" creationId="{AE9A3D9F-00AC-4BFA-9FA6-FF5DCA317904}"/>
          </ac:cxnSpMkLst>
        </pc:cxnChg>
        <pc:cxnChg chg="del mod">
          <ac:chgData name="Soban Najam" userId="59c411b0-ccb7-4330-99a9-29cc04a2c185" providerId="ADAL" clId="{498552E8-13B2-4ACC-BEA2-C493D7A63BC2}" dt="2022-06-16T05:13:25.784" v="9516" actId="478"/>
          <ac:cxnSpMkLst>
            <pc:docMk/>
            <pc:sldMk cId="128040572" sldId="267"/>
            <ac:cxnSpMk id="188" creationId="{DBAAFE14-9B3D-44E3-9883-C3484505FEB7}"/>
          </ac:cxnSpMkLst>
        </pc:cxnChg>
        <pc:cxnChg chg="del mod">
          <ac:chgData name="Soban Najam" userId="59c411b0-ccb7-4330-99a9-29cc04a2c185" providerId="ADAL" clId="{498552E8-13B2-4ACC-BEA2-C493D7A63BC2}" dt="2022-06-16T05:13:25.784" v="9516" actId="478"/>
          <ac:cxnSpMkLst>
            <pc:docMk/>
            <pc:sldMk cId="128040572" sldId="267"/>
            <ac:cxnSpMk id="189" creationId="{AA59DF17-490D-4C30-BD63-870554A723C2}"/>
          </ac:cxnSpMkLst>
        </pc:cxnChg>
        <pc:cxnChg chg="del mod">
          <ac:chgData name="Soban Najam" userId="59c411b0-ccb7-4330-99a9-29cc04a2c185" providerId="ADAL" clId="{498552E8-13B2-4ACC-BEA2-C493D7A63BC2}" dt="2022-06-16T05:13:25.784" v="9516" actId="478"/>
          <ac:cxnSpMkLst>
            <pc:docMk/>
            <pc:sldMk cId="128040572" sldId="267"/>
            <ac:cxnSpMk id="191" creationId="{28A76C20-09E6-4A1D-B6CD-2733512AB220}"/>
          </ac:cxnSpMkLst>
        </pc:cxnChg>
        <pc:cxnChg chg="del mod">
          <ac:chgData name="Soban Najam" userId="59c411b0-ccb7-4330-99a9-29cc04a2c185" providerId="ADAL" clId="{498552E8-13B2-4ACC-BEA2-C493D7A63BC2}" dt="2022-06-16T05:13:25.784" v="9516" actId="478"/>
          <ac:cxnSpMkLst>
            <pc:docMk/>
            <pc:sldMk cId="128040572" sldId="267"/>
            <ac:cxnSpMk id="192" creationId="{C6519C49-CEE1-465C-A163-718D3F2DBB9A}"/>
          </ac:cxnSpMkLst>
        </pc:cxnChg>
        <pc:cxnChg chg="del mod">
          <ac:chgData name="Soban Najam" userId="59c411b0-ccb7-4330-99a9-29cc04a2c185" providerId="ADAL" clId="{498552E8-13B2-4ACC-BEA2-C493D7A63BC2}" dt="2022-06-16T05:13:25.784" v="9516" actId="478"/>
          <ac:cxnSpMkLst>
            <pc:docMk/>
            <pc:sldMk cId="128040572" sldId="267"/>
            <ac:cxnSpMk id="193" creationId="{F3A6AD2F-6FFA-4680-AB9E-6F8BE1223BB4}"/>
          </ac:cxnSpMkLst>
        </pc:cxnChg>
      </pc:sldChg>
      <pc:sldChg chg="del">
        <pc:chgData name="Soban Najam" userId="59c411b0-ccb7-4330-99a9-29cc04a2c185" providerId="ADAL" clId="{498552E8-13B2-4ACC-BEA2-C493D7A63BC2}" dt="2022-06-09T12:13:51.549" v="403" actId="47"/>
        <pc:sldMkLst>
          <pc:docMk/>
          <pc:sldMk cId="879191865" sldId="267"/>
        </pc:sldMkLst>
      </pc:sldChg>
      <pc:sldChg chg="del">
        <pc:chgData name="Soban Najam" userId="59c411b0-ccb7-4330-99a9-29cc04a2c185" providerId="ADAL" clId="{498552E8-13B2-4ACC-BEA2-C493D7A63BC2}" dt="2022-06-09T12:13:51.549" v="403" actId="47"/>
        <pc:sldMkLst>
          <pc:docMk/>
          <pc:sldMk cId="527475852" sldId="268"/>
        </pc:sldMkLst>
      </pc:sldChg>
      <pc:sldChg chg="addSp delSp modSp add mod delAnim modAnim">
        <pc:chgData name="Soban Najam" userId="59c411b0-ccb7-4330-99a9-29cc04a2c185" providerId="ADAL" clId="{498552E8-13B2-4ACC-BEA2-C493D7A63BC2}" dt="2023-04-12T21:29:01.200" v="12659"/>
        <pc:sldMkLst>
          <pc:docMk/>
          <pc:sldMk cId="3579791104" sldId="268"/>
        </pc:sldMkLst>
        <pc:spChg chg="del">
          <ac:chgData name="Soban Najam" userId="59c411b0-ccb7-4330-99a9-29cc04a2c185" providerId="ADAL" clId="{498552E8-13B2-4ACC-BEA2-C493D7A63BC2}" dt="2022-06-16T05:36:34.912" v="10091" actId="478"/>
          <ac:spMkLst>
            <pc:docMk/>
            <pc:sldMk cId="3579791104" sldId="268"/>
            <ac:spMk id="2" creationId="{C0D9C2E3-A8C8-4CAA-9682-C20570FBB8D9}"/>
          </ac:spMkLst>
        </pc:spChg>
        <pc:spChg chg="add mod">
          <ac:chgData name="Soban Najam" userId="59c411b0-ccb7-4330-99a9-29cc04a2c185" providerId="ADAL" clId="{498552E8-13B2-4ACC-BEA2-C493D7A63BC2}" dt="2022-06-16T06:10:16.703" v="10208" actId="1076"/>
          <ac:spMkLst>
            <pc:docMk/>
            <pc:sldMk cId="3579791104" sldId="268"/>
            <ac:spMk id="3" creationId="{4DE352EB-98DB-4315-87A7-D23ED7C94277}"/>
          </ac:spMkLst>
        </pc:spChg>
        <pc:spChg chg="mod">
          <ac:chgData name="Soban Najam" userId="59c411b0-ccb7-4330-99a9-29cc04a2c185" providerId="ADAL" clId="{498552E8-13B2-4ACC-BEA2-C493D7A63BC2}" dt="2023-04-12T21:29:01.200" v="12659"/>
          <ac:spMkLst>
            <pc:docMk/>
            <pc:sldMk cId="3579791104" sldId="268"/>
            <ac:spMk id="5" creationId="{680D5784-AAC3-43E5-B3C6-8A9D8CB6CE29}"/>
          </ac:spMkLst>
        </pc:spChg>
        <pc:spChg chg="add mod">
          <ac:chgData name="Soban Najam" userId="59c411b0-ccb7-4330-99a9-29cc04a2c185" providerId="ADAL" clId="{498552E8-13B2-4ACC-BEA2-C493D7A63BC2}" dt="2022-06-16T06:14:39.367" v="10347" actId="1038"/>
          <ac:spMkLst>
            <pc:docMk/>
            <pc:sldMk cId="3579791104" sldId="268"/>
            <ac:spMk id="10" creationId="{6CA71E52-105E-44E6-A1D6-BF7B46B4DF0E}"/>
          </ac:spMkLst>
        </pc:spChg>
        <pc:spChg chg="add mod">
          <ac:chgData name="Soban Najam" userId="59c411b0-ccb7-4330-99a9-29cc04a2c185" providerId="ADAL" clId="{498552E8-13B2-4ACC-BEA2-C493D7A63BC2}" dt="2022-06-16T06:10:16.703" v="10208" actId="1076"/>
          <ac:spMkLst>
            <pc:docMk/>
            <pc:sldMk cId="3579791104" sldId="268"/>
            <ac:spMk id="14" creationId="{47D4FB33-178A-49AB-9D08-52E3F46DBE6B}"/>
          </ac:spMkLst>
        </pc:spChg>
        <pc:spChg chg="add mod">
          <ac:chgData name="Soban Najam" userId="59c411b0-ccb7-4330-99a9-29cc04a2c185" providerId="ADAL" clId="{498552E8-13B2-4ACC-BEA2-C493D7A63BC2}" dt="2023-04-12T13:41:44.044" v="12392"/>
          <ac:spMkLst>
            <pc:docMk/>
            <pc:sldMk cId="3579791104" sldId="268"/>
            <ac:spMk id="15" creationId="{994EE1A1-C0C7-4735-B82F-E65A7911DA46}"/>
          </ac:spMkLst>
        </pc:spChg>
        <pc:spChg chg="mod">
          <ac:chgData name="Soban Najam" userId="59c411b0-ccb7-4330-99a9-29cc04a2c185" providerId="ADAL" clId="{498552E8-13B2-4ACC-BEA2-C493D7A63BC2}" dt="2023-04-12T13:41:44.044" v="12392"/>
          <ac:spMkLst>
            <pc:docMk/>
            <pc:sldMk cId="3579791104" sldId="268"/>
            <ac:spMk id="16" creationId="{3B1D614B-97BB-4E5C-97EB-79A6CFCAEB13}"/>
          </ac:spMkLst>
        </pc:spChg>
        <pc:spChg chg="add mod">
          <ac:chgData name="Soban Najam" userId="59c411b0-ccb7-4330-99a9-29cc04a2c185" providerId="ADAL" clId="{498552E8-13B2-4ACC-BEA2-C493D7A63BC2}" dt="2023-04-12T13:41:44.044" v="12392"/>
          <ac:spMkLst>
            <pc:docMk/>
            <pc:sldMk cId="3579791104" sldId="268"/>
            <ac:spMk id="17" creationId="{136640DF-E9E4-43EC-8875-108DDEB887F4}"/>
          </ac:spMkLst>
        </pc:spChg>
        <pc:spChg chg="add mod">
          <ac:chgData name="Soban Najam" userId="59c411b0-ccb7-4330-99a9-29cc04a2c185" providerId="ADAL" clId="{498552E8-13B2-4ACC-BEA2-C493D7A63BC2}" dt="2022-06-16T06:13:43.276" v="10291" actId="20577"/>
          <ac:spMkLst>
            <pc:docMk/>
            <pc:sldMk cId="3579791104" sldId="268"/>
            <ac:spMk id="18" creationId="{14C66E83-8C91-4B7B-858F-05C5D3218416}"/>
          </ac:spMkLst>
        </pc:spChg>
        <pc:spChg chg="del">
          <ac:chgData name="Soban Najam" userId="59c411b0-ccb7-4330-99a9-29cc04a2c185" providerId="ADAL" clId="{498552E8-13B2-4ACC-BEA2-C493D7A63BC2}" dt="2022-06-16T05:36:34.912" v="10091" actId="478"/>
          <ac:spMkLst>
            <pc:docMk/>
            <pc:sldMk cId="3579791104" sldId="268"/>
            <ac:spMk id="20" creationId="{47D8347E-0324-49B8-81C6-53E7BF2D1DB9}"/>
          </ac:spMkLst>
        </pc:spChg>
        <pc:spChg chg="del">
          <ac:chgData name="Soban Najam" userId="59c411b0-ccb7-4330-99a9-29cc04a2c185" providerId="ADAL" clId="{498552E8-13B2-4ACC-BEA2-C493D7A63BC2}" dt="2022-06-16T05:36:34.912" v="10091" actId="478"/>
          <ac:spMkLst>
            <pc:docMk/>
            <pc:sldMk cId="3579791104" sldId="268"/>
            <ac:spMk id="21" creationId="{4BA0494A-5CEB-4647-8F71-9974769185D3}"/>
          </ac:spMkLst>
        </pc:spChg>
        <pc:spChg chg="del">
          <ac:chgData name="Soban Najam" userId="59c411b0-ccb7-4330-99a9-29cc04a2c185" providerId="ADAL" clId="{498552E8-13B2-4ACC-BEA2-C493D7A63BC2}" dt="2022-06-16T05:36:34.912" v="10091" actId="478"/>
          <ac:spMkLst>
            <pc:docMk/>
            <pc:sldMk cId="3579791104" sldId="268"/>
            <ac:spMk id="22" creationId="{197F6C04-5CDC-4E6A-823A-A64CB0A130FE}"/>
          </ac:spMkLst>
        </pc:spChg>
        <pc:spChg chg="del">
          <ac:chgData name="Soban Najam" userId="59c411b0-ccb7-4330-99a9-29cc04a2c185" providerId="ADAL" clId="{498552E8-13B2-4ACC-BEA2-C493D7A63BC2}" dt="2022-06-16T05:36:34.912" v="10091" actId="478"/>
          <ac:spMkLst>
            <pc:docMk/>
            <pc:sldMk cId="3579791104" sldId="268"/>
            <ac:spMk id="23" creationId="{BC80EC5F-09BB-4B4A-B599-1E8EE9A9D296}"/>
          </ac:spMkLst>
        </pc:spChg>
        <pc:spChg chg="del">
          <ac:chgData name="Soban Najam" userId="59c411b0-ccb7-4330-99a9-29cc04a2c185" providerId="ADAL" clId="{498552E8-13B2-4ACC-BEA2-C493D7A63BC2}" dt="2022-06-16T05:36:34.912" v="10091" actId="478"/>
          <ac:spMkLst>
            <pc:docMk/>
            <pc:sldMk cId="3579791104" sldId="268"/>
            <ac:spMk id="24" creationId="{9ED76470-D435-4C91-B5CC-547FFC00D369}"/>
          </ac:spMkLst>
        </pc:spChg>
        <pc:spChg chg="del">
          <ac:chgData name="Soban Najam" userId="59c411b0-ccb7-4330-99a9-29cc04a2c185" providerId="ADAL" clId="{498552E8-13B2-4ACC-BEA2-C493D7A63BC2}" dt="2022-06-16T05:36:34.912" v="10091" actId="478"/>
          <ac:spMkLst>
            <pc:docMk/>
            <pc:sldMk cId="3579791104" sldId="268"/>
            <ac:spMk id="25" creationId="{6F8C7508-8AD1-435C-A142-D48005247BB8}"/>
          </ac:spMkLst>
        </pc:spChg>
        <pc:spChg chg="add mod">
          <ac:chgData name="Soban Najam" userId="59c411b0-ccb7-4330-99a9-29cc04a2c185" providerId="ADAL" clId="{498552E8-13B2-4ACC-BEA2-C493D7A63BC2}" dt="2022-06-16T06:15:17.691" v="10353" actId="1076"/>
          <ac:spMkLst>
            <pc:docMk/>
            <pc:sldMk cId="3579791104" sldId="268"/>
            <ac:spMk id="26" creationId="{35D768F1-8E85-4A54-8D29-6828D8263D19}"/>
          </ac:spMkLst>
        </pc:spChg>
        <pc:spChg chg="del">
          <ac:chgData name="Soban Najam" userId="59c411b0-ccb7-4330-99a9-29cc04a2c185" providerId="ADAL" clId="{498552E8-13B2-4ACC-BEA2-C493D7A63BC2}" dt="2022-06-16T05:36:34.912" v="10091" actId="478"/>
          <ac:spMkLst>
            <pc:docMk/>
            <pc:sldMk cId="3579791104" sldId="268"/>
            <ac:spMk id="27" creationId="{43312E49-EA32-44B1-AA25-E3757F63CF9F}"/>
          </ac:spMkLst>
        </pc:spChg>
        <pc:spChg chg="del">
          <ac:chgData name="Soban Najam" userId="59c411b0-ccb7-4330-99a9-29cc04a2c185" providerId="ADAL" clId="{498552E8-13B2-4ACC-BEA2-C493D7A63BC2}" dt="2022-06-16T05:36:34.912" v="10091" actId="478"/>
          <ac:spMkLst>
            <pc:docMk/>
            <pc:sldMk cId="3579791104" sldId="268"/>
            <ac:spMk id="28" creationId="{307F1B16-02BE-4887-A3FE-06E4CA61BF38}"/>
          </ac:spMkLst>
        </pc:spChg>
        <pc:spChg chg="add mod">
          <ac:chgData name="Soban Najam" userId="59c411b0-ccb7-4330-99a9-29cc04a2c185" providerId="ADAL" clId="{498552E8-13B2-4ACC-BEA2-C493D7A63BC2}" dt="2022-06-16T06:15:11.599" v="10352" actId="1076"/>
          <ac:spMkLst>
            <pc:docMk/>
            <pc:sldMk cId="3579791104" sldId="268"/>
            <ac:spMk id="29" creationId="{BBA5CD38-F66D-47C9-BB05-95EF799DC753}"/>
          </ac:spMkLst>
        </pc:spChg>
        <pc:cxnChg chg="add mod">
          <ac:chgData name="Soban Najam" userId="59c411b0-ccb7-4330-99a9-29cc04a2c185" providerId="ADAL" clId="{498552E8-13B2-4ACC-BEA2-C493D7A63BC2}" dt="2022-06-16T06:11:43.431" v="10252" actId="692"/>
          <ac:cxnSpMkLst>
            <pc:docMk/>
            <pc:sldMk cId="3579791104" sldId="268"/>
            <ac:cxnSpMk id="8" creationId="{A4B8E911-1E3C-4D41-B9D1-2C26EECAB34A}"/>
          </ac:cxnSpMkLst>
        </pc:cxnChg>
      </pc:sldChg>
      <pc:sldChg chg="addSp delSp modSp add mod">
        <pc:chgData name="Soban Najam" userId="59c411b0-ccb7-4330-99a9-29cc04a2c185" providerId="ADAL" clId="{498552E8-13B2-4ACC-BEA2-C493D7A63BC2}" dt="2023-04-12T21:29:01.200" v="12659"/>
        <pc:sldMkLst>
          <pc:docMk/>
          <pc:sldMk cId="2107119516" sldId="269"/>
        </pc:sldMkLst>
        <pc:spChg chg="add mod">
          <ac:chgData name="Soban Najam" userId="59c411b0-ccb7-4330-99a9-29cc04a2c185" providerId="ADAL" clId="{498552E8-13B2-4ACC-BEA2-C493D7A63BC2}" dt="2023-04-12T13:32:59.890" v="12254"/>
          <ac:spMkLst>
            <pc:docMk/>
            <pc:sldMk cId="2107119516" sldId="269"/>
            <ac:spMk id="2" creationId="{4C17DD6D-4D56-A859-327B-E77A326CE43A}"/>
          </ac:spMkLst>
        </pc:spChg>
        <pc:spChg chg="mod">
          <ac:chgData name="Soban Najam" userId="59c411b0-ccb7-4330-99a9-29cc04a2c185" providerId="ADAL" clId="{498552E8-13B2-4ACC-BEA2-C493D7A63BC2}" dt="2022-06-16T10:56:46.328" v="10909" actId="20577"/>
          <ac:spMkLst>
            <pc:docMk/>
            <pc:sldMk cId="2107119516" sldId="269"/>
            <ac:spMk id="3" creationId="{4DE352EB-98DB-4315-87A7-D23ED7C94277}"/>
          </ac:spMkLst>
        </pc:spChg>
        <pc:spChg chg="add mod">
          <ac:chgData name="Soban Najam" userId="59c411b0-ccb7-4330-99a9-29cc04a2c185" providerId="ADAL" clId="{498552E8-13B2-4ACC-BEA2-C493D7A63BC2}" dt="2023-04-12T13:32:59.890" v="12254"/>
          <ac:spMkLst>
            <pc:docMk/>
            <pc:sldMk cId="2107119516" sldId="269"/>
            <ac:spMk id="4" creationId="{69638698-82CA-7714-FE5D-4730E02802B8}"/>
          </ac:spMkLst>
        </pc:spChg>
        <pc:spChg chg="mod">
          <ac:chgData name="Soban Najam" userId="59c411b0-ccb7-4330-99a9-29cc04a2c185" providerId="ADAL" clId="{498552E8-13B2-4ACC-BEA2-C493D7A63BC2}" dt="2023-04-12T21:29:01.200" v="12659"/>
          <ac:spMkLst>
            <pc:docMk/>
            <pc:sldMk cId="2107119516" sldId="269"/>
            <ac:spMk id="5" creationId="{680D5784-AAC3-43E5-B3C6-8A9D8CB6CE29}"/>
          </ac:spMkLst>
        </pc:spChg>
        <pc:spChg chg="add mod">
          <ac:chgData name="Soban Najam" userId="59c411b0-ccb7-4330-99a9-29cc04a2c185" providerId="ADAL" clId="{498552E8-13B2-4ACC-BEA2-C493D7A63BC2}" dt="2022-06-16T06:24:40.922" v="10491" actId="404"/>
          <ac:spMkLst>
            <pc:docMk/>
            <pc:sldMk cId="2107119516" sldId="269"/>
            <ac:spMk id="9" creationId="{D74DB408-2AA2-46C3-9BE1-EC32C24D5A55}"/>
          </ac:spMkLst>
        </pc:spChg>
        <pc:spChg chg="del mod">
          <ac:chgData name="Soban Najam" userId="59c411b0-ccb7-4330-99a9-29cc04a2c185" providerId="ADAL" clId="{498552E8-13B2-4ACC-BEA2-C493D7A63BC2}" dt="2023-04-12T13:32:31.389" v="12251" actId="478"/>
          <ac:spMkLst>
            <pc:docMk/>
            <pc:sldMk cId="2107119516" sldId="269"/>
            <ac:spMk id="10" creationId="{6CA71E52-105E-44E6-A1D6-BF7B46B4DF0E}"/>
          </ac:spMkLst>
        </pc:spChg>
        <pc:spChg chg="add mod">
          <ac:chgData name="Soban Najam" userId="59c411b0-ccb7-4330-99a9-29cc04a2c185" providerId="ADAL" clId="{498552E8-13B2-4ACC-BEA2-C493D7A63BC2}" dt="2023-04-12T13:32:59.890" v="12254"/>
          <ac:spMkLst>
            <pc:docMk/>
            <pc:sldMk cId="2107119516" sldId="269"/>
            <ac:spMk id="11" creationId="{B0F73739-CB7C-56E4-8518-CDF80992A806}"/>
          </ac:spMkLst>
        </pc:spChg>
        <pc:spChg chg="mod">
          <ac:chgData name="Soban Najam" userId="59c411b0-ccb7-4330-99a9-29cc04a2c185" providerId="ADAL" clId="{498552E8-13B2-4ACC-BEA2-C493D7A63BC2}" dt="2023-04-12T13:41:44.044" v="12392"/>
          <ac:spMkLst>
            <pc:docMk/>
            <pc:sldMk cId="2107119516" sldId="269"/>
            <ac:spMk id="15" creationId="{994EE1A1-C0C7-4735-B82F-E65A7911DA46}"/>
          </ac:spMkLst>
        </pc:spChg>
        <pc:spChg chg="add mod">
          <ac:chgData name="Soban Najam" userId="59c411b0-ccb7-4330-99a9-29cc04a2c185" providerId="ADAL" clId="{498552E8-13B2-4ACC-BEA2-C493D7A63BC2}" dt="2022-06-16T11:20:22.712" v="10941" actId="20577"/>
          <ac:spMkLst>
            <pc:docMk/>
            <pc:sldMk cId="2107119516" sldId="269"/>
            <ac:spMk id="16" creationId="{BC051D20-8B23-403D-8431-8794836F36F1}"/>
          </ac:spMkLst>
        </pc:spChg>
        <pc:spChg chg="mod">
          <ac:chgData name="Soban Najam" userId="59c411b0-ccb7-4330-99a9-29cc04a2c185" providerId="ADAL" clId="{498552E8-13B2-4ACC-BEA2-C493D7A63BC2}" dt="2022-06-16T10:56:53.232" v="10912" actId="20577"/>
          <ac:spMkLst>
            <pc:docMk/>
            <pc:sldMk cId="2107119516" sldId="269"/>
            <ac:spMk id="17" creationId="{136640DF-E9E4-43EC-8875-108DDEB887F4}"/>
          </ac:spMkLst>
        </pc:spChg>
        <pc:spChg chg="mod">
          <ac:chgData name="Soban Najam" userId="59c411b0-ccb7-4330-99a9-29cc04a2c185" providerId="ADAL" clId="{498552E8-13B2-4ACC-BEA2-C493D7A63BC2}" dt="2022-06-16T11:20:02.567" v="10933" actId="20577"/>
          <ac:spMkLst>
            <pc:docMk/>
            <pc:sldMk cId="2107119516" sldId="269"/>
            <ac:spMk id="18" creationId="{14C66E83-8C91-4B7B-858F-05C5D3218416}"/>
          </ac:spMkLst>
        </pc:spChg>
        <pc:spChg chg="add mod">
          <ac:chgData name="Soban Najam" userId="59c411b0-ccb7-4330-99a9-29cc04a2c185" providerId="ADAL" clId="{498552E8-13B2-4ACC-BEA2-C493D7A63BC2}" dt="2022-06-16T11:19:33.704" v="10914"/>
          <ac:spMkLst>
            <pc:docMk/>
            <pc:sldMk cId="2107119516" sldId="269"/>
            <ac:spMk id="19" creationId="{01C75668-1F10-4440-B77B-9BFA21EC0005}"/>
          </ac:spMkLst>
        </pc:spChg>
        <pc:spChg chg="add mod">
          <ac:chgData name="Soban Najam" userId="59c411b0-ccb7-4330-99a9-29cc04a2c185" providerId="ADAL" clId="{498552E8-13B2-4ACC-BEA2-C493D7A63BC2}" dt="2022-06-16T11:20:15.340" v="10940" actId="20577"/>
          <ac:spMkLst>
            <pc:docMk/>
            <pc:sldMk cId="2107119516" sldId="269"/>
            <ac:spMk id="20" creationId="{080D0693-E91E-40DC-8BF9-F319AB2ABE06}"/>
          </ac:spMkLst>
        </pc:spChg>
        <pc:spChg chg="add del mod">
          <ac:chgData name="Soban Najam" userId="59c411b0-ccb7-4330-99a9-29cc04a2c185" providerId="ADAL" clId="{498552E8-13B2-4ACC-BEA2-C493D7A63BC2}" dt="2023-04-12T13:32:31.389" v="12251" actId="478"/>
          <ac:spMkLst>
            <pc:docMk/>
            <pc:sldMk cId="2107119516" sldId="269"/>
            <ac:spMk id="22" creationId="{D5E5BBAF-1A16-44B9-A888-F5F30CE1ED82}"/>
          </ac:spMkLst>
        </pc:spChg>
        <pc:spChg chg="add mod">
          <ac:chgData name="Soban Najam" userId="59c411b0-ccb7-4330-99a9-29cc04a2c185" providerId="ADAL" clId="{498552E8-13B2-4ACC-BEA2-C493D7A63BC2}" dt="2022-06-16T06:24:58.987" v="10509" actId="208"/>
          <ac:spMkLst>
            <pc:docMk/>
            <pc:sldMk cId="2107119516" sldId="269"/>
            <ac:spMk id="23" creationId="{B6748883-68AA-4278-86BF-85D8DA96BF61}"/>
          </ac:spMkLst>
        </pc:spChg>
        <pc:spChg chg="del">
          <ac:chgData name="Soban Najam" userId="59c411b0-ccb7-4330-99a9-29cc04a2c185" providerId="ADAL" clId="{498552E8-13B2-4ACC-BEA2-C493D7A63BC2}" dt="2022-06-16T06:22:32.617" v="10370" actId="478"/>
          <ac:spMkLst>
            <pc:docMk/>
            <pc:sldMk cId="2107119516" sldId="269"/>
            <ac:spMk id="26" creationId="{35D768F1-8E85-4A54-8D29-6828D8263D19}"/>
          </ac:spMkLst>
        </pc:spChg>
        <pc:spChg chg="add del mod">
          <ac:chgData name="Soban Najam" userId="59c411b0-ccb7-4330-99a9-29cc04a2c185" providerId="ADAL" clId="{498552E8-13B2-4ACC-BEA2-C493D7A63BC2}" dt="2023-04-12T13:32:41.550" v="12252" actId="478"/>
          <ac:spMkLst>
            <pc:docMk/>
            <pc:sldMk cId="2107119516" sldId="269"/>
            <ac:spMk id="27" creationId="{8D2153A1-D9CF-4431-9ADA-B672169BD815}"/>
          </ac:spMkLst>
        </pc:spChg>
        <pc:spChg chg="del">
          <ac:chgData name="Soban Najam" userId="59c411b0-ccb7-4330-99a9-29cc04a2c185" providerId="ADAL" clId="{498552E8-13B2-4ACC-BEA2-C493D7A63BC2}" dt="2022-06-16T06:22:32.617" v="10370" actId="478"/>
          <ac:spMkLst>
            <pc:docMk/>
            <pc:sldMk cId="2107119516" sldId="269"/>
            <ac:spMk id="29" creationId="{BBA5CD38-F66D-47C9-BB05-95EF799DC753}"/>
          </ac:spMkLst>
        </pc:spChg>
        <pc:spChg chg="add del mod">
          <ac:chgData name="Soban Najam" userId="59c411b0-ccb7-4330-99a9-29cc04a2c185" providerId="ADAL" clId="{498552E8-13B2-4ACC-BEA2-C493D7A63BC2}" dt="2023-04-12T13:32:41.550" v="12252" actId="478"/>
          <ac:spMkLst>
            <pc:docMk/>
            <pc:sldMk cId="2107119516" sldId="269"/>
            <ac:spMk id="30" creationId="{5FEB6231-3F5A-4E12-94EE-54EC0C19FB8E}"/>
          </ac:spMkLst>
        </pc:spChg>
        <pc:spChg chg="add del mod">
          <ac:chgData name="Soban Najam" userId="59c411b0-ccb7-4330-99a9-29cc04a2c185" providerId="ADAL" clId="{498552E8-13B2-4ACC-BEA2-C493D7A63BC2}" dt="2023-04-12T13:32:43.033" v="12253" actId="478"/>
          <ac:spMkLst>
            <pc:docMk/>
            <pc:sldMk cId="2107119516" sldId="269"/>
            <ac:spMk id="31" creationId="{129489EE-7D5C-436D-9A15-A7436F7DD115}"/>
          </ac:spMkLst>
        </pc:spChg>
        <pc:cxnChg chg="del mod">
          <ac:chgData name="Soban Najam" userId="59c411b0-ccb7-4330-99a9-29cc04a2c185" providerId="ADAL" clId="{498552E8-13B2-4ACC-BEA2-C493D7A63BC2}" dt="2023-04-12T13:32:31.389" v="12251" actId="478"/>
          <ac:cxnSpMkLst>
            <pc:docMk/>
            <pc:sldMk cId="2107119516" sldId="269"/>
            <ac:cxnSpMk id="8" creationId="{A4B8E911-1E3C-4D41-B9D1-2C26EECAB34A}"/>
          </ac:cxnSpMkLst>
        </pc:cxnChg>
        <pc:cxnChg chg="add del mod">
          <ac:chgData name="Soban Najam" userId="59c411b0-ccb7-4330-99a9-29cc04a2c185" providerId="ADAL" clId="{498552E8-13B2-4ACC-BEA2-C493D7A63BC2}" dt="2022-06-16T06:25:19.231" v="10516" actId="478"/>
          <ac:cxnSpMkLst>
            <pc:docMk/>
            <pc:sldMk cId="2107119516" sldId="269"/>
            <ac:cxnSpMk id="12" creationId="{91338382-F0DD-4CB1-8DA4-C9C1763F9D9E}"/>
          </ac:cxnSpMkLst>
        </pc:cxnChg>
        <pc:cxnChg chg="add del mod">
          <ac:chgData name="Soban Najam" userId="59c411b0-ccb7-4330-99a9-29cc04a2c185" providerId="ADAL" clId="{498552E8-13B2-4ACC-BEA2-C493D7A63BC2}" dt="2023-04-12T13:32:31.389" v="12251" actId="478"/>
          <ac:cxnSpMkLst>
            <pc:docMk/>
            <pc:sldMk cId="2107119516" sldId="269"/>
            <ac:cxnSpMk id="21" creationId="{FDC6B7F0-2777-4903-97F4-AB26472C84F0}"/>
          </ac:cxnSpMkLst>
        </pc:cxnChg>
        <pc:cxnChg chg="add del mod">
          <ac:chgData name="Soban Najam" userId="59c411b0-ccb7-4330-99a9-29cc04a2c185" providerId="ADAL" clId="{498552E8-13B2-4ACC-BEA2-C493D7A63BC2}" dt="2022-06-16T06:25:20.146" v="10517" actId="478"/>
          <ac:cxnSpMkLst>
            <pc:docMk/>
            <pc:sldMk cId="2107119516" sldId="269"/>
            <ac:cxnSpMk id="25" creationId="{790A9EC4-227A-415B-A7B5-709FA0F92418}"/>
          </ac:cxnSpMkLst>
        </pc:cxnChg>
      </pc:sldChg>
      <pc:sldChg chg="addSp delSp modSp add mod">
        <pc:chgData name="Soban Najam" userId="59c411b0-ccb7-4330-99a9-29cc04a2c185" providerId="ADAL" clId="{498552E8-13B2-4ACC-BEA2-C493D7A63BC2}" dt="2023-04-12T21:29:01.200" v="12659"/>
        <pc:sldMkLst>
          <pc:docMk/>
          <pc:sldMk cId="1634172438" sldId="270"/>
        </pc:sldMkLst>
        <pc:spChg chg="add del mod">
          <ac:chgData name="Soban Najam" userId="59c411b0-ccb7-4330-99a9-29cc04a2c185" providerId="ADAL" clId="{498552E8-13B2-4ACC-BEA2-C493D7A63BC2}" dt="2022-06-16T11:21:48.699" v="11030" actId="478"/>
          <ac:spMkLst>
            <pc:docMk/>
            <pc:sldMk cId="1634172438" sldId="270"/>
            <ac:spMk id="2" creationId="{F87DBFBB-E118-4B58-8F7D-3D0744F06F31}"/>
          </ac:spMkLst>
        </pc:spChg>
        <pc:spChg chg="del">
          <ac:chgData name="Soban Najam" userId="59c411b0-ccb7-4330-99a9-29cc04a2c185" providerId="ADAL" clId="{498552E8-13B2-4ACC-BEA2-C493D7A63BC2}" dt="2022-06-16T11:21:48.699" v="11030" actId="478"/>
          <ac:spMkLst>
            <pc:docMk/>
            <pc:sldMk cId="1634172438" sldId="270"/>
            <ac:spMk id="3" creationId="{4DE352EB-98DB-4315-87A7-D23ED7C94277}"/>
          </ac:spMkLst>
        </pc:spChg>
        <pc:spChg chg="mod">
          <ac:chgData name="Soban Najam" userId="59c411b0-ccb7-4330-99a9-29cc04a2c185" providerId="ADAL" clId="{498552E8-13B2-4ACC-BEA2-C493D7A63BC2}" dt="2023-04-12T21:29:01.200" v="12659"/>
          <ac:spMkLst>
            <pc:docMk/>
            <pc:sldMk cId="1634172438" sldId="270"/>
            <ac:spMk id="5" creationId="{680D5784-AAC3-43E5-B3C6-8A9D8CB6CE29}"/>
          </ac:spMkLst>
        </pc:spChg>
        <pc:spChg chg="del">
          <ac:chgData name="Soban Najam" userId="59c411b0-ccb7-4330-99a9-29cc04a2c185" providerId="ADAL" clId="{498552E8-13B2-4ACC-BEA2-C493D7A63BC2}" dt="2022-06-16T11:21:48.699" v="11030" actId="478"/>
          <ac:spMkLst>
            <pc:docMk/>
            <pc:sldMk cId="1634172438" sldId="270"/>
            <ac:spMk id="9" creationId="{D74DB408-2AA2-46C3-9BE1-EC32C24D5A55}"/>
          </ac:spMkLst>
        </pc:spChg>
        <pc:spChg chg="del">
          <ac:chgData name="Soban Najam" userId="59c411b0-ccb7-4330-99a9-29cc04a2c185" providerId="ADAL" clId="{498552E8-13B2-4ACC-BEA2-C493D7A63BC2}" dt="2022-06-16T11:21:48.699" v="11030" actId="478"/>
          <ac:spMkLst>
            <pc:docMk/>
            <pc:sldMk cId="1634172438" sldId="270"/>
            <ac:spMk id="10" creationId="{6CA71E52-105E-44E6-A1D6-BF7B46B4DF0E}"/>
          </ac:spMkLst>
        </pc:spChg>
        <pc:spChg chg="mod">
          <ac:chgData name="Soban Najam" userId="59c411b0-ccb7-4330-99a9-29cc04a2c185" providerId="ADAL" clId="{498552E8-13B2-4ACC-BEA2-C493D7A63BC2}" dt="2023-04-12T13:41:44.044" v="12392"/>
          <ac:spMkLst>
            <pc:docMk/>
            <pc:sldMk cId="1634172438" sldId="270"/>
            <ac:spMk id="15" creationId="{994EE1A1-C0C7-4735-B82F-E65A7911DA46}"/>
          </ac:spMkLst>
        </pc:spChg>
        <pc:spChg chg="del">
          <ac:chgData name="Soban Najam" userId="59c411b0-ccb7-4330-99a9-29cc04a2c185" providerId="ADAL" clId="{498552E8-13B2-4ACC-BEA2-C493D7A63BC2}" dt="2022-06-16T11:21:48.699" v="11030" actId="478"/>
          <ac:spMkLst>
            <pc:docMk/>
            <pc:sldMk cId="1634172438" sldId="270"/>
            <ac:spMk id="16" creationId="{BC051D20-8B23-403D-8431-8794836F36F1}"/>
          </ac:spMkLst>
        </pc:spChg>
        <pc:spChg chg="del">
          <ac:chgData name="Soban Najam" userId="59c411b0-ccb7-4330-99a9-29cc04a2c185" providerId="ADAL" clId="{498552E8-13B2-4ACC-BEA2-C493D7A63BC2}" dt="2022-06-16T11:21:48.699" v="11030" actId="478"/>
          <ac:spMkLst>
            <pc:docMk/>
            <pc:sldMk cId="1634172438" sldId="270"/>
            <ac:spMk id="17" creationId="{136640DF-E9E4-43EC-8875-108DDEB887F4}"/>
          </ac:spMkLst>
        </pc:spChg>
        <pc:spChg chg="del">
          <ac:chgData name="Soban Najam" userId="59c411b0-ccb7-4330-99a9-29cc04a2c185" providerId="ADAL" clId="{498552E8-13B2-4ACC-BEA2-C493D7A63BC2}" dt="2022-06-16T11:21:48.699" v="11030" actId="478"/>
          <ac:spMkLst>
            <pc:docMk/>
            <pc:sldMk cId="1634172438" sldId="270"/>
            <ac:spMk id="18" creationId="{14C66E83-8C91-4B7B-858F-05C5D3218416}"/>
          </ac:spMkLst>
        </pc:spChg>
        <pc:spChg chg="del">
          <ac:chgData name="Soban Najam" userId="59c411b0-ccb7-4330-99a9-29cc04a2c185" providerId="ADAL" clId="{498552E8-13B2-4ACC-BEA2-C493D7A63BC2}" dt="2022-06-16T11:21:48.699" v="11030" actId="478"/>
          <ac:spMkLst>
            <pc:docMk/>
            <pc:sldMk cId="1634172438" sldId="270"/>
            <ac:spMk id="19" creationId="{01C75668-1F10-4440-B77B-9BFA21EC0005}"/>
          </ac:spMkLst>
        </pc:spChg>
        <pc:spChg chg="del">
          <ac:chgData name="Soban Najam" userId="59c411b0-ccb7-4330-99a9-29cc04a2c185" providerId="ADAL" clId="{498552E8-13B2-4ACC-BEA2-C493D7A63BC2}" dt="2022-06-16T11:21:48.699" v="11030" actId="478"/>
          <ac:spMkLst>
            <pc:docMk/>
            <pc:sldMk cId="1634172438" sldId="270"/>
            <ac:spMk id="20" creationId="{080D0693-E91E-40DC-8BF9-F319AB2ABE06}"/>
          </ac:spMkLst>
        </pc:spChg>
        <pc:spChg chg="del">
          <ac:chgData name="Soban Najam" userId="59c411b0-ccb7-4330-99a9-29cc04a2c185" providerId="ADAL" clId="{498552E8-13B2-4ACC-BEA2-C493D7A63BC2}" dt="2022-06-16T11:21:48.699" v="11030" actId="478"/>
          <ac:spMkLst>
            <pc:docMk/>
            <pc:sldMk cId="1634172438" sldId="270"/>
            <ac:spMk id="22" creationId="{D5E5BBAF-1A16-44B9-A888-F5F30CE1ED82}"/>
          </ac:spMkLst>
        </pc:spChg>
        <pc:spChg chg="del">
          <ac:chgData name="Soban Najam" userId="59c411b0-ccb7-4330-99a9-29cc04a2c185" providerId="ADAL" clId="{498552E8-13B2-4ACC-BEA2-C493D7A63BC2}" dt="2022-06-16T11:21:48.699" v="11030" actId="478"/>
          <ac:spMkLst>
            <pc:docMk/>
            <pc:sldMk cId="1634172438" sldId="270"/>
            <ac:spMk id="23" creationId="{B6748883-68AA-4278-86BF-85D8DA96BF61}"/>
          </ac:spMkLst>
        </pc:spChg>
        <pc:spChg chg="add del mod">
          <ac:chgData name="Soban Najam" userId="59c411b0-ccb7-4330-99a9-29cc04a2c185" providerId="ADAL" clId="{498552E8-13B2-4ACC-BEA2-C493D7A63BC2}" dt="2022-06-16T11:21:48.699" v="11030" actId="478"/>
          <ac:spMkLst>
            <pc:docMk/>
            <pc:sldMk cId="1634172438" sldId="270"/>
            <ac:spMk id="24" creationId="{C351AEFE-B530-4573-B7D9-CED09135ED41}"/>
          </ac:spMkLst>
        </pc:spChg>
        <pc:spChg chg="add mod">
          <ac:chgData name="Soban Najam" userId="59c411b0-ccb7-4330-99a9-29cc04a2c185" providerId="ADAL" clId="{498552E8-13B2-4ACC-BEA2-C493D7A63BC2}" dt="2022-06-16T11:21:53.040" v="11031"/>
          <ac:spMkLst>
            <pc:docMk/>
            <pc:sldMk cId="1634172438" sldId="270"/>
            <ac:spMk id="25" creationId="{B306C49C-19F7-4FFC-A6A2-FA736B2568E0}"/>
          </ac:spMkLst>
        </pc:spChg>
        <pc:spChg chg="add mod">
          <ac:chgData name="Soban Najam" userId="59c411b0-ccb7-4330-99a9-29cc04a2c185" providerId="ADAL" clId="{498552E8-13B2-4ACC-BEA2-C493D7A63BC2}" dt="2022-06-16T11:21:53.040" v="11031"/>
          <ac:spMkLst>
            <pc:docMk/>
            <pc:sldMk cId="1634172438" sldId="270"/>
            <ac:spMk id="26" creationId="{ECF7743F-33EC-4F14-90C2-45D7B5AF3A3A}"/>
          </ac:spMkLst>
        </pc:spChg>
        <pc:spChg chg="del">
          <ac:chgData name="Soban Najam" userId="59c411b0-ccb7-4330-99a9-29cc04a2c185" providerId="ADAL" clId="{498552E8-13B2-4ACC-BEA2-C493D7A63BC2}" dt="2022-06-16T11:21:48.699" v="11030" actId="478"/>
          <ac:spMkLst>
            <pc:docMk/>
            <pc:sldMk cId="1634172438" sldId="270"/>
            <ac:spMk id="27" creationId="{8D2153A1-D9CF-4431-9ADA-B672169BD815}"/>
          </ac:spMkLst>
        </pc:spChg>
        <pc:spChg chg="add mod">
          <ac:chgData name="Soban Najam" userId="59c411b0-ccb7-4330-99a9-29cc04a2c185" providerId="ADAL" clId="{498552E8-13B2-4ACC-BEA2-C493D7A63BC2}" dt="2022-06-16T11:23:04.501" v="11043" actId="20577"/>
          <ac:spMkLst>
            <pc:docMk/>
            <pc:sldMk cId="1634172438" sldId="270"/>
            <ac:spMk id="28" creationId="{2F59CA58-39EB-4036-8090-63CFAE59ECB9}"/>
          </ac:spMkLst>
        </pc:spChg>
        <pc:spChg chg="del mod">
          <ac:chgData name="Soban Najam" userId="59c411b0-ccb7-4330-99a9-29cc04a2c185" providerId="ADAL" clId="{498552E8-13B2-4ACC-BEA2-C493D7A63BC2}" dt="2022-06-16T11:21:48.699" v="11030" actId="478"/>
          <ac:spMkLst>
            <pc:docMk/>
            <pc:sldMk cId="1634172438" sldId="270"/>
            <ac:spMk id="30" creationId="{5FEB6231-3F5A-4E12-94EE-54EC0C19FB8E}"/>
          </ac:spMkLst>
        </pc:spChg>
        <pc:spChg chg="add del mod">
          <ac:chgData name="Soban Najam" userId="59c411b0-ccb7-4330-99a9-29cc04a2c185" providerId="ADAL" clId="{498552E8-13B2-4ACC-BEA2-C493D7A63BC2}" dt="2023-04-12T14:21:47.099" v="12458" actId="478"/>
          <ac:spMkLst>
            <pc:docMk/>
            <pc:sldMk cId="1634172438" sldId="270"/>
            <ac:spMk id="31" creationId="{D26931B4-09EA-4087-BD3C-B052E27D58B6}"/>
          </ac:spMkLst>
        </pc:spChg>
        <pc:spChg chg="add mod">
          <ac:chgData name="Soban Najam" userId="59c411b0-ccb7-4330-99a9-29cc04a2c185" providerId="ADAL" clId="{498552E8-13B2-4ACC-BEA2-C493D7A63BC2}" dt="2022-06-16T11:21:53.040" v="11031"/>
          <ac:spMkLst>
            <pc:docMk/>
            <pc:sldMk cId="1634172438" sldId="270"/>
            <ac:spMk id="32" creationId="{35DEC9AD-FF8D-40DD-8078-450D6280BF7F}"/>
          </ac:spMkLst>
        </pc:spChg>
        <pc:spChg chg="add mod">
          <ac:chgData name="Soban Najam" userId="59c411b0-ccb7-4330-99a9-29cc04a2c185" providerId="ADAL" clId="{498552E8-13B2-4ACC-BEA2-C493D7A63BC2}" dt="2022-06-16T11:21:53.040" v="11031"/>
          <ac:spMkLst>
            <pc:docMk/>
            <pc:sldMk cId="1634172438" sldId="270"/>
            <ac:spMk id="33" creationId="{3BC79758-69D9-4855-AB9A-D43398CA8665}"/>
          </ac:spMkLst>
        </pc:spChg>
        <pc:spChg chg="add mod">
          <ac:chgData name="Soban Najam" userId="59c411b0-ccb7-4330-99a9-29cc04a2c185" providerId="ADAL" clId="{498552E8-13B2-4ACC-BEA2-C493D7A63BC2}" dt="2022-06-16T11:26:08.920" v="11135" actId="20577"/>
          <ac:spMkLst>
            <pc:docMk/>
            <pc:sldMk cId="1634172438" sldId="270"/>
            <ac:spMk id="34" creationId="{4B381E1B-00AB-46FB-9DA9-F702837D7CA3}"/>
          </ac:spMkLst>
        </pc:spChg>
        <pc:spChg chg="add del mod">
          <ac:chgData name="Soban Najam" userId="59c411b0-ccb7-4330-99a9-29cc04a2c185" providerId="ADAL" clId="{498552E8-13B2-4ACC-BEA2-C493D7A63BC2}" dt="2023-04-12T14:21:47.099" v="12458" actId="478"/>
          <ac:spMkLst>
            <pc:docMk/>
            <pc:sldMk cId="1634172438" sldId="270"/>
            <ac:spMk id="36" creationId="{F251126F-CC2C-4950-9ED5-D0FEB9F636FA}"/>
          </ac:spMkLst>
        </pc:spChg>
        <pc:spChg chg="add mod">
          <ac:chgData name="Soban Najam" userId="59c411b0-ccb7-4330-99a9-29cc04a2c185" providerId="ADAL" clId="{498552E8-13B2-4ACC-BEA2-C493D7A63BC2}" dt="2022-06-16T11:21:53.040" v="11031"/>
          <ac:spMkLst>
            <pc:docMk/>
            <pc:sldMk cId="1634172438" sldId="270"/>
            <ac:spMk id="37" creationId="{155FA551-DDBC-40F9-BD4D-B35E2E0C76FC}"/>
          </ac:spMkLst>
        </pc:spChg>
        <pc:spChg chg="add mod">
          <ac:chgData name="Soban Najam" userId="59c411b0-ccb7-4330-99a9-29cc04a2c185" providerId="ADAL" clId="{498552E8-13B2-4ACC-BEA2-C493D7A63BC2}" dt="2022-06-16T11:21:53.040" v="11031"/>
          <ac:spMkLst>
            <pc:docMk/>
            <pc:sldMk cId="1634172438" sldId="270"/>
            <ac:spMk id="38" creationId="{DFF43081-3517-4858-9308-D68C8791EE3D}"/>
          </ac:spMkLst>
        </pc:spChg>
        <pc:spChg chg="add mod">
          <ac:chgData name="Soban Najam" userId="59c411b0-ccb7-4330-99a9-29cc04a2c185" providerId="ADAL" clId="{498552E8-13B2-4ACC-BEA2-C493D7A63BC2}" dt="2022-06-16T11:21:53.040" v="11031"/>
          <ac:spMkLst>
            <pc:docMk/>
            <pc:sldMk cId="1634172438" sldId="270"/>
            <ac:spMk id="39" creationId="{E5970A48-A2E2-411A-ABE7-7FC0D25056F9}"/>
          </ac:spMkLst>
        </pc:spChg>
        <pc:spChg chg="add mod">
          <ac:chgData name="Soban Najam" userId="59c411b0-ccb7-4330-99a9-29cc04a2c185" providerId="ADAL" clId="{498552E8-13B2-4ACC-BEA2-C493D7A63BC2}" dt="2022-06-16T11:23:11.108" v="11045" actId="20577"/>
          <ac:spMkLst>
            <pc:docMk/>
            <pc:sldMk cId="1634172438" sldId="270"/>
            <ac:spMk id="40" creationId="{83DA87E2-F721-410A-8734-9143894D0A7F}"/>
          </ac:spMkLst>
        </pc:spChg>
        <pc:spChg chg="add del mod">
          <ac:chgData name="Soban Najam" userId="59c411b0-ccb7-4330-99a9-29cc04a2c185" providerId="ADAL" clId="{498552E8-13B2-4ACC-BEA2-C493D7A63BC2}" dt="2022-06-16T11:23:17.053" v="11048" actId="478"/>
          <ac:spMkLst>
            <pc:docMk/>
            <pc:sldMk cId="1634172438" sldId="270"/>
            <ac:spMk id="41" creationId="{FAC5271A-939C-4D8D-AB5C-D551B0F349F4}"/>
          </ac:spMkLst>
        </pc:spChg>
        <pc:spChg chg="add del mod">
          <ac:chgData name="Soban Najam" userId="59c411b0-ccb7-4330-99a9-29cc04a2c185" providerId="ADAL" clId="{498552E8-13B2-4ACC-BEA2-C493D7A63BC2}" dt="2022-06-16T11:23:16.120" v="11047"/>
          <ac:spMkLst>
            <pc:docMk/>
            <pc:sldMk cId="1634172438" sldId="270"/>
            <ac:spMk id="42" creationId="{BA3AE142-4521-4C97-A0DD-986DDCC28B08}"/>
          </ac:spMkLst>
        </pc:spChg>
        <pc:spChg chg="add del mod">
          <ac:chgData name="Soban Najam" userId="59c411b0-ccb7-4330-99a9-29cc04a2c185" providerId="ADAL" clId="{498552E8-13B2-4ACC-BEA2-C493D7A63BC2}" dt="2022-06-16T11:23:16.120" v="11047"/>
          <ac:spMkLst>
            <pc:docMk/>
            <pc:sldMk cId="1634172438" sldId="270"/>
            <ac:spMk id="43" creationId="{9FA54315-5B35-45ED-8E3B-B341F443EBB4}"/>
          </ac:spMkLst>
        </pc:spChg>
        <pc:spChg chg="add mod">
          <ac:chgData name="Soban Najam" userId="59c411b0-ccb7-4330-99a9-29cc04a2c185" providerId="ADAL" clId="{498552E8-13B2-4ACC-BEA2-C493D7A63BC2}" dt="2022-06-16T11:23:17.303" v="11049"/>
          <ac:spMkLst>
            <pc:docMk/>
            <pc:sldMk cId="1634172438" sldId="270"/>
            <ac:spMk id="44" creationId="{133852AA-1347-430A-BA56-21CAE3E1B89C}"/>
          </ac:spMkLst>
        </pc:spChg>
        <pc:spChg chg="add mod">
          <ac:chgData name="Soban Najam" userId="59c411b0-ccb7-4330-99a9-29cc04a2c185" providerId="ADAL" clId="{498552E8-13B2-4ACC-BEA2-C493D7A63BC2}" dt="2023-04-12T13:41:44.044" v="12392"/>
          <ac:spMkLst>
            <pc:docMk/>
            <pc:sldMk cId="1634172438" sldId="270"/>
            <ac:spMk id="45" creationId="{DF41FC7D-EF24-4BA3-9B04-A2F8AA6A7A03}"/>
          </ac:spMkLst>
        </pc:spChg>
        <pc:cxnChg chg="del mod">
          <ac:chgData name="Soban Najam" userId="59c411b0-ccb7-4330-99a9-29cc04a2c185" providerId="ADAL" clId="{498552E8-13B2-4ACC-BEA2-C493D7A63BC2}" dt="2022-06-16T11:21:48.699" v="11030" actId="478"/>
          <ac:cxnSpMkLst>
            <pc:docMk/>
            <pc:sldMk cId="1634172438" sldId="270"/>
            <ac:cxnSpMk id="8" creationId="{A4B8E911-1E3C-4D41-B9D1-2C26EECAB34A}"/>
          </ac:cxnSpMkLst>
        </pc:cxnChg>
        <pc:cxnChg chg="del mod">
          <ac:chgData name="Soban Najam" userId="59c411b0-ccb7-4330-99a9-29cc04a2c185" providerId="ADAL" clId="{498552E8-13B2-4ACC-BEA2-C493D7A63BC2}" dt="2022-06-16T11:21:48.699" v="11030" actId="478"/>
          <ac:cxnSpMkLst>
            <pc:docMk/>
            <pc:sldMk cId="1634172438" sldId="270"/>
            <ac:cxnSpMk id="21" creationId="{FDC6B7F0-2777-4903-97F4-AB26472C84F0}"/>
          </ac:cxnSpMkLst>
        </pc:cxnChg>
        <pc:cxnChg chg="add del mod">
          <ac:chgData name="Soban Najam" userId="59c411b0-ccb7-4330-99a9-29cc04a2c185" providerId="ADAL" clId="{498552E8-13B2-4ACC-BEA2-C493D7A63BC2}" dt="2023-04-12T14:21:47.099" v="12458" actId="478"/>
          <ac:cxnSpMkLst>
            <pc:docMk/>
            <pc:sldMk cId="1634172438" sldId="270"/>
            <ac:cxnSpMk id="29" creationId="{BC573967-16B0-4484-ADBD-E825112B3B57}"/>
          </ac:cxnSpMkLst>
        </pc:cxnChg>
        <pc:cxnChg chg="add del mod">
          <ac:chgData name="Soban Najam" userId="59c411b0-ccb7-4330-99a9-29cc04a2c185" providerId="ADAL" clId="{498552E8-13B2-4ACC-BEA2-C493D7A63BC2}" dt="2023-04-12T14:21:47.099" v="12458" actId="478"/>
          <ac:cxnSpMkLst>
            <pc:docMk/>
            <pc:sldMk cId="1634172438" sldId="270"/>
            <ac:cxnSpMk id="35" creationId="{FF5B27AB-17D2-4621-A427-1AB7C56CDDAC}"/>
          </ac:cxnSpMkLst>
        </pc:cxnChg>
      </pc:sldChg>
      <pc:sldChg chg="addSp delSp modSp add del mod ord modAnim addCm delCm">
        <pc:chgData name="Soban Najam" userId="59c411b0-ccb7-4330-99a9-29cc04a2c185" providerId="ADAL" clId="{498552E8-13B2-4ACC-BEA2-C493D7A63BC2}" dt="2023-04-12T14:32:55.759" v="12578" actId="47"/>
        <pc:sldMkLst>
          <pc:docMk/>
          <pc:sldMk cId="993197740" sldId="271"/>
        </pc:sldMkLst>
        <pc:spChg chg="del">
          <ac:chgData name="Soban Najam" userId="59c411b0-ccb7-4330-99a9-29cc04a2c185" providerId="ADAL" clId="{498552E8-13B2-4ACC-BEA2-C493D7A63BC2}" dt="2022-06-16T06:35:12.566" v="10856" actId="478"/>
          <ac:spMkLst>
            <pc:docMk/>
            <pc:sldMk cId="993197740" sldId="271"/>
            <ac:spMk id="2" creationId="{F87DBFBB-E118-4B58-8F7D-3D0744F06F31}"/>
          </ac:spMkLst>
        </pc:spChg>
        <pc:spChg chg="del">
          <ac:chgData name="Soban Najam" userId="59c411b0-ccb7-4330-99a9-29cc04a2c185" providerId="ADAL" clId="{498552E8-13B2-4ACC-BEA2-C493D7A63BC2}" dt="2022-06-16T11:27:23.814" v="11153" actId="478"/>
          <ac:spMkLst>
            <pc:docMk/>
            <pc:sldMk cId="993197740" sldId="271"/>
            <ac:spMk id="3" creationId="{4DE352EB-98DB-4315-87A7-D23ED7C94277}"/>
          </ac:spMkLst>
        </pc:spChg>
        <pc:spChg chg="add mod">
          <ac:chgData name="Soban Najam" userId="59c411b0-ccb7-4330-99a9-29cc04a2c185" providerId="ADAL" clId="{498552E8-13B2-4ACC-BEA2-C493D7A63BC2}" dt="2022-06-16T12:26:45.575" v="11546" actId="1076"/>
          <ac:spMkLst>
            <pc:docMk/>
            <pc:sldMk cId="993197740" sldId="271"/>
            <ac:spMk id="4" creationId="{EF774D0E-3E27-49DD-AF34-6698BF76A4AD}"/>
          </ac:spMkLst>
        </pc:spChg>
        <pc:spChg chg="mod">
          <ac:chgData name="Soban Najam" userId="59c411b0-ccb7-4330-99a9-29cc04a2c185" providerId="ADAL" clId="{498552E8-13B2-4ACC-BEA2-C493D7A63BC2}" dt="2022-06-16T06:35:05.069" v="10855" actId="20577"/>
          <ac:spMkLst>
            <pc:docMk/>
            <pc:sldMk cId="993197740" sldId="271"/>
            <ac:spMk id="6" creationId="{628BBA39-824D-488B-AE10-EB9F908C928A}"/>
          </ac:spMkLst>
        </pc:spChg>
        <pc:spChg chg="del">
          <ac:chgData name="Soban Najam" userId="59c411b0-ccb7-4330-99a9-29cc04a2c185" providerId="ADAL" clId="{498552E8-13B2-4ACC-BEA2-C493D7A63BC2}" dt="2022-06-16T11:27:23.814" v="11153" actId="478"/>
          <ac:spMkLst>
            <pc:docMk/>
            <pc:sldMk cId="993197740" sldId="271"/>
            <ac:spMk id="9" creationId="{D74DB408-2AA2-46C3-9BE1-EC32C24D5A55}"/>
          </ac:spMkLst>
        </pc:spChg>
        <pc:spChg chg="del">
          <ac:chgData name="Soban Najam" userId="59c411b0-ccb7-4330-99a9-29cc04a2c185" providerId="ADAL" clId="{498552E8-13B2-4ACC-BEA2-C493D7A63BC2}" dt="2022-06-16T06:35:14.842" v="10858" actId="478"/>
          <ac:spMkLst>
            <pc:docMk/>
            <pc:sldMk cId="993197740" sldId="271"/>
            <ac:spMk id="10" creationId="{6CA71E52-105E-44E6-A1D6-BF7B46B4DF0E}"/>
          </ac:spMkLst>
        </pc:spChg>
        <pc:spChg chg="mod">
          <ac:chgData name="Soban Najam" userId="59c411b0-ccb7-4330-99a9-29cc04a2c185" providerId="ADAL" clId="{498552E8-13B2-4ACC-BEA2-C493D7A63BC2}" dt="2023-04-12T13:41:44.044" v="12392"/>
          <ac:spMkLst>
            <pc:docMk/>
            <pc:sldMk cId="993197740" sldId="271"/>
            <ac:spMk id="15" creationId="{994EE1A1-C0C7-4735-B82F-E65A7911DA46}"/>
          </ac:spMkLst>
        </pc:spChg>
        <pc:spChg chg="del">
          <ac:chgData name="Soban Najam" userId="59c411b0-ccb7-4330-99a9-29cc04a2c185" providerId="ADAL" clId="{498552E8-13B2-4ACC-BEA2-C493D7A63BC2}" dt="2022-06-16T11:27:23.814" v="11153" actId="478"/>
          <ac:spMkLst>
            <pc:docMk/>
            <pc:sldMk cId="993197740" sldId="271"/>
            <ac:spMk id="16" creationId="{BC051D20-8B23-403D-8431-8794836F36F1}"/>
          </ac:spMkLst>
        </pc:spChg>
        <pc:spChg chg="del">
          <ac:chgData name="Soban Najam" userId="59c411b0-ccb7-4330-99a9-29cc04a2c185" providerId="ADAL" clId="{498552E8-13B2-4ACC-BEA2-C493D7A63BC2}" dt="2022-06-16T11:27:23.814" v="11153" actId="478"/>
          <ac:spMkLst>
            <pc:docMk/>
            <pc:sldMk cId="993197740" sldId="271"/>
            <ac:spMk id="17" creationId="{136640DF-E9E4-43EC-8875-108DDEB887F4}"/>
          </ac:spMkLst>
        </pc:spChg>
        <pc:spChg chg="del">
          <ac:chgData name="Soban Najam" userId="59c411b0-ccb7-4330-99a9-29cc04a2c185" providerId="ADAL" clId="{498552E8-13B2-4ACC-BEA2-C493D7A63BC2}" dt="2022-06-16T11:27:23.814" v="11153" actId="478"/>
          <ac:spMkLst>
            <pc:docMk/>
            <pc:sldMk cId="993197740" sldId="271"/>
            <ac:spMk id="18" creationId="{14C66E83-8C91-4B7B-858F-05C5D3218416}"/>
          </ac:spMkLst>
        </pc:spChg>
        <pc:spChg chg="del">
          <ac:chgData name="Soban Najam" userId="59c411b0-ccb7-4330-99a9-29cc04a2c185" providerId="ADAL" clId="{498552E8-13B2-4ACC-BEA2-C493D7A63BC2}" dt="2022-06-16T11:27:23.814" v="11153" actId="478"/>
          <ac:spMkLst>
            <pc:docMk/>
            <pc:sldMk cId="993197740" sldId="271"/>
            <ac:spMk id="19" creationId="{01C75668-1F10-4440-B77B-9BFA21EC0005}"/>
          </ac:spMkLst>
        </pc:spChg>
        <pc:spChg chg="del">
          <ac:chgData name="Soban Najam" userId="59c411b0-ccb7-4330-99a9-29cc04a2c185" providerId="ADAL" clId="{498552E8-13B2-4ACC-BEA2-C493D7A63BC2}" dt="2022-06-16T11:27:23.814" v="11153" actId="478"/>
          <ac:spMkLst>
            <pc:docMk/>
            <pc:sldMk cId="993197740" sldId="271"/>
            <ac:spMk id="20" creationId="{080D0693-E91E-40DC-8BF9-F319AB2ABE06}"/>
          </ac:spMkLst>
        </pc:spChg>
        <pc:spChg chg="del">
          <ac:chgData name="Soban Najam" userId="59c411b0-ccb7-4330-99a9-29cc04a2c185" providerId="ADAL" clId="{498552E8-13B2-4ACC-BEA2-C493D7A63BC2}" dt="2022-06-16T06:35:15.719" v="10859" actId="478"/>
          <ac:spMkLst>
            <pc:docMk/>
            <pc:sldMk cId="993197740" sldId="271"/>
            <ac:spMk id="22" creationId="{D5E5BBAF-1A16-44B9-A888-F5F30CE1ED82}"/>
          </ac:spMkLst>
        </pc:spChg>
        <pc:spChg chg="del">
          <ac:chgData name="Soban Najam" userId="59c411b0-ccb7-4330-99a9-29cc04a2c185" providerId="ADAL" clId="{498552E8-13B2-4ACC-BEA2-C493D7A63BC2}" dt="2022-06-16T11:27:23.814" v="11153" actId="478"/>
          <ac:spMkLst>
            <pc:docMk/>
            <pc:sldMk cId="993197740" sldId="271"/>
            <ac:spMk id="23" creationId="{B6748883-68AA-4278-86BF-85D8DA96BF61}"/>
          </ac:spMkLst>
        </pc:spChg>
        <pc:spChg chg="del">
          <ac:chgData name="Soban Najam" userId="59c411b0-ccb7-4330-99a9-29cc04a2c185" providerId="ADAL" clId="{498552E8-13B2-4ACC-BEA2-C493D7A63BC2}" dt="2022-06-16T06:35:14.074" v="10857" actId="478"/>
          <ac:spMkLst>
            <pc:docMk/>
            <pc:sldMk cId="993197740" sldId="271"/>
            <ac:spMk id="24" creationId="{C351AEFE-B530-4573-B7D9-CED09135ED41}"/>
          </ac:spMkLst>
        </pc:spChg>
        <pc:spChg chg="add mod">
          <ac:chgData name="Soban Najam" userId="59c411b0-ccb7-4330-99a9-29cc04a2c185" providerId="ADAL" clId="{498552E8-13B2-4ACC-BEA2-C493D7A63BC2}" dt="2022-06-16T11:27:24.288" v="11154"/>
          <ac:spMkLst>
            <pc:docMk/>
            <pc:sldMk cId="993197740" sldId="271"/>
            <ac:spMk id="25" creationId="{6AEDC668-F1D6-445A-A7BD-3E602CEEB615}"/>
          </ac:spMkLst>
        </pc:spChg>
        <pc:spChg chg="add mod">
          <ac:chgData name="Soban Najam" userId="59c411b0-ccb7-4330-99a9-29cc04a2c185" providerId="ADAL" clId="{498552E8-13B2-4ACC-BEA2-C493D7A63BC2}" dt="2022-06-16T12:34:19.399" v="11774" actId="400"/>
          <ac:spMkLst>
            <pc:docMk/>
            <pc:sldMk cId="993197740" sldId="271"/>
            <ac:spMk id="26" creationId="{0C4DD4DE-2A05-4F90-85FA-47E03CB07863}"/>
          </ac:spMkLst>
        </pc:spChg>
        <pc:spChg chg="del">
          <ac:chgData name="Soban Najam" userId="59c411b0-ccb7-4330-99a9-29cc04a2c185" providerId="ADAL" clId="{498552E8-13B2-4ACC-BEA2-C493D7A63BC2}" dt="2022-06-16T06:35:12.566" v="10856" actId="478"/>
          <ac:spMkLst>
            <pc:docMk/>
            <pc:sldMk cId="993197740" sldId="271"/>
            <ac:spMk id="27" creationId="{8D2153A1-D9CF-4431-9ADA-B672169BD815}"/>
          </ac:spMkLst>
        </pc:spChg>
        <pc:spChg chg="add mod">
          <ac:chgData name="Soban Najam" userId="59c411b0-ccb7-4330-99a9-29cc04a2c185" providerId="ADAL" clId="{498552E8-13B2-4ACC-BEA2-C493D7A63BC2}" dt="2022-06-16T12:28:55.182" v="11583" actId="20577"/>
          <ac:spMkLst>
            <pc:docMk/>
            <pc:sldMk cId="993197740" sldId="271"/>
            <ac:spMk id="28" creationId="{5AF6FD2B-2446-467E-B06D-B7E883D68C36}"/>
          </ac:spMkLst>
        </pc:spChg>
        <pc:spChg chg="del">
          <ac:chgData name="Soban Najam" userId="59c411b0-ccb7-4330-99a9-29cc04a2c185" providerId="ADAL" clId="{498552E8-13B2-4ACC-BEA2-C493D7A63BC2}" dt="2022-06-16T06:35:12.566" v="10856" actId="478"/>
          <ac:spMkLst>
            <pc:docMk/>
            <pc:sldMk cId="993197740" sldId="271"/>
            <ac:spMk id="30" creationId="{5FEB6231-3F5A-4E12-94EE-54EC0C19FB8E}"/>
          </ac:spMkLst>
        </pc:spChg>
        <pc:spChg chg="add del mod">
          <ac:chgData name="Soban Najam" userId="59c411b0-ccb7-4330-99a9-29cc04a2c185" providerId="ADAL" clId="{498552E8-13B2-4ACC-BEA2-C493D7A63BC2}" dt="2022-06-16T11:27:33.800" v="11158" actId="478"/>
          <ac:spMkLst>
            <pc:docMk/>
            <pc:sldMk cId="993197740" sldId="271"/>
            <ac:spMk id="31" creationId="{7F1194AB-0302-4869-9896-17FCA68FDF31}"/>
          </ac:spMkLst>
        </pc:spChg>
        <pc:spChg chg="add mod">
          <ac:chgData name="Soban Najam" userId="59c411b0-ccb7-4330-99a9-29cc04a2c185" providerId="ADAL" clId="{498552E8-13B2-4ACC-BEA2-C493D7A63BC2}" dt="2022-06-16T12:23:04.852" v="11379" actId="1035"/>
          <ac:spMkLst>
            <pc:docMk/>
            <pc:sldMk cId="993197740" sldId="271"/>
            <ac:spMk id="32" creationId="{7CD58B40-1005-4144-AD6D-A7880827BF2A}"/>
          </ac:spMkLst>
        </pc:spChg>
        <pc:spChg chg="add mod">
          <ac:chgData name="Soban Najam" userId="59c411b0-ccb7-4330-99a9-29cc04a2c185" providerId="ADAL" clId="{498552E8-13B2-4ACC-BEA2-C493D7A63BC2}" dt="2022-06-16T12:34:23.305" v="11775" actId="400"/>
          <ac:spMkLst>
            <pc:docMk/>
            <pc:sldMk cId="993197740" sldId="271"/>
            <ac:spMk id="33" creationId="{B9D66982-1465-4287-8CDD-EC143C6F57C3}"/>
          </ac:spMkLst>
        </pc:spChg>
        <pc:spChg chg="add mod">
          <ac:chgData name="Soban Najam" userId="59c411b0-ccb7-4330-99a9-29cc04a2c185" providerId="ADAL" clId="{498552E8-13B2-4ACC-BEA2-C493D7A63BC2}" dt="2022-06-16T12:25:11.281" v="11421" actId="1038"/>
          <ac:spMkLst>
            <pc:docMk/>
            <pc:sldMk cId="993197740" sldId="271"/>
            <ac:spMk id="34" creationId="{A75FE074-18A4-4E42-87E6-352AA34A126F}"/>
          </ac:spMkLst>
        </pc:spChg>
        <pc:spChg chg="add del mod">
          <ac:chgData name="Soban Najam" userId="59c411b0-ccb7-4330-99a9-29cc04a2c185" providerId="ADAL" clId="{498552E8-13B2-4ACC-BEA2-C493D7A63BC2}" dt="2022-06-16T11:27:32.425" v="11157" actId="478"/>
          <ac:spMkLst>
            <pc:docMk/>
            <pc:sldMk cId="993197740" sldId="271"/>
            <ac:spMk id="36" creationId="{6B6C0967-738C-49AA-8FD2-A2154A800AC3}"/>
          </ac:spMkLst>
        </pc:spChg>
        <pc:spChg chg="add mod">
          <ac:chgData name="Soban Najam" userId="59c411b0-ccb7-4330-99a9-29cc04a2c185" providerId="ADAL" clId="{498552E8-13B2-4ACC-BEA2-C493D7A63BC2}" dt="2022-06-16T11:27:24.288" v="11154"/>
          <ac:spMkLst>
            <pc:docMk/>
            <pc:sldMk cId="993197740" sldId="271"/>
            <ac:spMk id="37" creationId="{CFD2678C-542C-47B7-B6BF-7E2C6B8F629B}"/>
          </ac:spMkLst>
        </pc:spChg>
        <pc:spChg chg="add mod">
          <ac:chgData name="Soban Najam" userId="59c411b0-ccb7-4330-99a9-29cc04a2c185" providerId="ADAL" clId="{498552E8-13B2-4ACC-BEA2-C493D7A63BC2}" dt="2022-06-16T12:23:04.852" v="11379" actId="1035"/>
          <ac:spMkLst>
            <pc:docMk/>
            <pc:sldMk cId="993197740" sldId="271"/>
            <ac:spMk id="38" creationId="{FF08A6D4-D74C-4409-B007-916664683A58}"/>
          </ac:spMkLst>
        </pc:spChg>
        <pc:spChg chg="add del mod">
          <ac:chgData name="Soban Najam" userId="59c411b0-ccb7-4330-99a9-29cc04a2c185" providerId="ADAL" clId="{498552E8-13B2-4ACC-BEA2-C493D7A63BC2}" dt="2022-06-16T11:27:29.620" v="11155" actId="478"/>
          <ac:spMkLst>
            <pc:docMk/>
            <pc:sldMk cId="993197740" sldId="271"/>
            <ac:spMk id="39" creationId="{58A1B15D-46A3-415A-88AD-5EEFD7DE5A68}"/>
          </ac:spMkLst>
        </pc:spChg>
        <pc:spChg chg="add del mod">
          <ac:chgData name="Soban Najam" userId="59c411b0-ccb7-4330-99a9-29cc04a2c185" providerId="ADAL" clId="{498552E8-13B2-4ACC-BEA2-C493D7A63BC2}" dt="2022-06-16T11:27:29.620" v="11155" actId="478"/>
          <ac:spMkLst>
            <pc:docMk/>
            <pc:sldMk cId="993197740" sldId="271"/>
            <ac:spMk id="40" creationId="{55111B0C-DAFF-4878-89D5-CD214EF95C1E}"/>
          </ac:spMkLst>
        </pc:spChg>
        <pc:spChg chg="add del mod">
          <ac:chgData name="Soban Najam" userId="59c411b0-ccb7-4330-99a9-29cc04a2c185" providerId="ADAL" clId="{498552E8-13B2-4ACC-BEA2-C493D7A63BC2}" dt="2022-06-16T11:27:29.620" v="11155" actId="478"/>
          <ac:spMkLst>
            <pc:docMk/>
            <pc:sldMk cId="993197740" sldId="271"/>
            <ac:spMk id="41" creationId="{A08E3109-E994-4A12-9D7A-F8C83DE2FA25}"/>
          </ac:spMkLst>
        </pc:spChg>
        <pc:spChg chg="add del mod">
          <ac:chgData name="Soban Najam" userId="59c411b0-ccb7-4330-99a9-29cc04a2c185" providerId="ADAL" clId="{498552E8-13B2-4ACC-BEA2-C493D7A63BC2}" dt="2022-06-16T11:27:31.397" v="11156" actId="478"/>
          <ac:spMkLst>
            <pc:docMk/>
            <pc:sldMk cId="993197740" sldId="271"/>
            <ac:spMk id="42" creationId="{C9A0D3CE-29A8-4DA6-A58E-2D5261426905}"/>
          </ac:spMkLst>
        </pc:spChg>
        <pc:spChg chg="add mod">
          <ac:chgData name="Soban Najam" userId="59c411b0-ccb7-4330-99a9-29cc04a2c185" providerId="ADAL" clId="{498552E8-13B2-4ACC-BEA2-C493D7A63BC2}" dt="2023-04-12T13:41:44.044" v="12392"/>
          <ac:spMkLst>
            <pc:docMk/>
            <pc:sldMk cId="993197740" sldId="271"/>
            <ac:spMk id="43" creationId="{3056DDD4-7AB7-4E1F-B296-39953C287DBC}"/>
          </ac:spMkLst>
        </pc:spChg>
        <pc:spChg chg="add mod">
          <ac:chgData name="Soban Najam" userId="59c411b0-ccb7-4330-99a9-29cc04a2c185" providerId="ADAL" clId="{498552E8-13B2-4ACC-BEA2-C493D7A63BC2}" dt="2022-06-16T12:30:01.683" v="11768" actId="14100"/>
          <ac:spMkLst>
            <pc:docMk/>
            <pc:sldMk cId="993197740" sldId="271"/>
            <ac:spMk id="52" creationId="{6195AEBD-59CF-431E-AB80-E6A18789A5FC}"/>
          </ac:spMkLst>
        </pc:spChg>
        <pc:cxnChg chg="del mod">
          <ac:chgData name="Soban Najam" userId="59c411b0-ccb7-4330-99a9-29cc04a2c185" providerId="ADAL" clId="{498552E8-13B2-4ACC-BEA2-C493D7A63BC2}" dt="2022-06-16T11:27:23.814" v="11153" actId="478"/>
          <ac:cxnSpMkLst>
            <pc:docMk/>
            <pc:sldMk cId="993197740" sldId="271"/>
            <ac:cxnSpMk id="8" creationId="{A4B8E911-1E3C-4D41-B9D1-2C26EECAB34A}"/>
          </ac:cxnSpMkLst>
        </pc:cxnChg>
        <pc:cxnChg chg="add mod">
          <ac:chgData name="Soban Najam" userId="59c411b0-ccb7-4330-99a9-29cc04a2c185" providerId="ADAL" clId="{498552E8-13B2-4ACC-BEA2-C493D7A63BC2}" dt="2022-06-16T12:25:46.190" v="11426" actId="693"/>
          <ac:cxnSpMkLst>
            <pc:docMk/>
            <pc:sldMk cId="993197740" sldId="271"/>
            <ac:cxnSpMk id="12" creationId="{9E8A639A-A5D8-44CA-8C70-05B3D66748E0}"/>
          </ac:cxnSpMkLst>
        </pc:cxnChg>
        <pc:cxnChg chg="del mod">
          <ac:chgData name="Soban Najam" userId="59c411b0-ccb7-4330-99a9-29cc04a2c185" providerId="ADAL" clId="{498552E8-13B2-4ACC-BEA2-C493D7A63BC2}" dt="2022-06-16T11:27:23.814" v="11153" actId="478"/>
          <ac:cxnSpMkLst>
            <pc:docMk/>
            <pc:sldMk cId="993197740" sldId="271"/>
            <ac:cxnSpMk id="21" creationId="{FDC6B7F0-2777-4903-97F4-AB26472C84F0}"/>
          </ac:cxnSpMkLst>
        </pc:cxnChg>
        <pc:cxnChg chg="add mod">
          <ac:chgData name="Soban Najam" userId="59c411b0-ccb7-4330-99a9-29cc04a2c185" providerId="ADAL" clId="{498552E8-13B2-4ACC-BEA2-C493D7A63BC2}" dt="2022-06-16T12:25:11.281" v="11421" actId="1038"/>
          <ac:cxnSpMkLst>
            <pc:docMk/>
            <pc:sldMk cId="993197740" sldId="271"/>
            <ac:cxnSpMk id="29" creationId="{9704A8AE-16E8-4E2F-962A-E4CECFD218FA}"/>
          </ac:cxnSpMkLst>
        </pc:cxnChg>
        <pc:cxnChg chg="add mod">
          <ac:chgData name="Soban Najam" userId="59c411b0-ccb7-4330-99a9-29cc04a2c185" providerId="ADAL" clId="{498552E8-13B2-4ACC-BEA2-C493D7A63BC2}" dt="2022-06-16T12:25:11.281" v="11421" actId="1038"/>
          <ac:cxnSpMkLst>
            <pc:docMk/>
            <pc:sldMk cId="993197740" sldId="271"/>
            <ac:cxnSpMk id="35" creationId="{859C1A79-13B8-4FD2-AF4F-5FFF6D259EB4}"/>
          </ac:cxnSpMkLst>
        </pc:cxnChg>
        <pc:cxnChg chg="add mod">
          <ac:chgData name="Soban Najam" userId="59c411b0-ccb7-4330-99a9-29cc04a2c185" providerId="ADAL" clId="{498552E8-13B2-4ACC-BEA2-C493D7A63BC2}" dt="2022-06-16T12:27:01.953" v="11549" actId="1582"/>
          <ac:cxnSpMkLst>
            <pc:docMk/>
            <pc:sldMk cId="993197740" sldId="271"/>
            <ac:cxnSpMk id="44" creationId="{82778766-2B1A-4C17-8F17-BF84775DFF6A}"/>
          </ac:cxnSpMkLst>
        </pc:cxnChg>
        <pc:cxnChg chg="add mod">
          <ac:chgData name="Soban Najam" userId="59c411b0-ccb7-4330-99a9-29cc04a2c185" providerId="ADAL" clId="{498552E8-13B2-4ACC-BEA2-C493D7A63BC2}" dt="2022-06-16T12:27:46.666" v="11559" actId="1582"/>
          <ac:cxnSpMkLst>
            <pc:docMk/>
            <pc:sldMk cId="993197740" sldId="271"/>
            <ac:cxnSpMk id="48" creationId="{C9F2C3C3-A195-4947-92E7-B9CABC09B03D}"/>
          </ac:cxnSpMkLst>
        </pc:cxnChg>
        <pc:cxnChg chg="add mod">
          <ac:chgData name="Soban Najam" userId="59c411b0-ccb7-4330-99a9-29cc04a2c185" providerId="ADAL" clId="{498552E8-13B2-4ACC-BEA2-C493D7A63BC2}" dt="2022-06-16T12:27:52.102" v="11562" actId="14100"/>
          <ac:cxnSpMkLst>
            <pc:docMk/>
            <pc:sldMk cId="993197740" sldId="271"/>
            <ac:cxnSpMk id="49" creationId="{E7C22593-8010-475B-9002-993D5CE6F890}"/>
          </ac:cxnSpMkLst>
        </pc:cxnChg>
      </pc:sldChg>
      <pc:sldChg chg="add del">
        <pc:chgData name="Soban Najam" userId="59c411b0-ccb7-4330-99a9-29cc04a2c185" providerId="ADAL" clId="{498552E8-13B2-4ACC-BEA2-C493D7A63BC2}" dt="2022-06-16T11:23:21.202" v="11050" actId="47"/>
        <pc:sldMkLst>
          <pc:docMk/>
          <pc:sldMk cId="1934482682" sldId="272"/>
        </pc:sldMkLst>
      </pc:sldChg>
      <pc:sldChg chg="addSp delSp modSp add del mod delAnim">
        <pc:chgData name="Soban Najam" userId="59c411b0-ccb7-4330-99a9-29cc04a2c185" providerId="ADAL" clId="{498552E8-13B2-4ACC-BEA2-C493D7A63BC2}" dt="2023-04-12T21:29:56.805" v="12660" actId="47"/>
        <pc:sldMkLst>
          <pc:docMk/>
          <pc:sldMk cId="2079175501" sldId="272"/>
        </pc:sldMkLst>
        <pc:spChg chg="del">
          <ac:chgData name="Soban Najam" userId="59c411b0-ccb7-4330-99a9-29cc04a2c185" providerId="ADAL" clId="{498552E8-13B2-4ACC-BEA2-C493D7A63BC2}" dt="2022-06-16T21:45:18.462" v="11841" actId="478"/>
          <ac:spMkLst>
            <pc:docMk/>
            <pc:sldMk cId="2079175501" sldId="272"/>
            <ac:spMk id="2" creationId="{D68C4A71-04B7-4D5B-AE3A-7648566AF9F8}"/>
          </ac:spMkLst>
        </pc:spChg>
        <pc:spChg chg="mod">
          <ac:chgData name="Soban Najam" userId="59c411b0-ccb7-4330-99a9-29cc04a2c185" providerId="ADAL" clId="{498552E8-13B2-4ACC-BEA2-C493D7A63BC2}" dt="2022-06-16T21:45:30.553" v="11860" actId="20577"/>
          <ac:spMkLst>
            <pc:docMk/>
            <pc:sldMk cId="2079175501" sldId="272"/>
            <ac:spMk id="5" creationId="{680D5784-AAC3-43E5-B3C6-8A9D8CB6CE29}"/>
          </ac:spMkLst>
        </pc:spChg>
        <pc:spChg chg="mod">
          <ac:chgData name="Soban Najam" userId="59c411b0-ccb7-4330-99a9-29cc04a2c185" providerId="ADAL" clId="{498552E8-13B2-4ACC-BEA2-C493D7A63BC2}" dt="2023-04-12T13:41:44.044" v="12392"/>
          <ac:spMkLst>
            <pc:docMk/>
            <pc:sldMk cId="2079175501" sldId="272"/>
            <ac:spMk id="6" creationId="{628BBA39-824D-488B-AE10-EB9F908C928A}"/>
          </ac:spMkLst>
        </pc:spChg>
        <pc:spChg chg="del">
          <ac:chgData name="Soban Najam" userId="59c411b0-ccb7-4330-99a9-29cc04a2c185" providerId="ADAL" clId="{498552E8-13B2-4ACC-BEA2-C493D7A63BC2}" dt="2022-06-16T21:45:18.462" v="11841" actId="478"/>
          <ac:spMkLst>
            <pc:docMk/>
            <pc:sldMk cId="2079175501" sldId="272"/>
            <ac:spMk id="13" creationId="{37EF894A-A72C-40B9-88F8-E409AB6FDF56}"/>
          </ac:spMkLst>
        </pc:spChg>
        <pc:spChg chg="del">
          <ac:chgData name="Soban Najam" userId="59c411b0-ccb7-4330-99a9-29cc04a2c185" providerId="ADAL" clId="{498552E8-13B2-4ACC-BEA2-C493D7A63BC2}" dt="2022-06-16T21:45:18.462" v="11841" actId="478"/>
          <ac:spMkLst>
            <pc:docMk/>
            <pc:sldMk cId="2079175501" sldId="272"/>
            <ac:spMk id="14" creationId="{CD9A0C5D-AFA1-4E6F-9616-D2FA84C55820}"/>
          </ac:spMkLst>
        </pc:spChg>
        <pc:spChg chg="del">
          <ac:chgData name="Soban Najam" userId="59c411b0-ccb7-4330-99a9-29cc04a2c185" providerId="ADAL" clId="{498552E8-13B2-4ACC-BEA2-C493D7A63BC2}" dt="2022-06-16T21:45:18.462" v="11841" actId="478"/>
          <ac:spMkLst>
            <pc:docMk/>
            <pc:sldMk cId="2079175501" sldId="272"/>
            <ac:spMk id="15" creationId="{2ED3DC69-9C6F-40E7-9F12-25E6BA99E0DF}"/>
          </ac:spMkLst>
        </pc:spChg>
        <pc:spChg chg="del">
          <ac:chgData name="Soban Najam" userId="59c411b0-ccb7-4330-99a9-29cc04a2c185" providerId="ADAL" clId="{498552E8-13B2-4ACC-BEA2-C493D7A63BC2}" dt="2022-06-16T21:45:18.462" v="11841" actId="478"/>
          <ac:spMkLst>
            <pc:docMk/>
            <pc:sldMk cId="2079175501" sldId="272"/>
            <ac:spMk id="16" creationId="{85A7F4D2-017D-47E8-A3D2-61DB186C02C1}"/>
          </ac:spMkLst>
        </pc:spChg>
        <pc:spChg chg="del">
          <ac:chgData name="Soban Najam" userId="59c411b0-ccb7-4330-99a9-29cc04a2c185" providerId="ADAL" clId="{498552E8-13B2-4ACC-BEA2-C493D7A63BC2}" dt="2022-06-16T21:45:18.462" v="11841" actId="478"/>
          <ac:spMkLst>
            <pc:docMk/>
            <pc:sldMk cId="2079175501" sldId="272"/>
            <ac:spMk id="17" creationId="{F50A5E2D-7240-4DED-B4D5-F2ACBD1571FE}"/>
          </ac:spMkLst>
        </pc:spChg>
        <pc:spChg chg="del">
          <ac:chgData name="Soban Najam" userId="59c411b0-ccb7-4330-99a9-29cc04a2c185" providerId="ADAL" clId="{498552E8-13B2-4ACC-BEA2-C493D7A63BC2}" dt="2022-06-16T21:45:18.462" v="11841" actId="478"/>
          <ac:spMkLst>
            <pc:docMk/>
            <pc:sldMk cId="2079175501" sldId="272"/>
            <ac:spMk id="18" creationId="{123202FA-ADF6-4F3F-AEE8-56DA9DF16743}"/>
          </ac:spMkLst>
        </pc:spChg>
        <pc:spChg chg="del">
          <ac:chgData name="Soban Najam" userId="59c411b0-ccb7-4330-99a9-29cc04a2c185" providerId="ADAL" clId="{498552E8-13B2-4ACC-BEA2-C493D7A63BC2}" dt="2022-06-16T21:45:18.462" v="11841" actId="478"/>
          <ac:spMkLst>
            <pc:docMk/>
            <pc:sldMk cId="2079175501" sldId="272"/>
            <ac:spMk id="19" creationId="{C00519C1-47C2-4E59-8686-74A79C906A24}"/>
          </ac:spMkLst>
        </pc:spChg>
        <pc:spChg chg="del">
          <ac:chgData name="Soban Najam" userId="59c411b0-ccb7-4330-99a9-29cc04a2c185" providerId="ADAL" clId="{498552E8-13B2-4ACC-BEA2-C493D7A63BC2}" dt="2022-06-16T21:45:18.462" v="11841" actId="478"/>
          <ac:spMkLst>
            <pc:docMk/>
            <pc:sldMk cId="2079175501" sldId="272"/>
            <ac:spMk id="20" creationId="{4DC53577-2805-4D35-976A-0021EDE6F973}"/>
          </ac:spMkLst>
        </pc:spChg>
        <pc:spChg chg="del">
          <ac:chgData name="Soban Najam" userId="59c411b0-ccb7-4330-99a9-29cc04a2c185" providerId="ADAL" clId="{498552E8-13B2-4ACC-BEA2-C493D7A63BC2}" dt="2022-06-16T21:45:18.462" v="11841" actId="478"/>
          <ac:spMkLst>
            <pc:docMk/>
            <pc:sldMk cId="2079175501" sldId="272"/>
            <ac:spMk id="21" creationId="{6D63091E-0BFD-4C78-8490-33FFECE07518}"/>
          </ac:spMkLst>
        </pc:spChg>
        <pc:spChg chg="del">
          <ac:chgData name="Soban Najam" userId="59c411b0-ccb7-4330-99a9-29cc04a2c185" providerId="ADAL" clId="{498552E8-13B2-4ACC-BEA2-C493D7A63BC2}" dt="2022-06-16T21:45:18.462" v="11841" actId="478"/>
          <ac:spMkLst>
            <pc:docMk/>
            <pc:sldMk cId="2079175501" sldId="272"/>
            <ac:spMk id="22" creationId="{8E6571AE-9E66-42AF-AC30-EB32E1077E83}"/>
          </ac:spMkLst>
        </pc:spChg>
        <pc:spChg chg="del">
          <ac:chgData name="Soban Najam" userId="59c411b0-ccb7-4330-99a9-29cc04a2c185" providerId="ADAL" clId="{498552E8-13B2-4ACC-BEA2-C493D7A63BC2}" dt="2022-06-16T21:45:18.462" v="11841" actId="478"/>
          <ac:spMkLst>
            <pc:docMk/>
            <pc:sldMk cId="2079175501" sldId="272"/>
            <ac:spMk id="23" creationId="{65A18FBB-119F-49E7-BBCA-2DDCC89FC4F8}"/>
          </ac:spMkLst>
        </pc:spChg>
        <pc:spChg chg="del">
          <ac:chgData name="Soban Najam" userId="59c411b0-ccb7-4330-99a9-29cc04a2c185" providerId="ADAL" clId="{498552E8-13B2-4ACC-BEA2-C493D7A63BC2}" dt="2022-06-16T21:45:18.462" v="11841" actId="478"/>
          <ac:spMkLst>
            <pc:docMk/>
            <pc:sldMk cId="2079175501" sldId="272"/>
            <ac:spMk id="24" creationId="{FE727624-65D1-44D0-B440-302C7B038B42}"/>
          </ac:spMkLst>
        </pc:spChg>
        <pc:spChg chg="del">
          <ac:chgData name="Soban Najam" userId="59c411b0-ccb7-4330-99a9-29cc04a2c185" providerId="ADAL" clId="{498552E8-13B2-4ACC-BEA2-C493D7A63BC2}" dt="2022-06-16T21:45:18.462" v="11841" actId="478"/>
          <ac:spMkLst>
            <pc:docMk/>
            <pc:sldMk cId="2079175501" sldId="272"/>
            <ac:spMk id="25" creationId="{5B21BE18-4961-40B0-A515-25F2DB9EE387}"/>
          </ac:spMkLst>
        </pc:spChg>
        <pc:spChg chg="del">
          <ac:chgData name="Soban Najam" userId="59c411b0-ccb7-4330-99a9-29cc04a2c185" providerId="ADAL" clId="{498552E8-13B2-4ACC-BEA2-C493D7A63BC2}" dt="2022-06-16T21:45:18.462" v="11841" actId="478"/>
          <ac:spMkLst>
            <pc:docMk/>
            <pc:sldMk cId="2079175501" sldId="272"/>
            <ac:spMk id="26" creationId="{10AC0734-112A-430D-BAED-743191DF06BF}"/>
          </ac:spMkLst>
        </pc:spChg>
        <pc:spChg chg="del">
          <ac:chgData name="Soban Najam" userId="59c411b0-ccb7-4330-99a9-29cc04a2c185" providerId="ADAL" clId="{498552E8-13B2-4ACC-BEA2-C493D7A63BC2}" dt="2022-06-16T21:45:18.462" v="11841" actId="478"/>
          <ac:spMkLst>
            <pc:docMk/>
            <pc:sldMk cId="2079175501" sldId="272"/>
            <ac:spMk id="28" creationId="{B5B85752-4570-4D48-BF11-F27C53496431}"/>
          </ac:spMkLst>
        </pc:spChg>
        <pc:spChg chg="del">
          <ac:chgData name="Soban Najam" userId="59c411b0-ccb7-4330-99a9-29cc04a2c185" providerId="ADAL" clId="{498552E8-13B2-4ACC-BEA2-C493D7A63BC2}" dt="2022-06-16T21:45:18.462" v="11841" actId="478"/>
          <ac:spMkLst>
            <pc:docMk/>
            <pc:sldMk cId="2079175501" sldId="272"/>
            <ac:spMk id="29" creationId="{89ADE8C2-FD73-4D5B-9BF6-430C06DE97C2}"/>
          </ac:spMkLst>
        </pc:spChg>
        <pc:spChg chg="del">
          <ac:chgData name="Soban Najam" userId="59c411b0-ccb7-4330-99a9-29cc04a2c185" providerId="ADAL" clId="{498552E8-13B2-4ACC-BEA2-C493D7A63BC2}" dt="2022-06-16T21:45:18.462" v="11841" actId="478"/>
          <ac:spMkLst>
            <pc:docMk/>
            <pc:sldMk cId="2079175501" sldId="272"/>
            <ac:spMk id="30" creationId="{E44A6114-879D-40CC-8048-98D21D9BDF28}"/>
          </ac:spMkLst>
        </pc:spChg>
        <pc:spChg chg="del">
          <ac:chgData name="Soban Najam" userId="59c411b0-ccb7-4330-99a9-29cc04a2c185" providerId="ADAL" clId="{498552E8-13B2-4ACC-BEA2-C493D7A63BC2}" dt="2022-06-16T21:45:18.462" v="11841" actId="478"/>
          <ac:spMkLst>
            <pc:docMk/>
            <pc:sldMk cId="2079175501" sldId="272"/>
            <ac:spMk id="32" creationId="{A065AEB6-ED11-42E6-8B1D-F031633B8ED6}"/>
          </ac:spMkLst>
        </pc:spChg>
        <pc:spChg chg="del">
          <ac:chgData name="Soban Najam" userId="59c411b0-ccb7-4330-99a9-29cc04a2c185" providerId="ADAL" clId="{498552E8-13B2-4ACC-BEA2-C493D7A63BC2}" dt="2022-06-16T21:45:18.462" v="11841" actId="478"/>
          <ac:spMkLst>
            <pc:docMk/>
            <pc:sldMk cId="2079175501" sldId="272"/>
            <ac:spMk id="33" creationId="{9EEC2939-49A8-48BD-BF4A-B8F872E66CB8}"/>
          </ac:spMkLst>
        </pc:spChg>
        <pc:spChg chg="del">
          <ac:chgData name="Soban Najam" userId="59c411b0-ccb7-4330-99a9-29cc04a2c185" providerId="ADAL" clId="{498552E8-13B2-4ACC-BEA2-C493D7A63BC2}" dt="2022-06-16T21:45:18.462" v="11841" actId="478"/>
          <ac:spMkLst>
            <pc:docMk/>
            <pc:sldMk cId="2079175501" sldId="272"/>
            <ac:spMk id="34" creationId="{CD63C7C6-4311-4B28-8A27-F965346BF094}"/>
          </ac:spMkLst>
        </pc:spChg>
        <pc:spChg chg="del">
          <ac:chgData name="Soban Najam" userId="59c411b0-ccb7-4330-99a9-29cc04a2c185" providerId="ADAL" clId="{498552E8-13B2-4ACC-BEA2-C493D7A63BC2}" dt="2022-06-16T21:45:18.462" v="11841" actId="478"/>
          <ac:spMkLst>
            <pc:docMk/>
            <pc:sldMk cId="2079175501" sldId="272"/>
            <ac:spMk id="35" creationId="{C51C3A83-DC9C-49B0-98BC-1363CFF9EA6D}"/>
          </ac:spMkLst>
        </pc:spChg>
        <pc:spChg chg="del">
          <ac:chgData name="Soban Najam" userId="59c411b0-ccb7-4330-99a9-29cc04a2c185" providerId="ADAL" clId="{498552E8-13B2-4ACC-BEA2-C493D7A63BC2}" dt="2022-06-16T21:45:18.462" v="11841" actId="478"/>
          <ac:spMkLst>
            <pc:docMk/>
            <pc:sldMk cId="2079175501" sldId="272"/>
            <ac:spMk id="36" creationId="{848E487B-0AB5-4DA6-AD61-5F5790DE87F2}"/>
          </ac:spMkLst>
        </pc:spChg>
        <pc:spChg chg="del">
          <ac:chgData name="Soban Najam" userId="59c411b0-ccb7-4330-99a9-29cc04a2c185" providerId="ADAL" clId="{498552E8-13B2-4ACC-BEA2-C493D7A63BC2}" dt="2022-06-16T21:45:18.462" v="11841" actId="478"/>
          <ac:spMkLst>
            <pc:docMk/>
            <pc:sldMk cId="2079175501" sldId="272"/>
            <ac:spMk id="37" creationId="{FB701F64-FB37-408E-8B78-969869D2808D}"/>
          </ac:spMkLst>
        </pc:spChg>
        <pc:spChg chg="del">
          <ac:chgData name="Soban Najam" userId="59c411b0-ccb7-4330-99a9-29cc04a2c185" providerId="ADAL" clId="{498552E8-13B2-4ACC-BEA2-C493D7A63BC2}" dt="2022-06-16T21:45:18.462" v="11841" actId="478"/>
          <ac:spMkLst>
            <pc:docMk/>
            <pc:sldMk cId="2079175501" sldId="272"/>
            <ac:spMk id="38" creationId="{F62ABF24-7509-4A31-95C7-7859102ED231}"/>
          </ac:spMkLst>
        </pc:spChg>
        <pc:spChg chg="del">
          <ac:chgData name="Soban Najam" userId="59c411b0-ccb7-4330-99a9-29cc04a2c185" providerId="ADAL" clId="{498552E8-13B2-4ACC-BEA2-C493D7A63BC2}" dt="2022-06-16T21:45:18.462" v="11841" actId="478"/>
          <ac:spMkLst>
            <pc:docMk/>
            <pc:sldMk cId="2079175501" sldId="272"/>
            <ac:spMk id="39" creationId="{4D1D9F8E-72A5-4F7C-8B82-3CF52CA82BB4}"/>
          </ac:spMkLst>
        </pc:spChg>
        <pc:spChg chg="del">
          <ac:chgData name="Soban Najam" userId="59c411b0-ccb7-4330-99a9-29cc04a2c185" providerId="ADAL" clId="{498552E8-13B2-4ACC-BEA2-C493D7A63BC2}" dt="2022-06-16T21:45:18.462" v="11841" actId="478"/>
          <ac:spMkLst>
            <pc:docMk/>
            <pc:sldMk cId="2079175501" sldId="272"/>
            <ac:spMk id="40" creationId="{991A6413-FF2E-41B0-9D19-28BE16EFEDAF}"/>
          </ac:spMkLst>
        </pc:spChg>
        <pc:spChg chg="del">
          <ac:chgData name="Soban Najam" userId="59c411b0-ccb7-4330-99a9-29cc04a2c185" providerId="ADAL" clId="{498552E8-13B2-4ACC-BEA2-C493D7A63BC2}" dt="2022-06-16T21:45:18.462" v="11841" actId="478"/>
          <ac:spMkLst>
            <pc:docMk/>
            <pc:sldMk cId="2079175501" sldId="272"/>
            <ac:spMk id="42" creationId="{F2E7CE30-689E-46CC-BA1A-0960CF5198BF}"/>
          </ac:spMkLst>
        </pc:spChg>
        <pc:spChg chg="del">
          <ac:chgData name="Soban Najam" userId="59c411b0-ccb7-4330-99a9-29cc04a2c185" providerId="ADAL" clId="{498552E8-13B2-4ACC-BEA2-C493D7A63BC2}" dt="2022-06-16T21:45:18.462" v="11841" actId="478"/>
          <ac:spMkLst>
            <pc:docMk/>
            <pc:sldMk cId="2079175501" sldId="272"/>
            <ac:spMk id="44" creationId="{063240AD-1A40-499A-8DB3-0E124C77DC6C}"/>
          </ac:spMkLst>
        </pc:spChg>
        <pc:spChg chg="del">
          <ac:chgData name="Soban Najam" userId="59c411b0-ccb7-4330-99a9-29cc04a2c185" providerId="ADAL" clId="{498552E8-13B2-4ACC-BEA2-C493D7A63BC2}" dt="2022-06-16T21:45:18.462" v="11841" actId="478"/>
          <ac:spMkLst>
            <pc:docMk/>
            <pc:sldMk cId="2079175501" sldId="272"/>
            <ac:spMk id="45" creationId="{CD7D2C73-7290-4409-BAAC-9797EB516377}"/>
          </ac:spMkLst>
        </pc:spChg>
        <pc:spChg chg="del">
          <ac:chgData name="Soban Najam" userId="59c411b0-ccb7-4330-99a9-29cc04a2c185" providerId="ADAL" clId="{498552E8-13B2-4ACC-BEA2-C493D7A63BC2}" dt="2022-06-16T21:45:18.462" v="11841" actId="478"/>
          <ac:spMkLst>
            <pc:docMk/>
            <pc:sldMk cId="2079175501" sldId="272"/>
            <ac:spMk id="46" creationId="{27BD856E-DD12-4EB6-8618-156770662A7B}"/>
          </ac:spMkLst>
        </pc:spChg>
        <pc:spChg chg="del">
          <ac:chgData name="Soban Najam" userId="59c411b0-ccb7-4330-99a9-29cc04a2c185" providerId="ADAL" clId="{498552E8-13B2-4ACC-BEA2-C493D7A63BC2}" dt="2022-06-16T21:45:18.462" v="11841" actId="478"/>
          <ac:spMkLst>
            <pc:docMk/>
            <pc:sldMk cId="2079175501" sldId="272"/>
            <ac:spMk id="47" creationId="{C37CC3CA-D29E-426B-8F68-C9CFC7F47BD7}"/>
          </ac:spMkLst>
        </pc:spChg>
        <pc:spChg chg="del">
          <ac:chgData name="Soban Najam" userId="59c411b0-ccb7-4330-99a9-29cc04a2c185" providerId="ADAL" clId="{498552E8-13B2-4ACC-BEA2-C493D7A63BC2}" dt="2022-06-16T21:45:18.462" v="11841" actId="478"/>
          <ac:spMkLst>
            <pc:docMk/>
            <pc:sldMk cId="2079175501" sldId="272"/>
            <ac:spMk id="48" creationId="{A97AE73C-F2F5-459A-A7C2-07A139FA357A}"/>
          </ac:spMkLst>
        </pc:spChg>
        <pc:spChg chg="del">
          <ac:chgData name="Soban Najam" userId="59c411b0-ccb7-4330-99a9-29cc04a2c185" providerId="ADAL" clId="{498552E8-13B2-4ACC-BEA2-C493D7A63BC2}" dt="2022-06-16T21:45:18.462" v="11841" actId="478"/>
          <ac:spMkLst>
            <pc:docMk/>
            <pc:sldMk cId="2079175501" sldId="272"/>
            <ac:spMk id="49" creationId="{70436E0F-BF37-4B09-8979-FB07CF77E0A7}"/>
          </ac:spMkLst>
        </pc:spChg>
        <pc:spChg chg="del">
          <ac:chgData name="Soban Najam" userId="59c411b0-ccb7-4330-99a9-29cc04a2c185" providerId="ADAL" clId="{498552E8-13B2-4ACC-BEA2-C493D7A63BC2}" dt="2022-06-16T21:45:18.462" v="11841" actId="478"/>
          <ac:spMkLst>
            <pc:docMk/>
            <pc:sldMk cId="2079175501" sldId="272"/>
            <ac:spMk id="50" creationId="{5EB053D4-E195-4294-8C04-F2AED268237F}"/>
          </ac:spMkLst>
        </pc:spChg>
        <pc:spChg chg="del">
          <ac:chgData name="Soban Najam" userId="59c411b0-ccb7-4330-99a9-29cc04a2c185" providerId="ADAL" clId="{498552E8-13B2-4ACC-BEA2-C493D7A63BC2}" dt="2022-06-16T21:45:18.462" v="11841" actId="478"/>
          <ac:spMkLst>
            <pc:docMk/>
            <pc:sldMk cId="2079175501" sldId="272"/>
            <ac:spMk id="51" creationId="{932360A5-E41C-49A5-AC15-BC62029DE951}"/>
          </ac:spMkLst>
        </pc:spChg>
        <pc:spChg chg="del">
          <ac:chgData name="Soban Najam" userId="59c411b0-ccb7-4330-99a9-29cc04a2c185" providerId="ADAL" clId="{498552E8-13B2-4ACC-BEA2-C493D7A63BC2}" dt="2022-06-16T21:45:18.462" v="11841" actId="478"/>
          <ac:spMkLst>
            <pc:docMk/>
            <pc:sldMk cId="2079175501" sldId="272"/>
            <ac:spMk id="86" creationId="{31E73908-414C-4B1D-A240-5A68B1ABE898}"/>
          </ac:spMkLst>
        </pc:spChg>
        <pc:spChg chg="del">
          <ac:chgData name="Soban Najam" userId="59c411b0-ccb7-4330-99a9-29cc04a2c185" providerId="ADAL" clId="{498552E8-13B2-4ACC-BEA2-C493D7A63BC2}" dt="2022-06-16T21:45:18.462" v="11841" actId="478"/>
          <ac:spMkLst>
            <pc:docMk/>
            <pc:sldMk cId="2079175501" sldId="272"/>
            <ac:spMk id="87" creationId="{6F073E84-92C3-4B6A-84D3-D825636AE67F}"/>
          </ac:spMkLst>
        </pc:spChg>
        <pc:spChg chg="del">
          <ac:chgData name="Soban Najam" userId="59c411b0-ccb7-4330-99a9-29cc04a2c185" providerId="ADAL" clId="{498552E8-13B2-4ACC-BEA2-C493D7A63BC2}" dt="2022-06-16T21:45:18.462" v="11841" actId="478"/>
          <ac:spMkLst>
            <pc:docMk/>
            <pc:sldMk cId="2079175501" sldId="272"/>
            <ac:spMk id="88" creationId="{6E4EDD36-E8DE-47BB-B72F-1F6503731AED}"/>
          </ac:spMkLst>
        </pc:spChg>
        <pc:spChg chg="del">
          <ac:chgData name="Soban Najam" userId="59c411b0-ccb7-4330-99a9-29cc04a2c185" providerId="ADAL" clId="{498552E8-13B2-4ACC-BEA2-C493D7A63BC2}" dt="2022-06-16T21:45:18.462" v="11841" actId="478"/>
          <ac:spMkLst>
            <pc:docMk/>
            <pc:sldMk cId="2079175501" sldId="272"/>
            <ac:spMk id="89" creationId="{1D207AA1-A874-4291-9114-5F169D0EE419}"/>
          </ac:spMkLst>
        </pc:spChg>
        <pc:spChg chg="del">
          <ac:chgData name="Soban Najam" userId="59c411b0-ccb7-4330-99a9-29cc04a2c185" providerId="ADAL" clId="{498552E8-13B2-4ACC-BEA2-C493D7A63BC2}" dt="2022-06-16T21:45:18.462" v="11841" actId="478"/>
          <ac:spMkLst>
            <pc:docMk/>
            <pc:sldMk cId="2079175501" sldId="272"/>
            <ac:spMk id="90" creationId="{89B3E232-E6EF-4A18-945C-6EF05A945315}"/>
          </ac:spMkLst>
        </pc:spChg>
        <pc:spChg chg="del">
          <ac:chgData name="Soban Najam" userId="59c411b0-ccb7-4330-99a9-29cc04a2c185" providerId="ADAL" clId="{498552E8-13B2-4ACC-BEA2-C493D7A63BC2}" dt="2022-06-16T21:45:18.462" v="11841" actId="478"/>
          <ac:spMkLst>
            <pc:docMk/>
            <pc:sldMk cId="2079175501" sldId="272"/>
            <ac:spMk id="91" creationId="{AEBA6019-8754-439E-86C9-FD0935C19E61}"/>
          </ac:spMkLst>
        </pc:spChg>
        <pc:spChg chg="del">
          <ac:chgData name="Soban Najam" userId="59c411b0-ccb7-4330-99a9-29cc04a2c185" providerId="ADAL" clId="{498552E8-13B2-4ACC-BEA2-C493D7A63BC2}" dt="2022-06-16T21:45:18.462" v="11841" actId="478"/>
          <ac:spMkLst>
            <pc:docMk/>
            <pc:sldMk cId="2079175501" sldId="272"/>
            <ac:spMk id="92" creationId="{127CE3C4-85B3-4B70-89CD-29F1DEB588DF}"/>
          </ac:spMkLst>
        </pc:spChg>
        <pc:spChg chg="del">
          <ac:chgData name="Soban Najam" userId="59c411b0-ccb7-4330-99a9-29cc04a2c185" providerId="ADAL" clId="{498552E8-13B2-4ACC-BEA2-C493D7A63BC2}" dt="2022-06-16T21:45:18.462" v="11841" actId="478"/>
          <ac:spMkLst>
            <pc:docMk/>
            <pc:sldMk cId="2079175501" sldId="272"/>
            <ac:spMk id="93" creationId="{4682C575-DF90-4A7A-8CC5-FE8E27760B86}"/>
          </ac:spMkLst>
        </pc:spChg>
        <pc:spChg chg="del">
          <ac:chgData name="Soban Najam" userId="59c411b0-ccb7-4330-99a9-29cc04a2c185" providerId="ADAL" clId="{498552E8-13B2-4ACC-BEA2-C493D7A63BC2}" dt="2022-06-16T21:45:18.462" v="11841" actId="478"/>
          <ac:spMkLst>
            <pc:docMk/>
            <pc:sldMk cId="2079175501" sldId="272"/>
            <ac:spMk id="94" creationId="{A8E78CB9-73B4-4D61-9CF9-8FAA81BFCB16}"/>
          </ac:spMkLst>
        </pc:spChg>
        <pc:spChg chg="del">
          <ac:chgData name="Soban Najam" userId="59c411b0-ccb7-4330-99a9-29cc04a2c185" providerId="ADAL" clId="{498552E8-13B2-4ACC-BEA2-C493D7A63BC2}" dt="2022-06-16T21:45:18.462" v="11841" actId="478"/>
          <ac:spMkLst>
            <pc:docMk/>
            <pc:sldMk cId="2079175501" sldId="272"/>
            <ac:spMk id="95" creationId="{B353AA39-B20A-4799-AB18-53E4C780FB1F}"/>
          </ac:spMkLst>
        </pc:spChg>
        <pc:spChg chg="del">
          <ac:chgData name="Soban Najam" userId="59c411b0-ccb7-4330-99a9-29cc04a2c185" providerId="ADAL" clId="{498552E8-13B2-4ACC-BEA2-C493D7A63BC2}" dt="2022-06-16T21:45:18.462" v="11841" actId="478"/>
          <ac:spMkLst>
            <pc:docMk/>
            <pc:sldMk cId="2079175501" sldId="272"/>
            <ac:spMk id="96" creationId="{58F26258-7CCA-4061-BC02-7EF2BB082879}"/>
          </ac:spMkLst>
        </pc:spChg>
        <pc:spChg chg="del">
          <ac:chgData name="Soban Najam" userId="59c411b0-ccb7-4330-99a9-29cc04a2c185" providerId="ADAL" clId="{498552E8-13B2-4ACC-BEA2-C493D7A63BC2}" dt="2022-06-16T21:45:18.462" v="11841" actId="478"/>
          <ac:spMkLst>
            <pc:docMk/>
            <pc:sldMk cId="2079175501" sldId="272"/>
            <ac:spMk id="97" creationId="{8B1791C7-4637-44D9-8601-59143BFEF23F}"/>
          </ac:spMkLst>
        </pc:spChg>
        <pc:spChg chg="del">
          <ac:chgData name="Soban Najam" userId="59c411b0-ccb7-4330-99a9-29cc04a2c185" providerId="ADAL" clId="{498552E8-13B2-4ACC-BEA2-C493D7A63BC2}" dt="2022-06-16T21:45:18.462" v="11841" actId="478"/>
          <ac:spMkLst>
            <pc:docMk/>
            <pc:sldMk cId="2079175501" sldId="272"/>
            <ac:spMk id="98" creationId="{AE72CC3B-6164-4363-8F36-CEBF9033E799}"/>
          </ac:spMkLst>
        </pc:spChg>
        <pc:spChg chg="del">
          <ac:chgData name="Soban Najam" userId="59c411b0-ccb7-4330-99a9-29cc04a2c185" providerId="ADAL" clId="{498552E8-13B2-4ACC-BEA2-C493D7A63BC2}" dt="2022-06-16T21:45:18.462" v="11841" actId="478"/>
          <ac:spMkLst>
            <pc:docMk/>
            <pc:sldMk cId="2079175501" sldId="272"/>
            <ac:spMk id="99" creationId="{64087B1C-34AD-452D-A945-317B9859F30C}"/>
          </ac:spMkLst>
        </pc:spChg>
        <pc:spChg chg="del">
          <ac:chgData name="Soban Najam" userId="59c411b0-ccb7-4330-99a9-29cc04a2c185" providerId="ADAL" clId="{498552E8-13B2-4ACC-BEA2-C493D7A63BC2}" dt="2022-06-16T21:45:18.462" v="11841" actId="478"/>
          <ac:spMkLst>
            <pc:docMk/>
            <pc:sldMk cId="2079175501" sldId="272"/>
            <ac:spMk id="100" creationId="{6A0BEC8E-635B-4DBB-A0E9-47547C7AB091}"/>
          </ac:spMkLst>
        </pc:spChg>
        <pc:spChg chg="del">
          <ac:chgData name="Soban Najam" userId="59c411b0-ccb7-4330-99a9-29cc04a2c185" providerId="ADAL" clId="{498552E8-13B2-4ACC-BEA2-C493D7A63BC2}" dt="2022-06-16T21:45:18.462" v="11841" actId="478"/>
          <ac:spMkLst>
            <pc:docMk/>
            <pc:sldMk cId="2079175501" sldId="272"/>
            <ac:spMk id="101" creationId="{B8D3E7BA-BC5B-4FE5-B3B4-A0E9B730E252}"/>
          </ac:spMkLst>
        </pc:spChg>
        <pc:spChg chg="del">
          <ac:chgData name="Soban Najam" userId="59c411b0-ccb7-4330-99a9-29cc04a2c185" providerId="ADAL" clId="{498552E8-13B2-4ACC-BEA2-C493D7A63BC2}" dt="2022-06-16T21:45:18.462" v="11841" actId="478"/>
          <ac:spMkLst>
            <pc:docMk/>
            <pc:sldMk cId="2079175501" sldId="272"/>
            <ac:spMk id="102" creationId="{02F01DE3-F3E2-4443-8F01-00FF670DC507}"/>
          </ac:spMkLst>
        </pc:spChg>
        <pc:spChg chg="del">
          <ac:chgData name="Soban Najam" userId="59c411b0-ccb7-4330-99a9-29cc04a2c185" providerId="ADAL" clId="{498552E8-13B2-4ACC-BEA2-C493D7A63BC2}" dt="2022-06-16T21:45:18.462" v="11841" actId="478"/>
          <ac:spMkLst>
            <pc:docMk/>
            <pc:sldMk cId="2079175501" sldId="272"/>
            <ac:spMk id="103" creationId="{86D84E5A-2EE3-4292-8A4B-1AC5D1F4F931}"/>
          </ac:spMkLst>
        </pc:spChg>
        <pc:spChg chg="del">
          <ac:chgData name="Soban Najam" userId="59c411b0-ccb7-4330-99a9-29cc04a2c185" providerId="ADAL" clId="{498552E8-13B2-4ACC-BEA2-C493D7A63BC2}" dt="2022-06-16T21:45:18.462" v="11841" actId="478"/>
          <ac:spMkLst>
            <pc:docMk/>
            <pc:sldMk cId="2079175501" sldId="272"/>
            <ac:spMk id="104" creationId="{8945DE43-3E5A-41E1-8BEE-A1AD7E08182A}"/>
          </ac:spMkLst>
        </pc:spChg>
        <pc:spChg chg="del">
          <ac:chgData name="Soban Najam" userId="59c411b0-ccb7-4330-99a9-29cc04a2c185" providerId="ADAL" clId="{498552E8-13B2-4ACC-BEA2-C493D7A63BC2}" dt="2022-06-16T21:45:18.462" v="11841" actId="478"/>
          <ac:spMkLst>
            <pc:docMk/>
            <pc:sldMk cId="2079175501" sldId="272"/>
            <ac:spMk id="105" creationId="{75A38922-FE52-4E4B-87C5-04ACB5E3DABF}"/>
          </ac:spMkLst>
        </pc:spChg>
        <pc:spChg chg="del">
          <ac:chgData name="Soban Najam" userId="59c411b0-ccb7-4330-99a9-29cc04a2c185" providerId="ADAL" clId="{498552E8-13B2-4ACC-BEA2-C493D7A63BC2}" dt="2022-06-16T21:45:18.462" v="11841" actId="478"/>
          <ac:spMkLst>
            <pc:docMk/>
            <pc:sldMk cId="2079175501" sldId="272"/>
            <ac:spMk id="106" creationId="{393B43A2-5F15-4298-A898-2EA2D8F6B1E6}"/>
          </ac:spMkLst>
        </pc:spChg>
        <pc:spChg chg="del">
          <ac:chgData name="Soban Najam" userId="59c411b0-ccb7-4330-99a9-29cc04a2c185" providerId="ADAL" clId="{498552E8-13B2-4ACC-BEA2-C493D7A63BC2}" dt="2022-06-16T21:45:18.462" v="11841" actId="478"/>
          <ac:spMkLst>
            <pc:docMk/>
            <pc:sldMk cId="2079175501" sldId="272"/>
            <ac:spMk id="107" creationId="{290FD8A7-AA9F-41E2-AC07-0C4A0D787700}"/>
          </ac:spMkLst>
        </pc:spChg>
        <pc:spChg chg="del">
          <ac:chgData name="Soban Najam" userId="59c411b0-ccb7-4330-99a9-29cc04a2c185" providerId="ADAL" clId="{498552E8-13B2-4ACC-BEA2-C493D7A63BC2}" dt="2022-06-16T21:45:18.462" v="11841" actId="478"/>
          <ac:spMkLst>
            <pc:docMk/>
            <pc:sldMk cId="2079175501" sldId="272"/>
            <ac:spMk id="108" creationId="{ECD92251-ECEE-482D-A873-A691B68FCD21}"/>
          </ac:spMkLst>
        </pc:spChg>
        <pc:spChg chg="del">
          <ac:chgData name="Soban Najam" userId="59c411b0-ccb7-4330-99a9-29cc04a2c185" providerId="ADAL" clId="{498552E8-13B2-4ACC-BEA2-C493D7A63BC2}" dt="2022-06-16T21:45:18.462" v="11841" actId="478"/>
          <ac:spMkLst>
            <pc:docMk/>
            <pc:sldMk cId="2079175501" sldId="272"/>
            <ac:spMk id="109" creationId="{8D4FFE62-A2BE-48F7-9A4E-D75BBD7C96BA}"/>
          </ac:spMkLst>
        </pc:spChg>
        <pc:spChg chg="del">
          <ac:chgData name="Soban Najam" userId="59c411b0-ccb7-4330-99a9-29cc04a2c185" providerId="ADAL" clId="{498552E8-13B2-4ACC-BEA2-C493D7A63BC2}" dt="2022-06-16T21:45:18.462" v="11841" actId="478"/>
          <ac:spMkLst>
            <pc:docMk/>
            <pc:sldMk cId="2079175501" sldId="272"/>
            <ac:spMk id="110" creationId="{439A9FA1-258A-46E6-9B48-3D592CA79C49}"/>
          </ac:spMkLst>
        </pc:spChg>
        <pc:spChg chg="del">
          <ac:chgData name="Soban Najam" userId="59c411b0-ccb7-4330-99a9-29cc04a2c185" providerId="ADAL" clId="{498552E8-13B2-4ACC-BEA2-C493D7A63BC2}" dt="2022-06-16T21:45:18.462" v="11841" actId="478"/>
          <ac:spMkLst>
            <pc:docMk/>
            <pc:sldMk cId="2079175501" sldId="272"/>
            <ac:spMk id="111" creationId="{5B281DB2-337C-45B0-8A4F-3A3571384222}"/>
          </ac:spMkLst>
        </pc:spChg>
        <pc:spChg chg="del">
          <ac:chgData name="Soban Najam" userId="59c411b0-ccb7-4330-99a9-29cc04a2c185" providerId="ADAL" clId="{498552E8-13B2-4ACC-BEA2-C493D7A63BC2}" dt="2022-06-16T21:45:18.462" v="11841" actId="478"/>
          <ac:spMkLst>
            <pc:docMk/>
            <pc:sldMk cId="2079175501" sldId="272"/>
            <ac:spMk id="112" creationId="{A801FEF6-3951-405B-A596-CE384BFA439B}"/>
          </ac:spMkLst>
        </pc:spChg>
        <pc:spChg chg="del">
          <ac:chgData name="Soban Najam" userId="59c411b0-ccb7-4330-99a9-29cc04a2c185" providerId="ADAL" clId="{498552E8-13B2-4ACC-BEA2-C493D7A63BC2}" dt="2022-06-16T21:45:18.462" v="11841" actId="478"/>
          <ac:spMkLst>
            <pc:docMk/>
            <pc:sldMk cId="2079175501" sldId="272"/>
            <ac:spMk id="113" creationId="{6EEA7FA6-7913-4E2E-B404-A71D0BF81119}"/>
          </ac:spMkLst>
        </pc:spChg>
        <pc:spChg chg="del">
          <ac:chgData name="Soban Najam" userId="59c411b0-ccb7-4330-99a9-29cc04a2c185" providerId="ADAL" clId="{498552E8-13B2-4ACC-BEA2-C493D7A63BC2}" dt="2022-06-16T21:45:18.462" v="11841" actId="478"/>
          <ac:spMkLst>
            <pc:docMk/>
            <pc:sldMk cId="2079175501" sldId="272"/>
            <ac:spMk id="114" creationId="{E789DE67-F6AB-4EB0-9BA2-19EDBE91B6F6}"/>
          </ac:spMkLst>
        </pc:spChg>
        <pc:spChg chg="del">
          <ac:chgData name="Soban Najam" userId="59c411b0-ccb7-4330-99a9-29cc04a2c185" providerId="ADAL" clId="{498552E8-13B2-4ACC-BEA2-C493D7A63BC2}" dt="2022-06-16T21:45:18.462" v="11841" actId="478"/>
          <ac:spMkLst>
            <pc:docMk/>
            <pc:sldMk cId="2079175501" sldId="272"/>
            <ac:spMk id="115" creationId="{77771BB4-7FC5-416F-A142-19D22072E8AD}"/>
          </ac:spMkLst>
        </pc:spChg>
        <pc:spChg chg="del">
          <ac:chgData name="Soban Najam" userId="59c411b0-ccb7-4330-99a9-29cc04a2c185" providerId="ADAL" clId="{498552E8-13B2-4ACC-BEA2-C493D7A63BC2}" dt="2022-06-16T21:45:18.462" v="11841" actId="478"/>
          <ac:spMkLst>
            <pc:docMk/>
            <pc:sldMk cId="2079175501" sldId="272"/>
            <ac:spMk id="116" creationId="{859FFD84-AD0F-46B4-910A-3E1B91B78B9F}"/>
          </ac:spMkLst>
        </pc:spChg>
        <pc:spChg chg="del">
          <ac:chgData name="Soban Najam" userId="59c411b0-ccb7-4330-99a9-29cc04a2c185" providerId="ADAL" clId="{498552E8-13B2-4ACC-BEA2-C493D7A63BC2}" dt="2022-06-16T21:45:18.462" v="11841" actId="478"/>
          <ac:spMkLst>
            <pc:docMk/>
            <pc:sldMk cId="2079175501" sldId="272"/>
            <ac:spMk id="117" creationId="{C552FDC7-1391-4785-BFF8-A963901A237B}"/>
          </ac:spMkLst>
        </pc:spChg>
        <pc:spChg chg="del">
          <ac:chgData name="Soban Najam" userId="59c411b0-ccb7-4330-99a9-29cc04a2c185" providerId="ADAL" clId="{498552E8-13B2-4ACC-BEA2-C493D7A63BC2}" dt="2022-06-16T21:45:18.462" v="11841" actId="478"/>
          <ac:spMkLst>
            <pc:docMk/>
            <pc:sldMk cId="2079175501" sldId="272"/>
            <ac:spMk id="118" creationId="{F57548BA-DDBF-475B-BD47-5877BB4A8A95}"/>
          </ac:spMkLst>
        </pc:spChg>
        <pc:spChg chg="del">
          <ac:chgData name="Soban Najam" userId="59c411b0-ccb7-4330-99a9-29cc04a2c185" providerId="ADAL" clId="{498552E8-13B2-4ACC-BEA2-C493D7A63BC2}" dt="2022-06-16T21:45:18.462" v="11841" actId="478"/>
          <ac:spMkLst>
            <pc:docMk/>
            <pc:sldMk cId="2079175501" sldId="272"/>
            <ac:spMk id="119" creationId="{F2168E28-9819-45FA-8E49-C60047A06677}"/>
          </ac:spMkLst>
        </pc:spChg>
        <pc:spChg chg="del">
          <ac:chgData name="Soban Najam" userId="59c411b0-ccb7-4330-99a9-29cc04a2c185" providerId="ADAL" clId="{498552E8-13B2-4ACC-BEA2-C493D7A63BC2}" dt="2022-06-16T21:45:18.462" v="11841" actId="478"/>
          <ac:spMkLst>
            <pc:docMk/>
            <pc:sldMk cId="2079175501" sldId="272"/>
            <ac:spMk id="120" creationId="{D4286BB9-BCF5-4FBE-AAF1-A3D62877A459}"/>
          </ac:spMkLst>
        </pc:spChg>
        <pc:spChg chg="del">
          <ac:chgData name="Soban Najam" userId="59c411b0-ccb7-4330-99a9-29cc04a2c185" providerId="ADAL" clId="{498552E8-13B2-4ACC-BEA2-C493D7A63BC2}" dt="2022-06-16T21:45:18.462" v="11841" actId="478"/>
          <ac:spMkLst>
            <pc:docMk/>
            <pc:sldMk cId="2079175501" sldId="272"/>
            <ac:spMk id="121" creationId="{350AAC33-21C0-4B20-B4E8-1AAF90B84E9F}"/>
          </ac:spMkLst>
        </pc:spChg>
        <pc:spChg chg="del">
          <ac:chgData name="Soban Najam" userId="59c411b0-ccb7-4330-99a9-29cc04a2c185" providerId="ADAL" clId="{498552E8-13B2-4ACC-BEA2-C493D7A63BC2}" dt="2022-06-16T21:45:18.462" v="11841" actId="478"/>
          <ac:spMkLst>
            <pc:docMk/>
            <pc:sldMk cId="2079175501" sldId="272"/>
            <ac:spMk id="122" creationId="{783BA37C-55BE-4A8B-80E8-7995C3F206B1}"/>
          </ac:spMkLst>
        </pc:spChg>
        <pc:spChg chg="del">
          <ac:chgData name="Soban Najam" userId="59c411b0-ccb7-4330-99a9-29cc04a2c185" providerId="ADAL" clId="{498552E8-13B2-4ACC-BEA2-C493D7A63BC2}" dt="2022-06-16T21:45:18.462" v="11841" actId="478"/>
          <ac:spMkLst>
            <pc:docMk/>
            <pc:sldMk cId="2079175501" sldId="272"/>
            <ac:spMk id="123" creationId="{B909453C-9D61-4829-9AFC-E4D507F3EB9B}"/>
          </ac:spMkLst>
        </pc:spChg>
        <pc:spChg chg="del">
          <ac:chgData name="Soban Najam" userId="59c411b0-ccb7-4330-99a9-29cc04a2c185" providerId="ADAL" clId="{498552E8-13B2-4ACC-BEA2-C493D7A63BC2}" dt="2022-06-16T21:45:18.462" v="11841" actId="478"/>
          <ac:spMkLst>
            <pc:docMk/>
            <pc:sldMk cId="2079175501" sldId="272"/>
            <ac:spMk id="124" creationId="{4DE16C4E-3A5B-4478-8B17-B308F7B84FE8}"/>
          </ac:spMkLst>
        </pc:spChg>
        <pc:spChg chg="del">
          <ac:chgData name="Soban Najam" userId="59c411b0-ccb7-4330-99a9-29cc04a2c185" providerId="ADAL" clId="{498552E8-13B2-4ACC-BEA2-C493D7A63BC2}" dt="2022-06-16T21:45:18.462" v="11841" actId="478"/>
          <ac:spMkLst>
            <pc:docMk/>
            <pc:sldMk cId="2079175501" sldId="272"/>
            <ac:spMk id="125" creationId="{072D4A1E-848E-4F89-9841-2D628731AFE1}"/>
          </ac:spMkLst>
        </pc:spChg>
        <pc:spChg chg="del">
          <ac:chgData name="Soban Najam" userId="59c411b0-ccb7-4330-99a9-29cc04a2c185" providerId="ADAL" clId="{498552E8-13B2-4ACC-BEA2-C493D7A63BC2}" dt="2022-06-16T21:45:18.462" v="11841" actId="478"/>
          <ac:spMkLst>
            <pc:docMk/>
            <pc:sldMk cId="2079175501" sldId="272"/>
            <ac:spMk id="126" creationId="{23DBB824-381F-4045-8C3E-C8875D031327}"/>
          </ac:spMkLst>
        </pc:spChg>
        <pc:spChg chg="del">
          <ac:chgData name="Soban Najam" userId="59c411b0-ccb7-4330-99a9-29cc04a2c185" providerId="ADAL" clId="{498552E8-13B2-4ACC-BEA2-C493D7A63BC2}" dt="2022-06-16T21:45:18.462" v="11841" actId="478"/>
          <ac:spMkLst>
            <pc:docMk/>
            <pc:sldMk cId="2079175501" sldId="272"/>
            <ac:spMk id="127" creationId="{BC4896CA-2BB7-40D3-84D4-4EB16B9A1933}"/>
          </ac:spMkLst>
        </pc:spChg>
        <pc:spChg chg="del">
          <ac:chgData name="Soban Najam" userId="59c411b0-ccb7-4330-99a9-29cc04a2c185" providerId="ADAL" clId="{498552E8-13B2-4ACC-BEA2-C493D7A63BC2}" dt="2022-06-16T21:45:18.462" v="11841" actId="478"/>
          <ac:spMkLst>
            <pc:docMk/>
            <pc:sldMk cId="2079175501" sldId="272"/>
            <ac:spMk id="128" creationId="{D4850097-3444-4558-88B7-4873133B285C}"/>
          </ac:spMkLst>
        </pc:spChg>
        <pc:spChg chg="del">
          <ac:chgData name="Soban Najam" userId="59c411b0-ccb7-4330-99a9-29cc04a2c185" providerId="ADAL" clId="{498552E8-13B2-4ACC-BEA2-C493D7A63BC2}" dt="2022-06-16T21:45:18.462" v="11841" actId="478"/>
          <ac:spMkLst>
            <pc:docMk/>
            <pc:sldMk cId="2079175501" sldId="272"/>
            <ac:spMk id="129" creationId="{7331F5B8-7FBD-48DF-B1EB-BF43C49A6B81}"/>
          </ac:spMkLst>
        </pc:spChg>
        <pc:spChg chg="del">
          <ac:chgData name="Soban Najam" userId="59c411b0-ccb7-4330-99a9-29cc04a2c185" providerId="ADAL" clId="{498552E8-13B2-4ACC-BEA2-C493D7A63BC2}" dt="2022-06-16T21:45:18.462" v="11841" actId="478"/>
          <ac:spMkLst>
            <pc:docMk/>
            <pc:sldMk cId="2079175501" sldId="272"/>
            <ac:spMk id="130" creationId="{954A8034-9C80-4418-B87D-FA30EE2B7B99}"/>
          </ac:spMkLst>
        </pc:spChg>
        <pc:spChg chg="del">
          <ac:chgData name="Soban Najam" userId="59c411b0-ccb7-4330-99a9-29cc04a2c185" providerId="ADAL" clId="{498552E8-13B2-4ACC-BEA2-C493D7A63BC2}" dt="2022-06-16T21:45:18.462" v="11841" actId="478"/>
          <ac:spMkLst>
            <pc:docMk/>
            <pc:sldMk cId="2079175501" sldId="272"/>
            <ac:spMk id="131" creationId="{CB49B2F9-28B8-4819-9467-201A1DF169D8}"/>
          </ac:spMkLst>
        </pc:spChg>
        <pc:spChg chg="del">
          <ac:chgData name="Soban Najam" userId="59c411b0-ccb7-4330-99a9-29cc04a2c185" providerId="ADAL" clId="{498552E8-13B2-4ACC-BEA2-C493D7A63BC2}" dt="2022-06-16T21:45:18.462" v="11841" actId="478"/>
          <ac:spMkLst>
            <pc:docMk/>
            <pc:sldMk cId="2079175501" sldId="272"/>
            <ac:spMk id="132" creationId="{AC788C9B-5347-4668-A748-3206669A478D}"/>
          </ac:spMkLst>
        </pc:spChg>
        <pc:spChg chg="del">
          <ac:chgData name="Soban Najam" userId="59c411b0-ccb7-4330-99a9-29cc04a2c185" providerId="ADAL" clId="{498552E8-13B2-4ACC-BEA2-C493D7A63BC2}" dt="2022-06-16T21:45:18.462" v="11841" actId="478"/>
          <ac:spMkLst>
            <pc:docMk/>
            <pc:sldMk cId="2079175501" sldId="272"/>
            <ac:spMk id="133" creationId="{3EEAEEC7-3999-439A-8956-3636B8114F2F}"/>
          </ac:spMkLst>
        </pc:spChg>
        <pc:spChg chg="del">
          <ac:chgData name="Soban Najam" userId="59c411b0-ccb7-4330-99a9-29cc04a2c185" providerId="ADAL" clId="{498552E8-13B2-4ACC-BEA2-C493D7A63BC2}" dt="2022-06-16T21:45:18.462" v="11841" actId="478"/>
          <ac:spMkLst>
            <pc:docMk/>
            <pc:sldMk cId="2079175501" sldId="272"/>
            <ac:spMk id="134" creationId="{3B77A8BA-BD90-4E70-83AF-38A9AE8374B5}"/>
          </ac:spMkLst>
        </pc:spChg>
        <pc:spChg chg="del">
          <ac:chgData name="Soban Najam" userId="59c411b0-ccb7-4330-99a9-29cc04a2c185" providerId="ADAL" clId="{498552E8-13B2-4ACC-BEA2-C493D7A63BC2}" dt="2022-06-16T21:45:18.462" v="11841" actId="478"/>
          <ac:spMkLst>
            <pc:docMk/>
            <pc:sldMk cId="2079175501" sldId="272"/>
            <ac:spMk id="135" creationId="{6A54266C-C035-484C-AF7E-661F15DC6493}"/>
          </ac:spMkLst>
        </pc:spChg>
        <pc:spChg chg="del">
          <ac:chgData name="Soban Najam" userId="59c411b0-ccb7-4330-99a9-29cc04a2c185" providerId="ADAL" clId="{498552E8-13B2-4ACC-BEA2-C493D7A63BC2}" dt="2022-06-16T21:45:18.462" v="11841" actId="478"/>
          <ac:spMkLst>
            <pc:docMk/>
            <pc:sldMk cId="2079175501" sldId="272"/>
            <ac:spMk id="136" creationId="{7DAAE659-B616-4016-830F-94A1AB3D4BD6}"/>
          </ac:spMkLst>
        </pc:spChg>
        <pc:spChg chg="del">
          <ac:chgData name="Soban Najam" userId="59c411b0-ccb7-4330-99a9-29cc04a2c185" providerId="ADAL" clId="{498552E8-13B2-4ACC-BEA2-C493D7A63BC2}" dt="2022-06-16T21:45:18.462" v="11841" actId="478"/>
          <ac:spMkLst>
            <pc:docMk/>
            <pc:sldMk cId="2079175501" sldId="272"/>
            <ac:spMk id="137" creationId="{1A66476E-9DBB-4818-B6A2-EC9B4D3E4FD3}"/>
          </ac:spMkLst>
        </pc:spChg>
        <pc:spChg chg="del">
          <ac:chgData name="Soban Najam" userId="59c411b0-ccb7-4330-99a9-29cc04a2c185" providerId="ADAL" clId="{498552E8-13B2-4ACC-BEA2-C493D7A63BC2}" dt="2022-06-16T21:45:18.462" v="11841" actId="478"/>
          <ac:spMkLst>
            <pc:docMk/>
            <pc:sldMk cId="2079175501" sldId="272"/>
            <ac:spMk id="138" creationId="{7CFA8447-060B-440B-ADB9-EA7BD7B7AACB}"/>
          </ac:spMkLst>
        </pc:spChg>
        <pc:spChg chg="del">
          <ac:chgData name="Soban Najam" userId="59c411b0-ccb7-4330-99a9-29cc04a2c185" providerId="ADAL" clId="{498552E8-13B2-4ACC-BEA2-C493D7A63BC2}" dt="2022-06-16T21:45:18.462" v="11841" actId="478"/>
          <ac:spMkLst>
            <pc:docMk/>
            <pc:sldMk cId="2079175501" sldId="272"/>
            <ac:spMk id="139" creationId="{802B2D6A-16D7-42F4-AA5A-1506162FE6F8}"/>
          </ac:spMkLst>
        </pc:spChg>
        <pc:spChg chg="del">
          <ac:chgData name="Soban Najam" userId="59c411b0-ccb7-4330-99a9-29cc04a2c185" providerId="ADAL" clId="{498552E8-13B2-4ACC-BEA2-C493D7A63BC2}" dt="2022-06-16T21:45:18.462" v="11841" actId="478"/>
          <ac:spMkLst>
            <pc:docMk/>
            <pc:sldMk cId="2079175501" sldId="272"/>
            <ac:spMk id="140" creationId="{16FA9815-ADA6-4998-BC00-BB42C0F6974D}"/>
          </ac:spMkLst>
        </pc:spChg>
        <pc:spChg chg="del">
          <ac:chgData name="Soban Najam" userId="59c411b0-ccb7-4330-99a9-29cc04a2c185" providerId="ADAL" clId="{498552E8-13B2-4ACC-BEA2-C493D7A63BC2}" dt="2022-06-16T21:45:18.462" v="11841" actId="478"/>
          <ac:spMkLst>
            <pc:docMk/>
            <pc:sldMk cId="2079175501" sldId="272"/>
            <ac:spMk id="141" creationId="{30ABAD29-4985-478E-8557-DFBE28AC9AC1}"/>
          </ac:spMkLst>
        </pc:spChg>
        <pc:spChg chg="del">
          <ac:chgData name="Soban Najam" userId="59c411b0-ccb7-4330-99a9-29cc04a2c185" providerId="ADAL" clId="{498552E8-13B2-4ACC-BEA2-C493D7A63BC2}" dt="2022-06-16T21:45:18.462" v="11841" actId="478"/>
          <ac:spMkLst>
            <pc:docMk/>
            <pc:sldMk cId="2079175501" sldId="272"/>
            <ac:spMk id="142" creationId="{D47CCF84-E023-4E82-809E-8C06AD9F7CB5}"/>
          </ac:spMkLst>
        </pc:spChg>
        <pc:spChg chg="del">
          <ac:chgData name="Soban Najam" userId="59c411b0-ccb7-4330-99a9-29cc04a2c185" providerId="ADAL" clId="{498552E8-13B2-4ACC-BEA2-C493D7A63BC2}" dt="2022-06-16T21:45:18.462" v="11841" actId="478"/>
          <ac:spMkLst>
            <pc:docMk/>
            <pc:sldMk cId="2079175501" sldId="272"/>
            <ac:spMk id="143" creationId="{3DA8FD6F-F2E2-4588-82E8-C3FB860FCC1B}"/>
          </ac:spMkLst>
        </pc:spChg>
        <pc:spChg chg="del">
          <ac:chgData name="Soban Najam" userId="59c411b0-ccb7-4330-99a9-29cc04a2c185" providerId="ADAL" clId="{498552E8-13B2-4ACC-BEA2-C493D7A63BC2}" dt="2022-06-16T21:45:18.462" v="11841" actId="478"/>
          <ac:spMkLst>
            <pc:docMk/>
            <pc:sldMk cId="2079175501" sldId="272"/>
            <ac:spMk id="144" creationId="{84820B72-068F-4F4E-8F02-972C09F58DE3}"/>
          </ac:spMkLst>
        </pc:spChg>
        <pc:spChg chg="del">
          <ac:chgData name="Soban Najam" userId="59c411b0-ccb7-4330-99a9-29cc04a2c185" providerId="ADAL" clId="{498552E8-13B2-4ACC-BEA2-C493D7A63BC2}" dt="2022-06-16T21:45:18.462" v="11841" actId="478"/>
          <ac:spMkLst>
            <pc:docMk/>
            <pc:sldMk cId="2079175501" sldId="272"/>
            <ac:spMk id="145" creationId="{76788F87-ABBC-47E1-9A8C-14FA4A10EF76}"/>
          </ac:spMkLst>
        </pc:spChg>
        <pc:spChg chg="del">
          <ac:chgData name="Soban Najam" userId="59c411b0-ccb7-4330-99a9-29cc04a2c185" providerId="ADAL" clId="{498552E8-13B2-4ACC-BEA2-C493D7A63BC2}" dt="2022-06-16T21:45:18.462" v="11841" actId="478"/>
          <ac:spMkLst>
            <pc:docMk/>
            <pc:sldMk cId="2079175501" sldId="272"/>
            <ac:spMk id="146" creationId="{C3483596-823A-4947-AFB1-2979B0FC84EC}"/>
          </ac:spMkLst>
        </pc:spChg>
        <pc:spChg chg="del">
          <ac:chgData name="Soban Najam" userId="59c411b0-ccb7-4330-99a9-29cc04a2c185" providerId="ADAL" clId="{498552E8-13B2-4ACC-BEA2-C493D7A63BC2}" dt="2022-06-16T21:45:18.462" v="11841" actId="478"/>
          <ac:spMkLst>
            <pc:docMk/>
            <pc:sldMk cId="2079175501" sldId="272"/>
            <ac:spMk id="147" creationId="{CC1048B6-E660-49DA-8320-13AABA2AE824}"/>
          </ac:spMkLst>
        </pc:spChg>
        <pc:spChg chg="del">
          <ac:chgData name="Soban Najam" userId="59c411b0-ccb7-4330-99a9-29cc04a2c185" providerId="ADAL" clId="{498552E8-13B2-4ACC-BEA2-C493D7A63BC2}" dt="2022-06-16T21:45:18.462" v="11841" actId="478"/>
          <ac:spMkLst>
            <pc:docMk/>
            <pc:sldMk cId="2079175501" sldId="272"/>
            <ac:spMk id="148" creationId="{457242BC-1AD8-48CF-ACD7-CF600FD4B9F5}"/>
          </ac:spMkLst>
        </pc:spChg>
        <pc:spChg chg="del">
          <ac:chgData name="Soban Najam" userId="59c411b0-ccb7-4330-99a9-29cc04a2c185" providerId="ADAL" clId="{498552E8-13B2-4ACC-BEA2-C493D7A63BC2}" dt="2022-06-16T21:45:18.462" v="11841" actId="478"/>
          <ac:spMkLst>
            <pc:docMk/>
            <pc:sldMk cId="2079175501" sldId="272"/>
            <ac:spMk id="149" creationId="{17015F74-6B8D-49D9-AD87-BCF4DE0B5904}"/>
          </ac:spMkLst>
        </pc:spChg>
        <pc:spChg chg="del">
          <ac:chgData name="Soban Najam" userId="59c411b0-ccb7-4330-99a9-29cc04a2c185" providerId="ADAL" clId="{498552E8-13B2-4ACC-BEA2-C493D7A63BC2}" dt="2022-06-16T21:45:18.462" v="11841" actId="478"/>
          <ac:spMkLst>
            <pc:docMk/>
            <pc:sldMk cId="2079175501" sldId="272"/>
            <ac:spMk id="150" creationId="{65145A23-0652-43B0-96E3-0E8D16432ED4}"/>
          </ac:spMkLst>
        </pc:spChg>
        <pc:spChg chg="del">
          <ac:chgData name="Soban Najam" userId="59c411b0-ccb7-4330-99a9-29cc04a2c185" providerId="ADAL" clId="{498552E8-13B2-4ACC-BEA2-C493D7A63BC2}" dt="2022-06-16T21:45:18.462" v="11841" actId="478"/>
          <ac:spMkLst>
            <pc:docMk/>
            <pc:sldMk cId="2079175501" sldId="272"/>
            <ac:spMk id="151" creationId="{F979505E-B49F-4E91-84F3-5F4A81DAD252}"/>
          </ac:spMkLst>
        </pc:spChg>
        <pc:spChg chg="del">
          <ac:chgData name="Soban Najam" userId="59c411b0-ccb7-4330-99a9-29cc04a2c185" providerId="ADAL" clId="{498552E8-13B2-4ACC-BEA2-C493D7A63BC2}" dt="2022-06-16T21:45:18.462" v="11841" actId="478"/>
          <ac:spMkLst>
            <pc:docMk/>
            <pc:sldMk cId="2079175501" sldId="272"/>
            <ac:spMk id="152" creationId="{A2487ED5-406A-495E-BEE0-9AB5B15B23DC}"/>
          </ac:spMkLst>
        </pc:spChg>
        <pc:spChg chg="del">
          <ac:chgData name="Soban Najam" userId="59c411b0-ccb7-4330-99a9-29cc04a2c185" providerId="ADAL" clId="{498552E8-13B2-4ACC-BEA2-C493D7A63BC2}" dt="2022-06-16T21:45:18.462" v="11841" actId="478"/>
          <ac:spMkLst>
            <pc:docMk/>
            <pc:sldMk cId="2079175501" sldId="272"/>
            <ac:spMk id="153" creationId="{1F5A875D-3AE0-4796-BFC4-F91252C78247}"/>
          </ac:spMkLst>
        </pc:spChg>
        <pc:spChg chg="del">
          <ac:chgData name="Soban Najam" userId="59c411b0-ccb7-4330-99a9-29cc04a2c185" providerId="ADAL" clId="{498552E8-13B2-4ACC-BEA2-C493D7A63BC2}" dt="2022-06-16T21:45:18.462" v="11841" actId="478"/>
          <ac:spMkLst>
            <pc:docMk/>
            <pc:sldMk cId="2079175501" sldId="272"/>
            <ac:spMk id="154" creationId="{17D61A59-4E4D-4D69-9854-293FC9942E31}"/>
          </ac:spMkLst>
        </pc:spChg>
        <pc:spChg chg="del">
          <ac:chgData name="Soban Najam" userId="59c411b0-ccb7-4330-99a9-29cc04a2c185" providerId="ADAL" clId="{498552E8-13B2-4ACC-BEA2-C493D7A63BC2}" dt="2022-06-16T21:45:18.462" v="11841" actId="478"/>
          <ac:spMkLst>
            <pc:docMk/>
            <pc:sldMk cId="2079175501" sldId="272"/>
            <ac:spMk id="155" creationId="{5BDCC498-23CB-453D-9B75-F50C95B76A45}"/>
          </ac:spMkLst>
        </pc:spChg>
        <pc:spChg chg="del">
          <ac:chgData name="Soban Najam" userId="59c411b0-ccb7-4330-99a9-29cc04a2c185" providerId="ADAL" clId="{498552E8-13B2-4ACC-BEA2-C493D7A63BC2}" dt="2022-06-16T21:45:18.462" v="11841" actId="478"/>
          <ac:spMkLst>
            <pc:docMk/>
            <pc:sldMk cId="2079175501" sldId="272"/>
            <ac:spMk id="156" creationId="{C7498248-FBE2-4B18-AA1D-D757951C6928}"/>
          </ac:spMkLst>
        </pc:spChg>
        <pc:spChg chg="del">
          <ac:chgData name="Soban Najam" userId="59c411b0-ccb7-4330-99a9-29cc04a2c185" providerId="ADAL" clId="{498552E8-13B2-4ACC-BEA2-C493D7A63BC2}" dt="2022-06-16T21:45:18.462" v="11841" actId="478"/>
          <ac:spMkLst>
            <pc:docMk/>
            <pc:sldMk cId="2079175501" sldId="272"/>
            <ac:spMk id="157" creationId="{5C911C09-9BF1-464C-AB6A-2EFA09BB4325}"/>
          </ac:spMkLst>
        </pc:spChg>
        <pc:spChg chg="del">
          <ac:chgData name="Soban Najam" userId="59c411b0-ccb7-4330-99a9-29cc04a2c185" providerId="ADAL" clId="{498552E8-13B2-4ACC-BEA2-C493D7A63BC2}" dt="2022-06-16T21:45:18.462" v="11841" actId="478"/>
          <ac:spMkLst>
            <pc:docMk/>
            <pc:sldMk cId="2079175501" sldId="272"/>
            <ac:spMk id="158" creationId="{E0608EBF-426F-48A4-9699-67F166A7D1E6}"/>
          </ac:spMkLst>
        </pc:spChg>
        <pc:spChg chg="del">
          <ac:chgData name="Soban Najam" userId="59c411b0-ccb7-4330-99a9-29cc04a2c185" providerId="ADAL" clId="{498552E8-13B2-4ACC-BEA2-C493D7A63BC2}" dt="2022-06-16T21:45:18.462" v="11841" actId="478"/>
          <ac:spMkLst>
            <pc:docMk/>
            <pc:sldMk cId="2079175501" sldId="272"/>
            <ac:spMk id="159" creationId="{6ECE3E4B-9337-4DF9-8343-73B9078D1F03}"/>
          </ac:spMkLst>
        </pc:spChg>
        <pc:spChg chg="del">
          <ac:chgData name="Soban Najam" userId="59c411b0-ccb7-4330-99a9-29cc04a2c185" providerId="ADAL" clId="{498552E8-13B2-4ACC-BEA2-C493D7A63BC2}" dt="2022-06-16T21:45:18.462" v="11841" actId="478"/>
          <ac:spMkLst>
            <pc:docMk/>
            <pc:sldMk cId="2079175501" sldId="272"/>
            <ac:spMk id="160" creationId="{9AC976C5-4C01-4565-89B8-AB933E824858}"/>
          </ac:spMkLst>
        </pc:spChg>
        <pc:spChg chg="del">
          <ac:chgData name="Soban Najam" userId="59c411b0-ccb7-4330-99a9-29cc04a2c185" providerId="ADAL" clId="{498552E8-13B2-4ACC-BEA2-C493D7A63BC2}" dt="2022-06-16T21:45:18.462" v="11841" actId="478"/>
          <ac:spMkLst>
            <pc:docMk/>
            <pc:sldMk cId="2079175501" sldId="272"/>
            <ac:spMk id="161" creationId="{9EF737BE-3F74-4030-A01B-B36AD88A8AF6}"/>
          </ac:spMkLst>
        </pc:spChg>
        <pc:spChg chg="del">
          <ac:chgData name="Soban Najam" userId="59c411b0-ccb7-4330-99a9-29cc04a2c185" providerId="ADAL" clId="{498552E8-13B2-4ACC-BEA2-C493D7A63BC2}" dt="2022-06-16T21:45:18.462" v="11841" actId="478"/>
          <ac:spMkLst>
            <pc:docMk/>
            <pc:sldMk cId="2079175501" sldId="272"/>
            <ac:spMk id="162" creationId="{034B3136-EFCA-434B-B930-FEBD287759FF}"/>
          </ac:spMkLst>
        </pc:spChg>
        <pc:spChg chg="del">
          <ac:chgData name="Soban Najam" userId="59c411b0-ccb7-4330-99a9-29cc04a2c185" providerId="ADAL" clId="{498552E8-13B2-4ACC-BEA2-C493D7A63BC2}" dt="2022-06-16T21:45:18.462" v="11841" actId="478"/>
          <ac:spMkLst>
            <pc:docMk/>
            <pc:sldMk cId="2079175501" sldId="272"/>
            <ac:spMk id="163" creationId="{C8970DA5-72A6-4759-8E17-9F5EF61A39FC}"/>
          </ac:spMkLst>
        </pc:spChg>
        <pc:spChg chg="del">
          <ac:chgData name="Soban Najam" userId="59c411b0-ccb7-4330-99a9-29cc04a2c185" providerId="ADAL" clId="{498552E8-13B2-4ACC-BEA2-C493D7A63BC2}" dt="2022-06-16T21:45:18.462" v="11841" actId="478"/>
          <ac:spMkLst>
            <pc:docMk/>
            <pc:sldMk cId="2079175501" sldId="272"/>
            <ac:spMk id="164" creationId="{50443F6A-2611-472A-8ABB-D29417B8F655}"/>
          </ac:spMkLst>
        </pc:spChg>
        <pc:spChg chg="del">
          <ac:chgData name="Soban Najam" userId="59c411b0-ccb7-4330-99a9-29cc04a2c185" providerId="ADAL" clId="{498552E8-13B2-4ACC-BEA2-C493D7A63BC2}" dt="2022-06-16T21:45:18.462" v="11841" actId="478"/>
          <ac:spMkLst>
            <pc:docMk/>
            <pc:sldMk cId="2079175501" sldId="272"/>
            <ac:spMk id="165" creationId="{8F327727-5B19-4A62-A38C-6F73C6385D93}"/>
          </ac:spMkLst>
        </pc:spChg>
        <pc:spChg chg="del">
          <ac:chgData name="Soban Najam" userId="59c411b0-ccb7-4330-99a9-29cc04a2c185" providerId="ADAL" clId="{498552E8-13B2-4ACC-BEA2-C493D7A63BC2}" dt="2022-06-16T21:45:18.462" v="11841" actId="478"/>
          <ac:spMkLst>
            <pc:docMk/>
            <pc:sldMk cId="2079175501" sldId="272"/>
            <ac:spMk id="166" creationId="{2121DF1B-86E5-4328-ACCF-8F4A1DFD70D3}"/>
          </ac:spMkLst>
        </pc:spChg>
        <pc:spChg chg="del">
          <ac:chgData name="Soban Najam" userId="59c411b0-ccb7-4330-99a9-29cc04a2c185" providerId="ADAL" clId="{498552E8-13B2-4ACC-BEA2-C493D7A63BC2}" dt="2022-06-16T21:45:18.462" v="11841" actId="478"/>
          <ac:spMkLst>
            <pc:docMk/>
            <pc:sldMk cId="2079175501" sldId="272"/>
            <ac:spMk id="167" creationId="{C207D8D2-6D68-4BF1-B70B-9B4A070969BA}"/>
          </ac:spMkLst>
        </pc:spChg>
        <pc:spChg chg="del">
          <ac:chgData name="Soban Najam" userId="59c411b0-ccb7-4330-99a9-29cc04a2c185" providerId="ADAL" clId="{498552E8-13B2-4ACC-BEA2-C493D7A63BC2}" dt="2022-06-16T21:45:18.462" v="11841" actId="478"/>
          <ac:spMkLst>
            <pc:docMk/>
            <pc:sldMk cId="2079175501" sldId="272"/>
            <ac:spMk id="168" creationId="{E70B1632-3E8C-4D51-A7B3-D851FFA2613F}"/>
          </ac:spMkLst>
        </pc:spChg>
        <pc:spChg chg="del">
          <ac:chgData name="Soban Najam" userId="59c411b0-ccb7-4330-99a9-29cc04a2c185" providerId="ADAL" clId="{498552E8-13B2-4ACC-BEA2-C493D7A63BC2}" dt="2022-06-16T21:45:18.462" v="11841" actId="478"/>
          <ac:spMkLst>
            <pc:docMk/>
            <pc:sldMk cId="2079175501" sldId="272"/>
            <ac:spMk id="169" creationId="{B447B1CC-BAAE-484D-9B29-91CD50D46EC4}"/>
          </ac:spMkLst>
        </pc:spChg>
        <pc:spChg chg="del">
          <ac:chgData name="Soban Najam" userId="59c411b0-ccb7-4330-99a9-29cc04a2c185" providerId="ADAL" clId="{498552E8-13B2-4ACC-BEA2-C493D7A63BC2}" dt="2022-06-16T21:45:18.462" v="11841" actId="478"/>
          <ac:spMkLst>
            <pc:docMk/>
            <pc:sldMk cId="2079175501" sldId="272"/>
            <ac:spMk id="170" creationId="{DE6A1AAA-D63C-40DF-B74F-8FFBDE6EDC96}"/>
          </ac:spMkLst>
        </pc:spChg>
        <pc:spChg chg="del">
          <ac:chgData name="Soban Najam" userId="59c411b0-ccb7-4330-99a9-29cc04a2c185" providerId="ADAL" clId="{498552E8-13B2-4ACC-BEA2-C493D7A63BC2}" dt="2022-06-16T21:45:18.462" v="11841" actId="478"/>
          <ac:spMkLst>
            <pc:docMk/>
            <pc:sldMk cId="2079175501" sldId="272"/>
            <ac:spMk id="171" creationId="{2726163F-0D91-4B0C-B3B5-BF3921962BA9}"/>
          </ac:spMkLst>
        </pc:spChg>
        <pc:spChg chg="add mod">
          <ac:chgData name="Soban Najam" userId="59c411b0-ccb7-4330-99a9-29cc04a2c185" providerId="ADAL" clId="{498552E8-13B2-4ACC-BEA2-C493D7A63BC2}" dt="2023-04-12T13:41:44.044" v="12392"/>
          <ac:spMkLst>
            <pc:docMk/>
            <pc:sldMk cId="2079175501" sldId="272"/>
            <ac:spMk id="174" creationId="{FEB49733-D6BC-4B59-AD27-5F2CA8CFF59B}"/>
          </ac:spMkLst>
        </pc:spChg>
        <pc:spChg chg="del">
          <ac:chgData name="Soban Najam" userId="59c411b0-ccb7-4330-99a9-29cc04a2c185" providerId="ADAL" clId="{498552E8-13B2-4ACC-BEA2-C493D7A63BC2}" dt="2022-06-16T21:45:18.462" v="11841" actId="478"/>
          <ac:spMkLst>
            <pc:docMk/>
            <pc:sldMk cId="2079175501" sldId="272"/>
            <ac:spMk id="176" creationId="{72009885-DF27-4E66-8D63-10163CC0E4ED}"/>
          </ac:spMkLst>
        </pc:spChg>
        <pc:spChg chg="del">
          <ac:chgData name="Soban Najam" userId="59c411b0-ccb7-4330-99a9-29cc04a2c185" providerId="ADAL" clId="{498552E8-13B2-4ACC-BEA2-C493D7A63BC2}" dt="2022-06-16T21:45:18.462" v="11841" actId="478"/>
          <ac:spMkLst>
            <pc:docMk/>
            <pc:sldMk cId="2079175501" sldId="272"/>
            <ac:spMk id="177" creationId="{9393B238-BDB3-4346-8183-BB399A5B0F22}"/>
          </ac:spMkLst>
        </pc:spChg>
        <pc:spChg chg="del">
          <ac:chgData name="Soban Najam" userId="59c411b0-ccb7-4330-99a9-29cc04a2c185" providerId="ADAL" clId="{498552E8-13B2-4ACC-BEA2-C493D7A63BC2}" dt="2022-06-16T21:45:18.462" v="11841" actId="478"/>
          <ac:spMkLst>
            <pc:docMk/>
            <pc:sldMk cId="2079175501" sldId="272"/>
            <ac:spMk id="178" creationId="{3ACAF111-5518-4C7F-ACC0-E3047EADB502}"/>
          </ac:spMkLst>
        </pc:spChg>
        <pc:cxnChg chg="del mod">
          <ac:chgData name="Soban Najam" userId="59c411b0-ccb7-4330-99a9-29cc04a2c185" providerId="ADAL" clId="{498552E8-13B2-4ACC-BEA2-C493D7A63BC2}" dt="2022-06-16T21:45:18.462" v="11841" actId="478"/>
          <ac:cxnSpMkLst>
            <pc:docMk/>
            <pc:sldMk cId="2079175501" sldId="272"/>
            <ac:cxnSpMk id="4" creationId="{9380680D-97B2-4E8C-8363-3A6789952A55}"/>
          </ac:cxnSpMkLst>
        </pc:cxnChg>
        <pc:cxnChg chg="del mod">
          <ac:chgData name="Soban Najam" userId="59c411b0-ccb7-4330-99a9-29cc04a2c185" providerId="ADAL" clId="{498552E8-13B2-4ACC-BEA2-C493D7A63BC2}" dt="2022-06-16T21:45:18.462" v="11841" actId="478"/>
          <ac:cxnSpMkLst>
            <pc:docMk/>
            <pc:sldMk cId="2079175501" sldId="272"/>
            <ac:cxnSpMk id="172" creationId="{9D467F68-F5FA-4ADE-981F-2F1457B4CCAE}"/>
          </ac:cxnSpMkLst>
        </pc:cxnChg>
        <pc:cxnChg chg="del mod">
          <ac:chgData name="Soban Najam" userId="59c411b0-ccb7-4330-99a9-29cc04a2c185" providerId="ADAL" clId="{498552E8-13B2-4ACC-BEA2-C493D7A63BC2}" dt="2022-06-16T21:45:18.462" v="11841" actId="478"/>
          <ac:cxnSpMkLst>
            <pc:docMk/>
            <pc:sldMk cId="2079175501" sldId="272"/>
            <ac:cxnSpMk id="173" creationId="{7E880889-9FF3-4AF9-ABC4-4F01FF1F96BD}"/>
          </ac:cxnSpMkLst>
        </pc:cxnChg>
      </pc:sldChg>
      <pc:sldChg chg="delSp modSp add mod delAnim">
        <pc:chgData name="Soban Najam" userId="59c411b0-ccb7-4330-99a9-29cc04a2c185" providerId="ADAL" clId="{498552E8-13B2-4ACC-BEA2-C493D7A63BC2}" dt="2022-06-16T21:47:59.713" v="12047" actId="478"/>
        <pc:sldMkLst>
          <pc:docMk/>
          <pc:sldMk cId="3953864003" sldId="273"/>
        </pc:sldMkLst>
        <pc:spChg chg="del">
          <ac:chgData name="Soban Najam" userId="59c411b0-ccb7-4330-99a9-29cc04a2c185" providerId="ADAL" clId="{498552E8-13B2-4ACC-BEA2-C493D7A63BC2}" dt="2022-06-16T21:47:59.713" v="12047" actId="478"/>
          <ac:spMkLst>
            <pc:docMk/>
            <pc:sldMk cId="3953864003" sldId="273"/>
            <ac:spMk id="2" creationId="{D68C4A71-04B7-4D5B-AE3A-7648566AF9F8}"/>
          </ac:spMkLst>
        </pc:spChg>
        <pc:spChg chg="del">
          <ac:chgData name="Soban Najam" userId="59c411b0-ccb7-4330-99a9-29cc04a2c185" providerId="ADAL" clId="{498552E8-13B2-4ACC-BEA2-C493D7A63BC2}" dt="2022-06-16T21:47:59.713" v="12047" actId="478"/>
          <ac:spMkLst>
            <pc:docMk/>
            <pc:sldMk cId="3953864003" sldId="273"/>
            <ac:spMk id="13" creationId="{37EF894A-A72C-40B9-88F8-E409AB6FDF56}"/>
          </ac:spMkLst>
        </pc:spChg>
        <pc:spChg chg="del">
          <ac:chgData name="Soban Najam" userId="59c411b0-ccb7-4330-99a9-29cc04a2c185" providerId="ADAL" clId="{498552E8-13B2-4ACC-BEA2-C493D7A63BC2}" dt="2022-06-16T21:47:59.713" v="12047" actId="478"/>
          <ac:spMkLst>
            <pc:docMk/>
            <pc:sldMk cId="3953864003" sldId="273"/>
            <ac:spMk id="14" creationId="{CD9A0C5D-AFA1-4E6F-9616-D2FA84C55820}"/>
          </ac:spMkLst>
        </pc:spChg>
        <pc:spChg chg="del">
          <ac:chgData name="Soban Najam" userId="59c411b0-ccb7-4330-99a9-29cc04a2c185" providerId="ADAL" clId="{498552E8-13B2-4ACC-BEA2-C493D7A63BC2}" dt="2022-06-16T21:47:59.713" v="12047" actId="478"/>
          <ac:spMkLst>
            <pc:docMk/>
            <pc:sldMk cId="3953864003" sldId="273"/>
            <ac:spMk id="15" creationId="{2ED3DC69-9C6F-40E7-9F12-25E6BA99E0DF}"/>
          </ac:spMkLst>
        </pc:spChg>
        <pc:spChg chg="del">
          <ac:chgData name="Soban Najam" userId="59c411b0-ccb7-4330-99a9-29cc04a2c185" providerId="ADAL" clId="{498552E8-13B2-4ACC-BEA2-C493D7A63BC2}" dt="2022-06-16T21:47:59.713" v="12047" actId="478"/>
          <ac:spMkLst>
            <pc:docMk/>
            <pc:sldMk cId="3953864003" sldId="273"/>
            <ac:spMk id="16" creationId="{85A7F4D2-017D-47E8-A3D2-61DB186C02C1}"/>
          </ac:spMkLst>
        </pc:spChg>
        <pc:spChg chg="del">
          <ac:chgData name="Soban Najam" userId="59c411b0-ccb7-4330-99a9-29cc04a2c185" providerId="ADAL" clId="{498552E8-13B2-4ACC-BEA2-C493D7A63BC2}" dt="2022-06-16T21:47:59.713" v="12047" actId="478"/>
          <ac:spMkLst>
            <pc:docMk/>
            <pc:sldMk cId="3953864003" sldId="273"/>
            <ac:spMk id="17" creationId="{F50A5E2D-7240-4DED-B4D5-F2ACBD1571FE}"/>
          </ac:spMkLst>
        </pc:spChg>
        <pc:spChg chg="del">
          <ac:chgData name="Soban Najam" userId="59c411b0-ccb7-4330-99a9-29cc04a2c185" providerId="ADAL" clId="{498552E8-13B2-4ACC-BEA2-C493D7A63BC2}" dt="2022-06-16T21:47:59.713" v="12047" actId="478"/>
          <ac:spMkLst>
            <pc:docMk/>
            <pc:sldMk cId="3953864003" sldId="273"/>
            <ac:spMk id="18" creationId="{123202FA-ADF6-4F3F-AEE8-56DA9DF16743}"/>
          </ac:spMkLst>
        </pc:spChg>
        <pc:spChg chg="del">
          <ac:chgData name="Soban Najam" userId="59c411b0-ccb7-4330-99a9-29cc04a2c185" providerId="ADAL" clId="{498552E8-13B2-4ACC-BEA2-C493D7A63BC2}" dt="2022-06-16T21:47:59.713" v="12047" actId="478"/>
          <ac:spMkLst>
            <pc:docMk/>
            <pc:sldMk cId="3953864003" sldId="273"/>
            <ac:spMk id="19" creationId="{C00519C1-47C2-4E59-8686-74A79C906A24}"/>
          </ac:spMkLst>
        </pc:spChg>
        <pc:spChg chg="del">
          <ac:chgData name="Soban Najam" userId="59c411b0-ccb7-4330-99a9-29cc04a2c185" providerId="ADAL" clId="{498552E8-13B2-4ACC-BEA2-C493D7A63BC2}" dt="2022-06-16T21:47:59.713" v="12047" actId="478"/>
          <ac:spMkLst>
            <pc:docMk/>
            <pc:sldMk cId="3953864003" sldId="273"/>
            <ac:spMk id="20" creationId="{4DC53577-2805-4D35-976A-0021EDE6F973}"/>
          </ac:spMkLst>
        </pc:spChg>
        <pc:spChg chg="del">
          <ac:chgData name="Soban Najam" userId="59c411b0-ccb7-4330-99a9-29cc04a2c185" providerId="ADAL" clId="{498552E8-13B2-4ACC-BEA2-C493D7A63BC2}" dt="2022-06-16T21:47:59.713" v="12047" actId="478"/>
          <ac:spMkLst>
            <pc:docMk/>
            <pc:sldMk cId="3953864003" sldId="273"/>
            <ac:spMk id="21" creationId="{6D63091E-0BFD-4C78-8490-33FFECE07518}"/>
          </ac:spMkLst>
        </pc:spChg>
        <pc:spChg chg="del">
          <ac:chgData name="Soban Najam" userId="59c411b0-ccb7-4330-99a9-29cc04a2c185" providerId="ADAL" clId="{498552E8-13B2-4ACC-BEA2-C493D7A63BC2}" dt="2022-06-16T21:47:59.713" v="12047" actId="478"/>
          <ac:spMkLst>
            <pc:docMk/>
            <pc:sldMk cId="3953864003" sldId="273"/>
            <ac:spMk id="22" creationId="{8E6571AE-9E66-42AF-AC30-EB32E1077E83}"/>
          </ac:spMkLst>
        </pc:spChg>
        <pc:spChg chg="del">
          <ac:chgData name="Soban Najam" userId="59c411b0-ccb7-4330-99a9-29cc04a2c185" providerId="ADAL" clId="{498552E8-13B2-4ACC-BEA2-C493D7A63BC2}" dt="2022-06-16T21:47:59.713" v="12047" actId="478"/>
          <ac:spMkLst>
            <pc:docMk/>
            <pc:sldMk cId="3953864003" sldId="273"/>
            <ac:spMk id="23" creationId="{65A18FBB-119F-49E7-BBCA-2DDCC89FC4F8}"/>
          </ac:spMkLst>
        </pc:spChg>
        <pc:spChg chg="del">
          <ac:chgData name="Soban Najam" userId="59c411b0-ccb7-4330-99a9-29cc04a2c185" providerId="ADAL" clId="{498552E8-13B2-4ACC-BEA2-C493D7A63BC2}" dt="2022-06-16T21:47:59.713" v="12047" actId="478"/>
          <ac:spMkLst>
            <pc:docMk/>
            <pc:sldMk cId="3953864003" sldId="273"/>
            <ac:spMk id="24" creationId="{FE727624-65D1-44D0-B440-302C7B038B42}"/>
          </ac:spMkLst>
        </pc:spChg>
        <pc:spChg chg="del">
          <ac:chgData name="Soban Najam" userId="59c411b0-ccb7-4330-99a9-29cc04a2c185" providerId="ADAL" clId="{498552E8-13B2-4ACC-BEA2-C493D7A63BC2}" dt="2022-06-16T21:47:59.713" v="12047" actId="478"/>
          <ac:spMkLst>
            <pc:docMk/>
            <pc:sldMk cId="3953864003" sldId="273"/>
            <ac:spMk id="25" creationId="{5B21BE18-4961-40B0-A515-25F2DB9EE387}"/>
          </ac:spMkLst>
        </pc:spChg>
        <pc:spChg chg="del">
          <ac:chgData name="Soban Najam" userId="59c411b0-ccb7-4330-99a9-29cc04a2c185" providerId="ADAL" clId="{498552E8-13B2-4ACC-BEA2-C493D7A63BC2}" dt="2022-06-16T21:47:59.713" v="12047" actId="478"/>
          <ac:spMkLst>
            <pc:docMk/>
            <pc:sldMk cId="3953864003" sldId="273"/>
            <ac:spMk id="26" creationId="{10AC0734-112A-430D-BAED-743191DF06BF}"/>
          </ac:spMkLst>
        </pc:spChg>
        <pc:spChg chg="del">
          <ac:chgData name="Soban Najam" userId="59c411b0-ccb7-4330-99a9-29cc04a2c185" providerId="ADAL" clId="{498552E8-13B2-4ACC-BEA2-C493D7A63BC2}" dt="2022-06-16T21:47:59.713" v="12047" actId="478"/>
          <ac:spMkLst>
            <pc:docMk/>
            <pc:sldMk cId="3953864003" sldId="273"/>
            <ac:spMk id="28" creationId="{B5B85752-4570-4D48-BF11-F27C53496431}"/>
          </ac:spMkLst>
        </pc:spChg>
        <pc:spChg chg="del">
          <ac:chgData name="Soban Najam" userId="59c411b0-ccb7-4330-99a9-29cc04a2c185" providerId="ADAL" clId="{498552E8-13B2-4ACC-BEA2-C493D7A63BC2}" dt="2022-06-16T21:47:59.713" v="12047" actId="478"/>
          <ac:spMkLst>
            <pc:docMk/>
            <pc:sldMk cId="3953864003" sldId="273"/>
            <ac:spMk id="29" creationId="{89ADE8C2-FD73-4D5B-9BF6-430C06DE97C2}"/>
          </ac:spMkLst>
        </pc:spChg>
        <pc:spChg chg="del">
          <ac:chgData name="Soban Najam" userId="59c411b0-ccb7-4330-99a9-29cc04a2c185" providerId="ADAL" clId="{498552E8-13B2-4ACC-BEA2-C493D7A63BC2}" dt="2022-06-16T21:47:59.713" v="12047" actId="478"/>
          <ac:spMkLst>
            <pc:docMk/>
            <pc:sldMk cId="3953864003" sldId="273"/>
            <ac:spMk id="30" creationId="{E44A6114-879D-40CC-8048-98D21D9BDF28}"/>
          </ac:spMkLst>
        </pc:spChg>
        <pc:spChg chg="del">
          <ac:chgData name="Soban Najam" userId="59c411b0-ccb7-4330-99a9-29cc04a2c185" providerId="ADAL" clId="{498552E8-13B2-4ACC-BEA2-C493D7A63BC2}" dt="2022-06-16T21:47:59.713" v="12047" actId="478"/>
          <ac:spMkLst>
            <pc:docMk/>
            <pc:sldMk cId="3953864003" sldId="273"/>
            <ac:spMk id="32" creationId="{A065AEB6-ED11-42E6-8B1D-F031633B8ED6}"/>
          </ac:spMkLst>
        </pc:spChg>
        <pc:spChg chg="del">
          <ac:chgData name="Soban Najam" userId="59c411b0-ccb7-4330-99a9-29cc04a2c185" providerId="ADAL" clId="{498552E8-13B2-4ACC-BEA2-C493D7A63BC2}" dt="2022-06-16T21:47:59.713" v="12047" actId="478"/>
          <ac:spMkLst>
            <pc:docMk/>
            <pc:sldMk cId="3953864003" sldId="273"/>
            <ac:spMk id="33" creationId="{9EEC2939-49A8-48BD-BF4A-B8F872E66CB8}"/>
          </ac:spMkLst>
        </pc:spChg>
        <pc:spChg chg="del">
          <ac:chgData name="Soban Najam" userId="59c411b0-ccb7-4330-99a9-29cc04a2c185" providerId="ADAL" clId="{498552E8-13B2-4ACC-BEA2-C493D7A63BC2}" dt="2022-06-16T21:47:59.713" v="12047" actId="478"/>
          <ac:spMkLst>
            <pc:docMk/>
            <pc:sldMk cId="3953864003" sldId="273"/>
            <ac:spMk id="34" creationId="{CD63C7C6-4311-4B28-8A27-F965346BF094}"/>
          </ac:spMkLst>
        </pc:spChg>
        <pc:spChg chg="del">
          <ac:chgData name="Soban Najam" userId="59c411b0-ccb7-4330-99a9-29cc04a2c185" providerId="ADAL" clId="{498552E8-13B2-4ACC-BEA2-C493D7A63BC2}" dt="2022-06-16T21:47:59.713" v="12047" actId="478"/>
          <ac:spMkLst>
            <pc:docMk/>
            <pc:sldMk cId="3953864003" sldId="273"/>
            <ac:spMk id="35" creationId="{C51C3A83-DC9C-49B0-98BC-1363CFF9EA6D}"/>
          </ac:spMkLst>
        </pc:spChg>
        <pc:spChg chg="del">
          <ac:chgData name="Soban Najam" userId="59c411b0-ccb7-4330-99a9-29cc04a2c185" providerId="ADAL" clId="{498552E8-13B2-4ACC-BEA2-C493D7A63BC2}" dt="2022-06-16T21:47:59.713" v="12047" actId="478"/>
          <ac:spMkLst>
            <pc:docMk/>
            <pc:sldMk cId="3953864003" sldId="273"/>
            <ac:spMk id="36" creationId="{848E487B-0AB5-4DA6-AD61-5F5790DE87F2}"/>
          </ac:spMkLst>
        </pc:spChg>
        <pc:spChg chg="del">
          <ac:chgData name="Soban Najam" userId="59c411b0-ccb7-4330-99a9-29cc04a2c185" providerId="ADAL" clId="{498552E8-13B2-4ACC-BEA2-C493D7A63BC2}" dt="2022-06-16T21:47:59.713" v="12047" actId="478"/>
          <ac:spMkLst>
            <pc:docMk/>
            <pc:sldMk cId="3953864003" sldId="273"/>
            <ac:spMk id="37" creationId="{FB701F64-FB37-408E-8B78-969869D2808D}"/>
          </ac:spMkLst>
        </pc:spChg>
        <pc:spChg chg="del">
          <ac:chgData name="Soban Najam" userId="59c411b0-ccb7-4330-99a9-29cc04a2c185" providerId="ADAL" clId="{498552E8-13B2-4ACC-BEA2-C493D7A63BC2}" dt="2022-06-16T21:47:59.713" v="12047" actId="478"/>
          <ac:spMkLst>
            <pc:docMk/>
            <pc:sldMk cId="3953864003" sldId="273"/>
            <ac:spMk id="38" creationId="{F62ABF24-7509-4A31-95C7-7859102ED231}"/>
          </ac:spMkLst>
        </pc:spChg>
        <pc:spChg chg="del">
          <ac:chgData name="Soban Najam" userId="59c411b0-ccb7-4330-99a9-29cc04a2c185" providerId="ADAL" clId="{498552E8-13B2-4ACC-BEA2-C493D7A63BC2}" dt="2022-06-16T21:47:59.713" v="12047" actId="478"/>
          <ac:spMkLst>
            <pc:docMk/>
            <pc:sldMk cId="3953864003" sldId="273"/>
            <ac:spMk id="39" creationId="{4D1D9F8E-72A5-4F7C-8B82-3CF52CA82BB4}"/>
          </ac:spMkLst>
        </pc:spChg>
        <pc:spChg chg="del">
          <ac:chgData name="Soban Najam" userId="59c411b0-ccb7-4330-99a9-29cc04a2c185" providerId="ADAL" clId="{498552E8-13B2-4ACC-BEA2-C493D7A63BC2}" dt="2022-06-16T21:47:59.713" v="12047" actId="478"/>
          <ac:spMkLst>
            <pc:docMk/>
            <pc:sldMk cId="3953864003" sldId="273"/>
            <ac:spMk id="40" creationId="{991A6413-FF2E-41B0-9D19-28BE16EFEDAF}"/>
          </ac:spMkLst>
        </pc:spChg>
        <pc:spChg chg="del">
          <ac:chgData name="Soban Najam" userId="59c411b0-ccb7-4330-99a9-29cc04a2c185" providerId="ADAL" clId="{498552E8-13B2-4ACC-BEA2-C493D7A63BC2}" dt="2022-06-16T21:47:59.713" v="12047" actId="478"/>
          <ac:spMkLst>
            <pc:docMk/>
            <pc:sldMk cId="3953864003" sldId="273"/>
            <ac:spMk id="42" creationId="{F2E7CE30-689E-46CC-BA1A-0960CF5198BF}"/>
          </ac:spMkLst>
        </pc:spChg>
        <pc:spChg chg="del">
          <ac:chgData name="Soban Najam" userId="59c411b0-ccb7-4330-99a9-29cc04a2c185" providerId="ADAL" clId="{498552E8-13B2-4ACC-BEA2-C493D7A63BC2}" dt="2022-06-16T21:47:59.713" v="12047" actId="478"/>
          <ac:spMkLst>
            <pc:docMk/>
            <pc:sldMk cId="3953864003" sldId="273"/>
            <ac:spMk id="44" creationId="{063240AD-1A40-499A-8DB3-0E124C77DC6C}"/>
          </ac:spMkLst>
        </pc:spChg>
        <pc:spChg chg="del">
          <ac:chgData name="Soban Najam" userId="59c411b0-ccb7-4330-99a9-29cc04a2c185" providerId="ADAL" clId="{498552E8-13B2-4ACC-BEA2-C493D7A63BC2}" dt="2022-06-16T21:47:59.713" v="12047" actId="478"/>
          <ac:spMkLst>
            <pc:docMk/>
            <pc:sldMk cId="3953864003" sldId="273"/>
            <ac:spMk id="45" creationId="{CD7D2C73-7290-4409-BAAC-9797EB516377}"/>
          </ac:spMkLst>
        </pc:spChg>
        <pc:spChg chg="del">
          <ac:chgData name="Soban Najam" userId="59c411b0-ccb7-4330-99a9-29cc04a2c185" providerId="ADAL" clId="{498552E8-13B2-4ACC-BEA2-C493D7A63BC2}" dt="2022-06-16T21:47:59.713" v="12047" actId="478"/>
          <ac:spMkLst>
            <pc:docMk/>
            <pc:sldMk cId="3953864003" sldId="273"/>
            <ac:spMk id="46" creationId="{27BD856E-DD12-4EB6-8618-156770662A7B}"/>
          </ac:spMkLst>
        </pc:spChg>
        <pc:spChg chg="del">
          <ac:chgData name="Soban Najam" userId="59c411b0-ccb7-4330-99a9-29cc04a2c185" providerId="ADAL" clId="{498552E8-13B2-4ACC-BEA2-C493D7A63BC2}" dt="2022-06-16T21:47:59.713" v="12047" actId="478"/>
          <ac:spMkLst>
            <pc:docMk/>
            <pc:sldMk cId="3953864003" sldId="273"/>
            <ac:spMk id="47" creationId="{C37CC3CA-D29E-426B-8F68-C9CFC7F47BD7}"/>
          </ac:spMkLst>
        </pc:spChg>
        <pc:spChg chg="del">
          <ac:chgData name="Soban Najam" userId="59c411b0-ccb7-4330-99a9-29cc04a2c185" providerId="ADAL" clId="{498552E8-13B2-4ACC-BEA2-C493D7A63BC2}" dt="2022-06-16T21:47:59.713" v="12047" actId="478"/>
          <ac:spMkLst>
            <pc:docMk/>
            <pc:sldMk cId="3953864003" sldId="273"/>
            <ac:spMk id="48" creationId="{A97AE73C-F2F5-459A-A7C2-07A139FA357A}"/>
          </ac:spMkLst>
        </pc:spChg>
        <pc:spChg chg="del">
          <ac:chgData name="Soban Najam" userId="59c411b0-ccb7-4330-99a9-29cc04a2c185" providerId="ADAL" clId="{498552E8-13B2-4ACC-BEA2-C493D7A63BC2}" dt="2022-06-16T21:47:59.713" v="12047" actId="478"/>
          <ac:spMkLst>
            <pc:docMk/>
            <pc:sldMk cId="3953864003" sldId="273"/>
            <ac:spMk id="49" creationId="{70436E0F-BF37-4B09-8979-FB07CF77E0A7}"/>
          </ac:spMkLst>
        </pc:spChg>
        <pc:spChg chg="del">
          <ac:chgData name="Soban Najam" userId="59c411b0-ccb7-4330-99a9-29cc04a2c185" providerId="ADAL" clId="{498552E8-13B2-4ACC-BEA2-C493D7A63BC2}" dt="2022-06-16T21:47:59.713" v="12047" actId="478"/>
          <ac:spMkLst>
            <pc:docMk/>
            <pc:sldMk cId="3953864003" sldId="273"/>
            <ac:spMk id="50" creationId="{5EB053D4-E195-4294-8C04-F2AED268237F}"/>
          </ac:spMkLst>
        </pc:spChg>
        <pc:spChg chg="del">
          <ac:chgData name="Soban Najam" userId="59c411b0-ccb7-4330-99a9-29cc04a2c185" providerId="ADAL" clId="{498552E8-13B2-4ACC-BEA2-C493D7A63BC2}" dt="2022-06-16T21:47:59.713" v="12047" actId="478"/>
          <ac:spMkLst>
            <pc:docMk/>
            <pc:sldMk cId="3953864003" sldId="273"/>
            <ac:spMk id="51" creationId="{932360A5-E41C-49A5-AC15-BC62029DE951}"/>
          </ac:spMkLst>
        </pc:spChg>
        <pc:spChg chg="del">
          <ac:chgData name="Soban Najam" userId="59c411b0-ccb7-4330-99a9-29cc04a2c185" providerId="ADAL" clId="{498552E8-13B2-4ACC-BEA2-C493D7A63BC2}" dt="2022-06-16T21:47:59.713" v="12047" actId="478"/>
          <ac:spMkLst>
            <pc:docMk/>
            <pc:sldMk cId="3953864003" sldId="273"/>
            <ac:spMk id="86" creationId="{31E73908-414C-4B1D-A240-5A68B1ABE898}"/>
          </ac:spMkLst>
        </pc:spChg>
        <pc:spChg chg="del">
          <ac:chgData name="Soban Najam" userId="59c411b0-ccb7-4330-99a9-29cc04a2c185" providerId="ADAL" clId="{498552E8-13B2-4ACC-BEA2-C493D7A63BC2}" dt="2022-06-16T21:47:59.713" v="12047" actId="478"/>
          <ac:spMkLst>
            <pc:docMk/>
            <pc:sldMk cId="3953864003" sldId="273"/>
            <ac:spMk id="87" creationId="{6F073E84-92C3-4B6A-84D3-D825636AE67F}"/>
          </ac:spMkLst>
        </pc:spChg>
        <pc:spChg chg="del">
          <ac:chgData name="Soban Najam" userId="59c411b0-ccb7-4330-99a9-29cc04a2c185" providerId="ADAL" clId="{498552E8-13B2-4ACC-BEA2-C493D7A63BC2}" dt="2022-06-16T21:47:59.713" v="12047" actId="478"/>
          <ac:spMkLst>
            <pc:docMk/>
            <pc:sldMk cId="3953864003" sldId="273"/>
            <ac:spMk id="88" creationId="{6E4EDD36-E8DE-47BB-B72F-1F6503731AED}"/>
          </ac:spMkLst>
        </pc:spChg>
        <pc:spChg chg="del">
          <ac:chgData name="Soban Najam" userId="59c411b0-ccb7-4330-99a9-29cc04a2c185" providerId="ADAL" clId="{498552E8-13B2-4ACC-BEA2-C493D7A63BC2}" dt="2022-06-16T21:47:59.713" v="12047" actId="478"/>
          <ac:spMkLst>
            <pc:docMk/>
            <pc:sldMk cId="3953864003" sldId="273"/>
            <ac:spMk id="89" creationId="{1D207AA1-A874-4291-9114-5F169D0EE419}"/>
          </ac:spMkLst>
        </pc:spChg>
        <pc:spChg chg="del">
          <ac:chgData name="Soban Najam" userId="59c411b0-ccb7-4330-99a9-29cc04a2c185" providerId="ADAL" clId="{498552E8-13B2-4ACC-BEA2-C493D7A63BC2}" dt="2022-06-16T21:47:59.713" v="12047" actId="478"/>
          <ac:spMkLst>
            <pc:docMk/>
            <pc:sldMk cId="3953864003" sldId="273"/>
            <ac:spMk id="90" creationId="{89B3E232-E6EF-4A18-945C-6EF05A945315}"/>
          </ac:spMkLst>
        </pc:spChg>
        <pc:spChg chg="del">
          <ac:chgData name="Soban Najam" userId="59c411b0-ccb7-4330-99a9-29cc04a2c185" providerId="ADAL" clId="{498552E8-13B2-4ACC-BEA2-C493D7A63BC2}" dt="2022-06-16T21:47:59.713" v="12047" actId="478"/>
          <ac:spMkLst>
            <pc:docMk/>
            <pc:sldMk cId="3953864003" sldId="273"/>
            <ac:spMk id="91" creationId="{AEBA6019-8754-439E-86C9-FD0935C19E61}"/>
          </ac:spMkLst>
        </pc:spChg>
        <pc:spChg chg="del">
          <ac:chgData name="Soban Najam" userId="59c411b0-ccb7-4330-99a9-29cc04a2c185" providerId="ADAL" clId="{498552E8-13B2-4ACC-BEA2-C493D7A63BC2}" dt="2022-06-16T21:47:59.713" v="12047" actId="478"/>
          <ac:spMkLst>
            <pc:docMk/>
            <pc:sldMk cId="3953864003" sldId="273"/>
            <ac:spMk id="92" creationId="{127CE3C4-85B3-4B70-89CD-29F1DEB588DF}"/>
          </ac:spMkLst>
        </pc:spChg>
        <pc:spChg chg="del">
          <ac:chgData name="Soban Najam" userId="59c411b0-ccb7-4330-99a9-29cc04a2c185" providerId="ADAL" clId="{498552E8-13B2-4ACC-BEA2-C493D7A63BC2}" dt="2022-06-16T21:47:59.713" v="12047" actId="478"/>
          <ac:spMkLst>
            <pc:docMk/>
            <pc:sldMk cId="3953864003" sldId="273"/>
            <ac:spMk id="93" creationId="{4682C575-DF90-4A7A-8CC5-FE8E27760B86}"/>
          </ac:spMkLst>
        </pc:spChg>
        <pc:spChg chg="del">
          <ac:chgData name="Soban Najam" userId="59c411b0-ccb7-4330-99a9-29cc04a2c185" providerId="ADAL" clId="{498552E8-13B2-4ACC-BEA2-C493D7A63BC2}" dt="2022-06-16T21:47:59.713" v="12047" actId="478"/>
          <ac:spMkLst>
            <pc:docMk/>
            <pc:sldMk cId="3953864003" sldId="273"/>
            <ac:spMk id="94" creationId="{A8E78CB9-73B4-4D61-9CF9-8FAA81BFCB16}"/>
          </ac:spMkLst>
        </pc:spChg>
        <pc:spChg chg="del">
          <ac:chgData name="Soban Najam" userId="59c411b0-ccb7-4330-99a9-29cc04a2c185" providerId="ADAL" clId="{498552E8-13B2-4ACC-BEA2-C493D7A63BC2}" dt="2022-06-16T21:47:59.713" v="12047" actId="478"/>
          <ac:spMkLst>
            <pc:docMk/>
            <pc:sldMk cId="3953864003" sldId="273"/>
            <ac:spMk id="95" creationId="{B353AA39-B20A-4799-AB18-53E4C780FB1F}"/>
          </ac:spMkLst>
        </pc:spChg>
        <pc:spChg chg="del">
          <ac:chgData name="Soban Najam" userId="59c411b0-ccb7-4330-99a9-29cc04a2c185" providerId="ADAL" clId="{498552E8-13B2-4ACC-BEA2-C493D7A63BC2}" dt="2022-06-16T21:47:59.713" v="12047" actId="478"/>
          <ac:spMkLst>
            <pc:docMk/>
            <pc:sldMk cId="3953864003" sldId="273"/>
            <ac:spMk id="96" creationId="{58F26258-7CCA-4061-BC02-7EF2BB082879}"/>
          </ac:spMkLst>
        </pc:spChg>
        <pc:spChg chg="del">
          <ac:chgData name="Soban Najam" userId="59c411b0-ccb7-4330-99a9-29cc04a2c185" providerId="ADAL" clId="{498552E8-13B2-4ACC-BEA2-C493D7A63BC2}" dt="2022-06-16T21:47:59.713" v="12047" actId="478"/>
          <ac:spMkLst>
            <pc:docMk/>
            <pc:sldMk cId="3953864003" sldId="273"/>
            <ac:spMk id="97" creationId="{8B1791C7-4637-44D9-8601-59143BFEF23F}"/>
          </ac:spMkLst>
        </pc:spChg>
        <pc:spChg chg="del">
          <ac:chgData name="Soban Najam" userId="59c411b0-ccb7-4330-99a9-29cc04a2c185" providerId="ADAL" clId="{498552E8-13B2-4ACC-BEA2-C493D7A63BC2}" dt="2022-06-16T21:47:59.713" v="12047" actId="478"/>
          <ac:spMkLst>
            <pc:docMk/>
            <pc:sldMk cId="3953864003" sldId="273"/>
            <ac:spMk id="98" creationId="{AE72CC3B-6164-4363-8F36-CEBF9033E799}"/>
          </ac:spMkLst>
        </pc:spChg>
        <pc:spChg chg="del">
          <ac:chgData name="Soban Najam" userId="59c411b0-ccb7-4330-99a9-29cc04a2c185" providerId="ADAL" clId="{498552E8-13B2-4ACC-BEA2-C493D7A63BC2}" dt="2022-06-16T21:47:59.713" v="12047" actId="478"/>
          <ac:spMkLst>
            <pc:docMk/>
            <pc:sldMk cId="3953864003" sldId="273"/>
            <ac:spMk id="99" creationId="{64087B1C-34AD-452D-A945-317B9859F30C}"/>
          </ac:spMkLst>
        </pc:spChg>
        <pc:spChg chg="del">
          <ac:chgData name="Soban Najam" userId="59c411b0-ccb7-4330-99a9-29cc04a2c185" providerId="ADAL" clId="{498552E8-13B2-4ACC-BEA2-C493D7A63BC2}" dt="2022-06-16T21:47:59.713" v="12047" actId="478"/>
          <ac:spMkLst>
            <pc:docMk/>
            <pc:sldMk cId="3953864003" sldId="273"/>
            <ac:spMk id="100" creationId="{6A0BEC8E-635B-4DBB-A0E9-47547C7AB091}"/>
          </ac:spMkLst>
        </pc:spChg>
        <pc:spChg chg="del">
          <ac:chgData name="Soban Najam" userId="59c411b0-ccb7-4330-99a9-29cc04a2c185" providerId="ADAL" clId="{498552E8-13B2-4ACC-BEA2-C493D7A63BC2}" dt="2022-06-16T21:47:59.713" v="12047" actId="478"/>
          <ac:spMkLst>
            <pc:docMk/>
            <pc:sldMk cId="3953864003" sldId="273"/>
            <ac:spMk id="101" creationId="{B8D3E7BA-BC5B-4FE5-B3B4-A0E9B730E252}"/>
          </ac:spMkLst>
        </pc:spChg>
        <pc:spChg chg="del">
          <ac:chgData name="Soban Najam" userId="59c411b0-ccb7-4330-99a9-29cc04a2c185" providerId="ADAL" clId="{498552E8-13B2-4ACC-BEA2-C493D7A63BC2}" dt="2022-06-16T21:47:59.713" v="12047" actId="478"/>
          <ac:spMkLst>
            <pc:docMk/>
            <pc:sldMk cId="3953864003" sldId="273"/>
            <ac:spMk id="102" creationId="{02F01DE3-F3E2-4443-8F01-00FF670DC507}"/>
          </ac:spMkLst>
        </pc:spChg>
        <pc:spChg chg="del">
          <ac:chgData name="Soban Najam" userId="59c411b0-ccb7-4330-99a9-29cc04a2c185" providerId="ADAL" clId="{498552E8-13B2-4ACC-BEA2-C493D7A63BC2}" dt="2022-06-16T21:47:59.713" v="12047" actId="478"/>
          <ac:spMkLst>
            <pc:docMk/>
            <pc:sldMk cId="3953864003" sldId="273"/>
            <ac:spMk id="103" creationId="{86D84E5A-2EE3-4292-8A4B-1AC5D1F4F931}"/>
          </ac:spMkLst>
        </pc:spChg>
        <pc:spChg chg="del">
          <ac:chgData name="Soban Najam" userId="59c411b0-ccb7-4330-99a9-29cc04a2c185" providerId="ADAL" clId="{498552E8-13B2-4ACC-BEA2-C493D7A63BC2}" dt="2022-06-16T21:47:59.713" v="12047" actId="478"/>
          <ac:spMkLst>
            <pc:docMk/>
            <pc:sldMk cId="3953864003" sldId="273"/>
            <ac:spMk id="104" creationId="{8945DE43-3E5A-41E1-8BEE-A1AD7E08182A}"/>
          </ac:spMkLst>
        </pc:spChg>
        <pc:spChg chg="del">
          <ac:chgData name="Soban Najam" userId="59c411b0-ccb7-4330-99a9-29cc04a2c185" providerId="ADAL" clId="{498552E8-13B2-4ACC-BEA2-C493D7A63BC2}" dt="2022-06-16T21:47:59.713" v="12047" actId="478"/>
          <ac:spMkLst>
            <pc:docMk/>
            <pc:sldMk cId="3953864003" sldId="273"/>
            <ac:spMk id="105" creationId="{75A38922-FE52-4E4B-87C5-04ACB5E3DABF}"/>
          </ac:spMkLst>
        </pc:spChg>
        <pc:spChg chg="del">
          <ac:chgData name="Soban Najam" userId="59c411b0-ccb7-4330-99a9-29cc04a2c185" providerId="ADAL" clId="{498552E8-13B2-4ACC-BEA2-C493D7A63BC2}" dt="2022-06-16T21:47:59.713" v="12047" actId="478"/>
          <ac:spMkLst>
            <pc:docMk/>
            <pc:sldMk cId="3953864003" sldId="273"/>
            <ac:spMk id="106" creationId="{393B43A2-5F15-4298-A898-2EA2D8F6B1E6}"/>
          </ac:spMkLst>
        </pc:spChg>
        <pc:spChg chg="del">
          <ac:chgData name="Soban Najam" userId="59c411b0-ccb7-4330-99a9-29cc04a2c185" providerId="ADAL" clId="{498552E8-13B2-4ACC-BEA2-C493D7A63BC2}" dt="2022-06-16T21:47:59.713" v="12047" actId="478"/>
          <ac:spMkLst>
            <pc:docMk/>
            <pc:sldMk cId="3953864003" sldId="273"/>
            <ac:spMk id="107" creationId="{290FD8A7-AA9F-41E2-AC07-0C4A0D787700}"/>
          </ac:spMkLst>
        </pc:spChg>
        <pc:spChg chg="del">
          <ac:chgData name="Soban Najam" userId="59c411b0-ccb7-4330-99a9-29cc04a2c185" providerId="ADAL" clId="{498552E8-13B2-4ACC-BEA2-C493D7A63BC2}" dt="2022-06-16T21:47:59.713" v="12047" actId="478"/>
          <ac:spMkLst>
            <pc:docMk/>
            <pc:sldMk cId="3953864003" sldId="273"/>
            <ac:spMk id="108" creationId="{ECD92251-ECEE-482D-A873-A691B68FCD21}"/>
          </ac:spMkLst>
        </pc:spChg>
        <pc:spChg chg="del">
          <ac:chgData name="Soban Najam" userId="59c411b0-ccb7-4330-99a9-29cc04a2c185" providerId="ADAL" clId="{498552E8-13B2-4ACC-BEA2-C493D7A63BC2}" dt="2022-06-16T21:47:59.713" v="12047" actId="478"/>
          <ac:spMkLst>
            <pc:docMk/>
            <pc:sldMk cId="3953864003" sldId="273"/>
            <ac:spMk id="109" creationId="{8D4FFE62-A2BE-48F7-9A4E-D75BBD7C96BA}"/>
          </ac:spMkLst>
        </pc:spChg>
        <pc:spChg chg="del">
          <ac:chgData name="Soban Najam" userId="59c411b0-ccb7-4330-99a9-29cc04a2c185" providerId="ADAL" clId="{498552E8-13B2-4ACC-BEA2-C493D7A63BC2}" dt="2022-06-16T21:47:59.713" v="12047" actId="478"/>
          <ac:spMkLst>
            <pc:docMk/>
            <pc:sldMk cId="3953864003" sldId="273"/>
            <ac:spMk id="110" creationId="{439A9FA1-258A-46E6-9B48-3D592CA79C49}"/>
          </ac:spMkLst>
        </pc:spChg>
        <pc:spChg chg="del">
          <ac:chgData name="Soban Najam" userId="59c411b0-ccb7-4330-99a9-29cc04a2c185" providerId="ADAL" clId="{498552E8-13B2-4ACC-BEA2-C493D7A63BC2}" dt="2022-06-16T21:47:59.713" v="12047" actId="478"/>
          <ac:spMkLst>
            <pc:docMk/>
            <pc:sldMk cId="3953864003" sldId="273"/>
            <ac:spMk id="111" creationId="{5B281DB2-337C-45B0-8A4F-3A3571384222}"/>
          </ac:spMkLst>
        </pc:spChg>
        <pc:spChg chg="del">
          <ac:chgData name="Soban Najam" userId="59c411b0-ccb7-4330-99a9-29cc04a2c185" providerId="ADAL" clId="{498552E8-13B2-4ACC-BEA2-C493D7A63BC2}" dt="2022-06-16T21:47:59.713" v="12047" actId="478"/>
          <ac:spMkLst>
            <pc:docMk/>
            <pc:sldMk cId="3953864003" sldId="273"/>
            <ac:spMk id="112" creationId="{A801FEF6-3951-405B-A596-CE384BFA439B}"/>
          </ac:spMkLst>
        </pc:spChg>
        <pc:spChg chg="del">
          <ac:chgData name="Soban Najam" userId="59c411b0-ccb7-4330-99a9-29cc04a2c185" providerId="ADAL" clId="{498552E8-13B2-4ACC-BEA2-C493D7A63BC2}" dt="2022-06-16T21:47:59.713" v="12047" actId="478"/>
          <ac:spMkLst>
            <pc:docMk/>
            <pc:sldMk cId="3953864003" sldId="273"/>
            <ac:spMk id="113" creationId="{6EEA7FA6-7913-4E2E-B404-A71D0BF81119}"/>
          </ac:spMkLst>
        </pc:spChg>
        <pc:spChg chg="del">
          <ac:chgData name="Soban Najam" userId="59c411b0-ccb7-4330-99a9-29cc04a2c185" providerId="ADAL" clId="{498552E8-13B2-4ACC-BEA2-C493D7A63BC2}" dt="2022-06-16T21:47:59.713" v="12047" actId="478"/>
          <ac:spMkLst>
            <pc:docMk/>
            <pc:sldMk cId="3953864003" sldId="273"/>
            <ac:spMk id="114" creationId="{E789DE67-F6AB-4EB0-9BA2-19EDBE91B6F6}"/>
          </ac:spMkLst>
        </pc:spChg>
        <pc:spChg chg="del">
          <ac:chgData name="Soban Najam" userId="59c411b0-ccb7-4330-99a9-29cc04a2c185" providerId="ADAL" clId="{498552E8-13B2-4ACC-BEA2-C493D7A63BC2}" dt="2022-06-16T21:47:59.713" v="12047" actId="478"/>
          <ac:spMkLst>
            <pc:docMk/>
            <pc:sldMk cId="3953864003" sldId="273"/>
            <ac:spMk id="115" creationId="{77771BB4-7FC5-416F-A142-19D22072E8AD}"/>
          </ac:spMkLst>
        </pc:spChg>
        <pc:spChg chg="del">
          <ac:chgData name="Soban Najam" userId="59c411b0-ccb7-4330-99a9-29cc04a2c185" providerId="ADAL" clId="{498552E8-13B2-4ACC-BEA2-C493D7A63BC2}" dt="2022-06-16T21:47:59.713" v="12047" actId="478"/>
          <ac:spMkLst>
            <pc:docMk/>
            <pc:sldMk cId="3953864003" sldId="273"/>
            <ac:spMk id="116" creationId="{859FFD84-AD0F-46B4-910A-3E1B91B78B9F}"/>
          </ac:spMkLst>
        </pc:spChg>
        <pc:spChg chg="del">
          <ac:chgData name="Soban Najam" userId="59c411b0-ccb7-4330-99a9-29cc04a2c185" providerId="ADAL" clId="{498552E8-13B2-4ACC-BEA2-C493D7A63BC2}" dt="2022-06-16T21:47:59.713" v="12047" actId="478"/>
          <ac:spMkLst>
            <pc:docMk/>
            <pc:sldMk cId="3953864003" sldId="273"/>
            <ac:spMk id="117" creationId="{C552FDC7-1391-4785-BFF8-A963901A237B}"/>
          </ac:spMkLst>
        </pc:spChg>
        <pc:spChg chg="del">
          <ac:chgData name="Soban Najam" userId="59c411b0-ccb7-4330-99a9-29cc04a2c185" providerId="ADAL" clId="{498552E8-13B2-4ACC-BEA2-C493D7A63BC2}" dt="2022-06-16T21:47:59.713" v="12047" actId="478"/>
          <ac:spMkLst>
            <pc:docMk/>
            <pc:sldMk cId="3953864003" sldId="273"/>
            <ac:spMk id="118" creationId="{F57548BA-DDBF-475B-BD47-5877BB4A8A95}"/>
          </ac:spMkLst>
        </pc:spChg>
        <pc:spChg chg="del">
          <ac:chgData name="Soban Najam" userId="59c411b0-ccb7-4330-99a9-29cc04a2c185" providerId="ADAL" clId="{498552E8-13B2-4ACC-BEA2-C493D7A63BC2}" dt="2022-06-16T21:47:59.713" v="12047" actId="478"/>
          <ac:spMkLst>
            <pc:docMk/>
            <pc:sldMk cId="3953864003" sldId="273"/>
            <ac:spMk id="119" creationId="{F2168E28-9819-45FA-8E49-C60047A06677}"/>
          </ac:spMkLst>
        </pc:spChg>
        <pc:spChg chg="del">
          <ac:chgData name="Soban Najam" userId="59c411b0-ccb7-4330-99a9-29cc04a2c185" providerId="ADAL" clId="{498552E8-13B2-4ACC-BEA2-C493D7A63BC2}" dt="2022-06-16T21:47:59.713" v="12047" actId="478"/>
          <ac:spMkLst>
            <pc:docMk/>
            <pc:sldMk cId="3953864003" sldId="273"/>
            <ac:spMk id="120" creationId="{D4286BB9-BCF5-4FBE-AAF1-A3D62877A459}"/>
          </ac:spMkLst>
        </pc:spChg>
        <pc:spChg chg="del">
          <ac:chgData name="Soban Najam" userId="59c411b0-ccb7-4330-99a9-29cc04a2c185" providerId="ADAL" clId="{498552E8-13B2-4ACC-BEA2-C493D7A63BC2}" dt="2022-06-16T21:47:59.713" v="12047" actId="478"/>
          <ac:spMkLst>
            <pc:docMk/>
            <pc:sldMk cId="3953864003" sldId="273"/>
            <ac:spMk id="121" creationId="{350AAC33-21C0-4B20-B4E8-1AAF90B84E9F}"/>
          </ac:spMkLst>
        </pc:spChg>
        <pc:spChg chg="del">
          <ac:chgData name="Soban Najam" userId="59c411b0-ccb7-4330-99a9-29cc04a2c185" providerId="ADAL" clId="{498552E8-13B2-4ACC-BEA2-C493D7A63BC2}" dt="2022-06-16T21:47:59.713" v="12047" actId="478"/>
          <ac:spMkLst>
            <pc:docMk/>
            <pc:sldMk cId="3953864003" sldId="273"/>
            <ac:spMk id="122" creationId="{783BA37C-55BE-4A8B-80E8-7995C3F206B1}"/>
          </ac:spMkLst>
        </pc:spChg>
        <pc:spChg chg="del">
          <ac:chgData name="Soban Najam" userId="59c411b0-ccb7-4330-99a9-29cc04a2c185" providerId="ADAL" clId="{498552E8-13B2-4ACC-BEA2-C493D7A63BC2}" dt="2022-06-16T21:47:59.713" v="12047" actId="478"/>
          <ac:spMkLst>
            <pc:docMk/>
            <pc:sldMk cId="3953864003" sldId="273"/>
            <ac:spMk id="123" creationId="{B909453C-9D61-4829-9AFC-E4D507F3EB9B}"/>
          </ac:spMkLst>
        </pc:spChg>
        <pc:spChg chg="del">
          <ac:chgData name="Soban Najam" userId="59c411b0-ccb7-4330-99a9-29cc04a2c185" providerId="ADAL" clId="{498552E8-13B2-4ACC-BEA2-C493D7A63BC2}" dt="2022-06-16T21:47:59.713" v="12047" actId="478"/>
          <ac:spMkLst>
            <pc:docMk/>
            <pc:sldMk cId="3953864003" sldId="273"/>
            <ac:spMk id="124" creationId="{4DE16C4E-3A5B-4478-8B17-B308F7B84FE8}"/>
          </ac:spMkLst>
        </pc:spChg>
        <pc:spChg chg="del">
          <ac:chgData name="Soban Najam" userId="59c411b0-ccb7-4330-99a9-29cc04a2c185" providerId="ADAL" clId="{498552E8-13B2-4ACC-BEA2-C493D7A63BC2}" dt="2022-06-16T21:47:59.713" v="12047" actId="478"/>
          <ac:spMkLst>
            <pc:docMk/>
            <pc:sldMk cId="3953864003" sldId="273"/>
            <ac:spMk id="125" creationId="{072D4A1E-848E-4F89-9841-2D628731AFE1}"/>
          </ac:spMkLst>
        </pc:spChg>
        <pc:spChg chg="del">
          <ac:chgData name="Soban Najam" userId="59c411b0-ccb7-4330-99a9-29cc04a2c185" providerId="ADAL" clId="{498552E8-13B2-4ACC-BEA2-C493D7A63BC2}" dt="2022-06-16T21:47:59.713" v="12047" actId="478"/>
          <ac:spMkLst>
            <pc:docMk/>
            <pc:sldMk cId="3953864003" sldId="273"/>
            <ac:spMk id="126" creationId="{23DBB824-381F-4045-8C3E-C8875D031327}"/>
          </ac:spMkLst>
        </pc:spChg>
        <pc:spChg chg="del">
          <ac:chgData name="Soban Najam" userId="59c411b0-ccb7-4330-99a9-29cc04a2c185" providerId="ADAL" clId="{498552E8-13B2-4ACC-BEA2-C493D7A63BC2}" dt="2022-06-16T21:47:59.713" v="12047" actId="478"/>
          <ac:spMkLst>
            <pc:docMk/>
            <pc:sldMk cId="3953864003" sldId="273"/>
            <ac:spMk id="127" creationId="{BC4896CA-2BB7-40D3-84D4-4EB16B9A1933}"/>
          </ac:spMkLst>
        </pc:spChg>
        <pc:spChg chg="del">
          <ac:chgData name="Soban Najam" userId="59c411b0-ccb7-4330-99a9-29cc04a2c185" providerId="ADAL" clId="{498552E8-13B2-4ACC-BEA2-C493D7A63BC2}" dt="2022-06-16T21:47:59.713" v="12047" actId="478"/>
          <ac:spMkLst>
            <pc:docMk/>
            <pc:sldMk cId="3953864003" sldId="273"/>
            <ac:spMk id="128" creationId="{D4850097-3444-4558-88B7-4873133B285C}"/>
          </ac:spMkLst>
        </pc:spChg>
        <pc:spChg chg="del">
          <ac:chgData name="Soban Najam" userId="59c411b0-ccb7-4330-99a9-29cc04a2c185" providerId="ADAL" clId="{498552E8-13B2-4ACC-BEA2-C493D7A63BC2}" dt="2022-06-16T21:47:59.713" v="12047" actId="478"/>
          <ac:spMkLst>
            <pc:docMk/>
            <pc:sldMk cId="3953864003" sldId="273"/>
            <ac:spMk id="129" creationId="{7331F5B8-7FBD-48DF-B1EB-BF43C49A6B81}"/>
          </ac:spMkLst>
        </pc:spChg>
        <pc:spChg chg="del">
          <ac:chgData name="Soban Najam" userId="59c411b0-ccb7-4330-99a9-29cc04a2c185" providerId="ADAL" clId="{498552E8-13B2-4ACC-BEA2-C493D7A63BC2}" dt="2022-06-16T21:47:59.713" v="12047" actId="478"/>
          <ac:spMkLst>
            <pc:docMk/>
            <pc:sldMk cId="3953864003" sldId="273"/>
            <ac:spMk id="130" creationId="{954A8034-9C80-4418-B87D-FA30EE2B7B99}"/>
          </ac:spMkLst>
        </pc:spChg>
        <pc:spChg chg="del">
          <ac:chgData name="Soban Najam" userId="59c411b0-ccb7-4330-99a9-29cc04a2c185" providerId="ADAL" clId="{498552E8-13B2-4ACC-BEA2-C493D7A63BC2}" dt="2022-06-16T21:47:59.713" v="12047" actId="478"/>
          <ac:spMkLst>
            <pc:docMk/>
            <pc:sldMk cId="3953864003" sldId="273"/>
            <ac:spMk id="131" creationId="{CB49B2F9-28B8-4819-9467-201A1DF169D8}"/>
          </ac:spMkLst>
        </pc:spChg>
        <pc:spChg chg="del">
          <ac:chgData name="Soban Najam" userId="59c411b0-ccb7-4330-99a9-29cc04a2c185" providerId="ADAL" clId="{498552E8-13B2-4ACC-BEA2-C493D7A63BC2}" dt="2022-06-16T21:47:59.713" v="12047" actId="478"/>
          <ac:spMkLst>
            <pc:docMk/>
            <pc:sldMk cId="3953864003" sldId="273"/>
            <ac:spMk id="132" creationId="{AC788C9B-5347-4668-A748-3206669A478D}"/>
          </ac:spMkLst>
        </pc:spChg>
        <pc:spChg chg="del">
          <ac:chgData name="Soban Najam" userId="59c411b0-ccb7-4330-99a9-29cc04a2c185" providerId="ADAL" clId="{498552E8-13B2-4ACC-BEA2-C493D7A63BC2}" dt="2022-06-16T21:47:59.713" v="12047" actId="478"/>
          <ac:spMkLst>
            <pc:docMk/>
            <pc:sldMk cId="3953864003" sldId="273"/>
            <ac:spMk id="133" creationId="{3EEAEEC7-3999-439A-8956-3636B8114F2F}"/>
          </ac:spMkLst>
        </pc:spChg>
        <pc:spChg chg="del">
          <ac:chgData name="Soban Najam" userId="59c411b0-ccb7-4330-99a9-29cc04a2c185" providerId="ADAL" clId="{498552E8-13B2-4ACC-BEA2-C493D7A63BC2}" dt="2022-06-16T21:47:59.713" v="12047" actId="478"/>
          <ac:spMkLst>
            <pc:docMk/>
            <pc:sldMk cId="3953864003" sldId="273"/>
            <ac:spMk id="134" creationId="{3B77A8BA-BD90-4E70-83AF-38A9AE8374B5}"/>
          </ac:spMkLst>
        </pc:spChg>
        <pc:spChg chg="del">
          <ac:chgData name="Soban Najam" userId="59c411b0-ccb7-4330-99a9-29cc04a2c185" providerId="ADAL" clId="{498552E8-13B2-4ACC-BEA2-C493D7A63BC2}" dt="2022-06-16T21:47:59.713" v="12047" actId="478"/>
          <ac:spMkLst>
            <pc:docMk/>
            <pc:sldMk cId="3953864003" sldId="273"/>
            <ac:spMk id="135" creationId="{6A54266C-C035-484C-AF7E-661F15DC6493}"/>
          </ac:spMkLst>
        </pc:spChg>
        <pc:spChg chg="del">
          <ac:chgData name="Soban Najam" userId="59c411b0-ccb7-4330-99a9-29cc04a2c185" providerId="ADAL" clId="{498552E8-13B2-4ACC-BEA2-C493D7A63BC2}" dt="2022-06-16T21:47:59.713" v="12047" actId="478"/>
          <ac:spMkLst>
            <pc:docMk/>
            <pc:sldMk cId="3953864003" sldId="273"/>
            <ac:spMk id="136" creationId="{7DAAE659-B616-4016-830F-94A1AB3D4BD6}"/>
          </ac:spMkLst>
        </pc:spChg>
        <pc:spChg chg="del">
          <ac:chgData name="Soban Najam" userId="59c411b0-ccb7-4330-99a9-29cc04a2c185" providerId="ADAL" clId="{498552E8-13B2-4ACC-BEA2-C493D7A63BC2}" dt="2022-06-16T21:47:59.713" v="12047" actId="478"/>
          <ac:spMkLst>
            <pc:docMk/>
            <pc:sldMk cId="3953864003" sldId="273"/>
            <ac:spMk id="137" creationId="{1A66476E-9DBB-4818-B6A2-EC9B4D3E4FD3}"/>
          </ac:spMkLst>
        </pc:spChg>
        <pc:spChg chg="del">
          <ac:chgData name="Soban Najam" userId="59c411b0-ccb7-4330-99a9-29cc04a2c185" providerId="ADAL" clId="{498552E8-13B2-4ACC-BEA2-C493D7A63BC2}" dt="2022-06-16T21:47:59.713" v="12047" actId="478"/>
          <ac:spMkLst>
            <pc:docMk/>
            <pc:sldMk cId="3953864003" sldId="273"/>
            <ac:spMk id="138" creationId="{7CFA8447-060B-440B-ADB9-EA7BD7B7AACB}"/>
          </ac:spMkLst>
        </pc:spChg>
        <pc:spChg chg="del">
          <ac:chgData name="Soban Najam" userId="59c411b0-ccb7-4330-99a9-29cc04a2c185" providerId="ADAL" clId="{498552E8-13B2-4ACC-BEA2-C493D7A63BC2}" dt="2022-06-16T21:47:59.713" v="12047" actId="478"/>
          <ac:spMkLst>
            <pc:docMk/>
            <pc:sldMk cId="3953864003" sldId="273"/>
            <ac:spMk id="139" creationId="{802B2D6A-16D7-42F4-AA5A-1506162FE6F8}"/>
          </ac:spMkLst>
        </pc:spChg>
        <pc:spChg chg="del">
          <ac:chgData name="Soban Najam" userId="59c411b0-ccb7-4330-99a9-29cc04a2c185" providerId="ADAL" clId="{498552E8-13B2-4ACC-BEA2-C493D7A63BC2}" dt="2022-06-16T21:47:59.713" v="12047" actId="478"/>
          <ac:spMkLst>
            <pc:docMk/>
            <pc:sldMk cId="3953864003" sldId="273"/>
            <ac:spMk id="140" creationId="{16FA9815-ADA6-4998-BC00-BB42C0F6974D}"/>
          </ac:spMkLst>
        </pc:spChg>
        <pc:spChg chg="del">
          <ac:chgData name="Soban Najam" userId="59c411b0-ccb7-4330-99a9-29cc04a2c185" providerId="ADAL" clId="{498552E8-13B2-4ACC-BEA2-C493D7A63BC2}" dt="2022-06-16T21:47:59.713" v="12047" actId="478"/>
          <ac:spMkLst>
            <pc:docMk/>
            <pc:sldMk cId="3953864003" sldId="273"/>
            <ac:spMk id="141" creationId="{30ABAD29-4985-478E-8557-DFBE28AC9AC1}"/>
          </ac:spMkLst>
        </pc:spChg>
        <pc:spChg chg="del">
          <ac:chgData name="Soban Najam" userId="59c411b0-ccb7-4330-99a9-29cc04a2c185" providerId="ADAL" clId="{498552E8-13B2-4ACC-BEA2-C493D7A63BC2}" dt="2022-06-16T21:47:59.713" v="12047" actId="478"/>
          <ac:spMkLst>
            <pc:docMk/>
            <pc:sldMk cId="3953864003" sldId="273"/>
            <ac:spMk id="142" creationId="{D47CCF84-E023-4E82-809E-8C06AD9F7CB5}"/>
          </ac:spMkLst>
        </pc:spChg>
        <pc:spChg chg="del">
          <ac:chgData name="Soban Najam" userId="59c411b0-ccb7-4330-99a9-29cc04a2c185" providerId="ADAL" clId="{498552E8-13B2-4ACC-BEA2-C493D7A63BC2}" dt="2022-06-16T21:47:59.713" v="12047" actId="478"/>
          <ac:spMkLst>
            <pc:docMk/>
            <pc:sldMk cId="3953864003" sldId="273"/>
            <ac:spMk id="143" creationId="{3DA8FD6F-F2E2-4588-82E8-C3FB860FCC1B}"/>
          </ac:spMkLst>
        </pc:spChg>
        <pc:spChg chg="del">
          <ac:chgData name="Soban Najam" userId="59c411b0-ccb7-4330-99a9-29cc04a2c185" providerId="ADAL" clId="{498552E8-13B2-4ACC-BEA2-C493D7A63BC2}" dt="2022-06-16T21:47:59.713" v="12047" actId="478"/>
          <ac:spMkLst>
            <pc:docMk/>
            <pc:sldMk cId="3953864003" sldId="273"/>
            <ac:spMk id="144" creationId="{84820B72-068F-4F4E-8F02-972C09F58DE3}"/>
          </ac:spMkLst>
        </pc:spChg>
        <pc:spChg chg="del">
          <ac:chgData name="Soban Najam" userId="59c411b0-ccb7-4330-99a9-29cc04a2c185" providerId="ADAL" clId="{498552E8-13B2-4ACC-BEA2-C493D7A63BC2}" dt="2022-06-16T21:47:59.713" v="12047" actId="478"/>
          <ac:spMkLst>
            <pc:docMk/>
            <pc:sldMk cId="3953864003" sldId="273"/>
            <ac:spMk id="145" creationId="{76788F87-ABBC-47E1-9A8C-14FA4A10EF76}"/>
          </ac:spMkLst>
        </pc:spChg>
        <pc:spChg chg="del">
          <ac:chgData name="Soban Najam" userId="59c411b0-ccb7-4330-99a9-29cc04a2c185" providerId="ADAL" clId="{498552E8-13B2-4ACC-BEA2-C493D7A63BC2}" dt="2022-06-16T21:47:59.713" v="12047" actId="478"/>
          <ac:spMkLst>
            <pc:docMk/>
            <pc:sldMk cId="3953864003" sldId="273"/>
            <ac:spMk id="146" creationId="{C3483596-823A-4947-AFB1-2979B0FC84EC}"/>
          </ac:spMkLst>
        </pc:spChg>
        <pc:spChg chg="del">
          <ac:chgData name="Soban Najam" userId="59c411b0-ccb7-4330-99a9-29cc04a2c185" providerId="ADAL" clId="{498552E8-13B2-4ACC-BEA2-C493D7A63BC2}" dt="2022-06-16T21:47:59.713" v="12047" actId="478"/>
          <ac:spMkLst>
            <pc:docMk/>
            <pc:sldMk cId="3953864003" sldId="273"/>
            <ac:spMk id="147" creationId="{CC1048B6-E660-49DA-8320-13AABA2AE824}"/>
          </ac:spMkLst>
        </pc:spChg>
        <pc:spChg chg="del">
          <ac:chgData name="Soban Najam" userId="59c411b0-ccb7-4330-99a9-29cc04a2c185" providerId="ADAL" clId="{498552E8-13B2-4ACC-BEA2-C493D7A63BC2}" dt="2022-06-16T21:47:59.713" v="12047" actId="478"/>
          <ac:spMkLst>
            <pc:docMk/>
            <pc:sldMk cId="3953864003" sldId="273"/>
            <ac:spMk id="148" creationId="{457242BC-1AD8-48CF-ACD7-CF600FD4B9F5}"/>
          </ac:spMkLst>
        </pc:spChg>
        <pc:spChg chg="del">
          <ac:chgData name="Soban Najam" userId="59c411b0-ccb7-4330-99a9-29cc04a2c185" providerId="ADAL" clId="{498552E8-13B2-4ACC-BEA2-C493D7A63BC2}" dt="2022-06-16T21:47:59.713" v="12047" actId="478"/>
          <ac:spMkLst>
            <pc:docMk/>
            <pc:sldMk cId="3953864003" sldId="273"/>
            <ac:spMk id="149" creationId="{17015F74-6B8D-49D9-AD87-BCF4DE0B5904}"/>
          </ac:spMkLst>
        </pc:spChg>
        <pc:spChg chg="del">
          <ac:chgData name="Soban Najam" userId="59c411b0-ccb7-4330-99a9-29cc04a2c185" providerId="ADAL" clId="{498552E8-13B2-4ACC-BEA2-C493D7A63BC2}" dt="2022-06-16T21:47:59.713" v="12047" actId="478"/>
          <ac:spMkLst>
            <pc:docMk/>
            <pc:sldMk cId="3953864003" sldId="273"/>
            <ac:spMk id="150" creationId="{65145A23-0652-43B0-96E3-0E8D16432ED4}"/>
          </ac:spMkLst>
        </pc:spChg>
        <pc:spChg chg="del">
          <ac:chgData name="Soban Najam" userId="59c411b0-ccb7-4330-99a9-29cc04a2c185" providerId="ADAL" clId="{498552E8-13B2-4ACC-BEA2-C493D7A63BC2}" dt="2022-06-16T21:47:59.713" v="12047" actId="478"/>
          <ac:spMkLst>
            <pc:docMk/>
            <pc:sldMk cId="3953864003" sldId="273"/>
            <ac:spMk id="151" creationId="{F979505E-B49F-4E91-84F3-5F4A81DAD252}"/>
          </ac:spMkLst>
        </pc:spChg>
        <pc:spChg chg="del">
          <ac:chgData name="Soban Najam" userId="59c411b0-ccb7-4330-99a9-29cc04a2c185" providerId="ADAL" clId="{498552E8-13B2-4ACC-BEA2-C493D7A63BC2}" dt="2022-06-16T21:47:59.713" v="12047" actId="478"/>
          <ac:spMkLst>
            <pc:docMk/>
            <pc:sldMk cId="3953864003" sldId="273"/>
            <ac:spMk id="152" creationId="{A2487ED5-406A-495E-BEE0-9AB5B15B23DC}"/>
          </ac:spMkLst>
        </pc:spChg>
        <pc:spChg chg="del">
          <ac:chgData name="Soban Najam" userId="59c411b0-ccb7-4330-99a9-29cc04a2c185" providerId="ADAL" clId="{498552E8-13B2-4ACC-BEA2-C493D7A63BC2}" dt="2022-06-16T21:47:59.713" v="12047" actId="478"/>
          <ac:spMkLst>
            <pc:docMk/>
            <pc:sldMk cId="3953864003" sldId="273"/>
            <ac:spMk id="153" creationId="{1F5A875D-3AE0-4796-BFC4-F91252C78247}"/>
          </ac:spMkLst>
        </pc:spChg>
        <pc:spChg chg="del">
          <ac:chgData name="Soban Najam" userId="59c411b0-ccb7-4330-99a9-29cc04a2c185" providerId="ADAL" clId="{498552E8-13B2-4ACC-BEA2-C493D7A63BC2}" dt="2022-06-16T21:47:59.713" v="12047" actId="478"/>
          <ac:spMkLst>
            <pc:docMk/>
            <pc:sldMk cId="3953864003" sldId="273"/>
            <ac:spMk id="154" creationId="{17D61A59-4E4D-4D69-9854-293FC9942E31}"/>
          </ac:spMkLst>
        </pc:spChg>
        <pc:spChg chg="del">
          <ac:chgData name="Soban Najam" userId="59c411b0-ccb7-4330-99a9-29cc04a2c185" providerId="ADAL" clId="{498552E8-13B2-4ACC-BEA2-C493D7A63BC2}" dt="2022-06-16T21:47:59.713" v="12047" actId="478"/>
          <ac:spMkLst>
            <pc:docMk/>
            <pc:sldMk cId="3953864003" sldId="273"/>
            <ac:spMk id="155" creationId="{5BDCC498-23CB-453D-9B75-F50C95B76A45}"/>
          </ac:spMkLst>
        </pc:spChg>
        <pc:spChg chg="del">
          <ac:chgData name="Soban Najam" userId="59c411b0-ccb7-4330-99a9-29cc04a2c185" providerId="ADAL" clId="{498552E8-13B2-4ACC-BEA2-C493D7A63BC2}" dt="2022-06-16T21:47:59.713" v="12047" actId="478"/>
          <ac:spMkLst>
            <pc:docMk/>
            <pc:sldMk cId="3953864003" sldId="273"/>
            <ac:spMk id="156" creationId="{C7498248-FBE2-4B18-AA1D-D757951C6928}"/>
          </ac:spMkLst>
        </pc:spChg>
        <pc:spChg chg="del">
          <ac:chgData name="Soban Najam" userId="59c411b0-ccb7-4330-99a9-29cc04a2c185" providerId="ADAL" clId="{498552E8-13B2-4ACC-BEA2-C493D7A63BC2}" dt="2022-06-16T21:47:59.713" v="12047" actId="478"/>
          <ac:spMkLst>
            <pc:docMk/>
            <pc:sldMk cId="3953864003" sldId="273"/>
            <ac:spMk id="157" creationId="{5C911C09-9BF1-464C-AB6A-2EFA09BB4325}"/>
          </ac:spMkLst>
        </pc:spChg>
        <pc:spChg chg="del">
          <ac:chgData name="Soban Najam" userId="59c411b0-ccb7-4330-99a9-29cc04a2c185" providerId="ADAL" clId="{498552E8-13B2-4ACC-BEA2-C493D7A63BC2}" dt="2022-06-16T21:47:59.713" v="12047" actId="478"/>
          <ac:spMkLst>
            <pc:docMk/>
            <pc:sldMk cId="3953864003" sldId="273"/>
            <ac:spMk id="158" creationId="{E0608EBF-426F-48A4-9699-67F166A7D1E6}"/>
          </ac:spMkLst>
        </pc:spChg>
        <pc:spChg chg="del">
          <ac:chgData name="Soban Najam" userId="59c411b0-ccb7-4330-99a9-29cc04a2c185" providerId="ADAL" clId="{498552E8-13B2-4ACC-BEA2-C493D7A63BC2}" dt="2022-06-16T21:47:59.713" v="12047" actId="478"/>
          <ac:spMkLst>
            <pc:docMk/>
            <pc:sldMk cId="3953864003" sldId="273"/>
            <ac:spMk id="159" creationId="{6ECE3E4B-9337-4DF9-8343-73B9078D1F03}"/>
          </ac:spMkLst>
        </pc:spChg>
        <pc:spChg chg="del">
          <ac:chgData name="Soban Najam" userId="59c411b0-ccb7-4330-99a9-29cc04a2c185" providerId="ADAL" clId="{498552E8-13B2-4ACC-BEA2-C493D7A63BC2}" dt="2022-06-16T21:47:59.713" v="12047" actId="478"/>
          <ac:spMkLst>
            <pc:docMk/>
            <pc:sldMk cId="3953864003" sldId="273"/>
            <ac:spMk id="160" creationId="{9AC976C5-4C01-4565-89B8-AB933E824858}"/>
          </ac:spMkLst>
        </pc:spChg>
        <pc:spChg chg="del">
          <ac:chgData name="Soban Najam" userId="59c411b0-ccb7-4330-99a9-29cc04a2c185" providerId="ADAL" clId="{498552E8-13B2-4ACC-BEA2-C493D7A63BC2}" dt="2022-06-16T21:47:59.713" v="12047" actId="478"/>
          <ac:spMkLst>
            <pc:docMk/>
            <pc:sldMk cId="3953864003" sldId="273"/>
            <ac:spMk id="161" creationId="{9EF737BE-3F74-4030-A01B-B36AD88A8AF6}"/>
          </ac:spMkLst>
        </pc:spChg>
        <pc:spChg chg="del">
          <ac:chgData name="Soban Najam" userId="59c411b0-ccb7-4330-99a9-29cc04a2c185" providerId="ADAL" clId="{498552E8-13B2-4ACC-BEA2-C493D7A63BC2}" dt="2022-06-16T21:47:59.713" v="12047" actId="478"/>
          <ac:spMkLst>
            <pc:docMk/>
            <pc:sldMk cId="3953864003" sldId="273"/>
            <ac:spMk id="162" creationId="{034B3136-EFCA-434B-B930-FEBD287759FF}"/>
          </ac:spMkLst>
        </pc:spChg>
        <pc:spChg chg="del">
          <ac:chgData name="Soban Najam" userId="59c411b0-ccb7-4330-99a9-29cc04a2c185" providerId="ADAL" clId="{498552E8-13B2-4ACC-BEA2-C493D7A63BC2}" dt="2022-06-16T21:47:59.713" v="12047" actId="478"/>
          <ac:spMkLst>
            <pc:docMk/>
            <pc:sldMk cId="3953864003" sldId="273"/>
            <ac:spMk id="163" creationId="{C8970DA5-72A6-4759-8E17-9F5EF61A39FC}"/>
          </ac:spMkLst>
        </pc:spChg>
        <pc:spChg chg="del">
          <ac:chgData name="Soban Najam" userId="59c411b0-ccb7-4330-99a9-29cc04a2c185" providerId="ADAL" clId="{498552E8-13B2-4ACC-BEA2-C493D7A63BC2}" dt="2022-06-16T21:47:59.713" v="12047" actId="478"/>
          <ac:spMkLst>
            <pc:docMk/>
            <pc:sldMk cId="3953864003" sldId="273"/>
            <ac:spMk id="164" creationId="{50443F6A-2611-472A-8ABB-D29417B8F655}"/>
          </ac:spMkLst>
        </pc:spChg>
        <pc:spChg chg="del">
          <ac:chgData name="Soban Najam" userId="59c411b0-ccb7-4330-99a9-29cc04a2c185" providerId="ADAL" clId="{498552E8-13B2-4ACC-BEA2-C493D7A63BC2}" dt="2022-06-16T21:47:59.713" v="12047" actId="478"/>
          <ac:spMkLst>
            <pc:docMk/>
            <pc:sldMk cId="3953864003" sldId="273"/>
            <ac:spMk id="165" creationId="{8F327727-5B19-4A62-A38C-6F73C6385D93}"/>
          </ac:spMkLst>
        </pc:spChg>
        <pc:spChg chg="del">
          <ac:chgData name="Soban Najam" userId="59c411b0-ccb7-4330-99a9-29cc04a2c185" providerId="ADAL" clId="{498552E8-13B2-4ACC-BEA2-C493D7A63BC2}" dt="2022-06-16T21:47:59.713" v="12047" actId="478"/>
          <ac:spMkLst>
            <pc:docMk/>
            <pc:sldMk cId="3953864003" sldId="273"/>
            <ac:spMk id="166" creationId="{2121DF1B-86E5-4328-ACCF-8F4A1DFD70D3}"/>
          </ac:spMkLst>
        </pc:spChg>
        <pc:spChg chg="del">
          <ac:chgData name="Soban Najam" userId="59c411b0-ccb7-4330-99a9-29cc04a2c185" providerId="ADAL" clId="{498552E8-13B2-4ACC-BEA2-C493D7A63BC2}" dt="2022-06-16T21:47:59.713" v="12047" actId="478"/>
          <ac:spMkLst>
            <pc:docMk/>
            <pc:sldMk cId="3953864003" sldId="273"/>
            <ac:spMk id="167" creationId="{C207D8D2-6D68-4BF1-B70B-9B4A070969BA}"/>
          </ac:spMkLst>
        </pc:spChg>
        <pc:spChg chg="del">
          <ac:chgData name="Soban Najam" userId="59c411b0-ccb7-4330-99a9-29cc04a2c185" providerId="ADAL" clId="{498552E8-13B2-4ACC-BEA2-C493D7A63BC2}" dt="2022-06-16T21:47:59.713" v="12047" actId="478"/>
          <ac:spMkLst>
            <pc:docMk/>
            <pc:sldMk cId="3953864003" sldId="273"/>
            <ac:spMk id="168" creationId="{E70B1632-3E8C-4D51-A7B3-D851FFA2613F}"/>
          </ac:spMkLst>
        </pc:spChg>
        <pc:spChg chg="del">
          <ac:chgData name="Soban Najam" userId="59c411b0-ccb7-4330-99a9-29cc04a2c185" providerId="ADAL" clId="{498552E8-13B2-4ACC-BEA2-C493D7A63BC2}" dt="2022-06-16T21:47:59.713" v="12047" actId="478"/>
          <ac:spMkLst>
            <pc:docMk/>
            <pc:sldMk cId="3953864003" sldId="273"/>
            <ac:spMk id="169" creationId="{B447B1CC-BAAE-484D-9B29-91CD50D46EC4}"/>
          </ac:spMkLst>
        </pc:spChg>
        <pc:spChg chg="del">
          <ac:chgData name="Soban Najam" userId="59c411b0-ccb7-4330-99a9-29cc04a2c185" providerId="ADAL" clId="{498552E8-13B2-4ACC-BEA2-C493D7A63BC2}" dt="2022-06-16T21:47:59.713" v="12047" actId="478"/>
          <ac:spMkLst>
            <pc:docMk/>
            <pc:sldMk cId="3953864003" sldId="273"/>
            <ac:spMk id="170" creationId="{DE6A1AAA-D63C-40DF-B74F-8FFBDE6EDC96}"/>
          </ac:spMkLst>
        </pc:spChg>
        <pc:spChg chg="del">
          <ac:chgData name="Soban Najam" userId="59c411b0-ccb7-4330-99a9-29cc04a2c185" providerId="ADAL" clId="{498552E8-13B2-4ACC-BEA2-C493D7A63BC2}" dt="2022-06-16T21:47:59.713" v="12047" actId="478"/>
          <ac:spMkLst>
            <pc:docMk/>
            <pc:sldMk cId="3953864003" sldId="273"/>
            <ac:spMk id="171" creationId="{2726163F-0D91-4B0C-B3B5-BF3921962BA9}"/>
          </ac:spMkLst>
        </pc:spChg>
        <pc:spChg chg="del">
          <ac:chgData name="Soban Najam" userId="59c411b0-ccb7-4330-99a9-29cc04a2c185" providerId="ADAL" clId="{498552E8-13B2-4ACC-BEA2-C493D7A63BC2}" dt="2022-06-16T21:47:59.713" v="12047" actId="478"/>
          <ac:spMkLst>
            <pc:docMk/>
            <pc:sldMk cId="3953864003" sldId="273"/>
            <ac:spMk id="176" creationId="{72009885-DF27-4E66-8D63-10163CC0E4ED}"/>
          </ac:spMkLst>
        </pc:spChg>
        <pc:spChg chg="del">
          <ac:chgData name="Soban Najam" userId="59c411b0-ccb7-4330-99a9-29cc04a2c185" providerId="ADAL" clId="{498552E8-13B2-4ACC-BEA2-C493D7A63BC2}" dt="2022-06-16T21:47:59.713" v="12047" actId="478"/>
          <ac:spMkLst>
            <pc:docMk/>
            <pc:sldMk cId="3953864003" sldId="273"/>
            <ac:spMk id="177" creationId="{9393B238-BDB3-4346-8183-BB399A5B0F22}"/>
          </ac:spMkLst>
        </pc:spChg>
        <pc:spChg chg="del">
          <ac:chgData name="Soban Najam" userId="59c411b0-ccb7-4330-99a9-29cc04a2c185" providerId="ADAL" clId="{498552E8-13B2-4ACC-BEA2-C493D7A63BC2}" dt="2022-06-16T21:47:59.713" v="12047" actId="478"/>
          <ac:spMkLst>
            <pc:docMk/>
            <pc:sldMk cId="3953864003" sldId="273"/>
            <ac:spMk id="178" creationId="{3ACAF111-5518-4C7F-ACC0-E3047EADB502}"/>
          </ac:spMkLst>
        </pc:spChg>
        <pc:cxnChg chg="del mod">
          <ac:chgData name="Soban Najam" userId="59c411b0-ccb7-4330-99a9-29cc04a2c185" providerId="ADAL" clId="{498552E8-13B2-4ACC-BEA2-C493D7A63BC2}" dt="2022-06-16T21:47:59.713" v="12047" actId="478"/>
          <ac:cxnSpMkLst>
            <pc:docMk/>
            <pc:sldMk cId="3953864003" sldId="273"/>
            <ac:cxnSpMk id="4" creationId="{9380680D-97B2-4E8C-8363-3A6789952A55}"/>
          </ac:cxnSpMkLst>
        </pc:cxnChg>
        <pc:cxnChg chg="del mod">
          <ac:chgData name="Soban Najam" userId="59c411b0-ccb7-4330-99a9-29cc04a2c185" providerId="ADAL" clId="{498552E8-13B2-4ACC-BEA2-C493D7A63BC2}" dt="2022-06-16T21:47:59.713" v="12047" actId="478"/>
          <ac:cxnSpMkLst>
            <pc:docMk/>
            <pc:sldMk cId="3953864003" sldId="273"/>
            <ac:cxnSpMk id="172" creationId="{9D467F68-F5FA-4ADE-981F-2F1457B4CCAE}"/>
          </ac:cxnSpMkLst>
        </pc:cxnChg>
        <pc:cxnChg chg="del mod">
          <ac:chgData name="Soban Najam" userId="59c411b0-ccb7-4330-99a9-29cc04a2c185" providerId="ADAL" clId="{498552E8-13B2-4ACC-BEA2-C493D7A63BC2}" dt="2022-06-16T21:47:59.713" v="12047" actId="478"/>
          <ac:cxnSpMkLst>
            <pc:docMk/>
            <pc:sldMk cId="3953864003" sldId="273"/>
            <ac:cxnSpMk id="173" creationId="{7E880889-9FF3-4AF9-ABC4-4F01FF1F96BD}"/>
          </ac:cxnSpMkLst>
        </pc:cxnChg>
      </pc:sldChg>
      <pc:sldChg chg="modSp">
        <pc:chgData name="Soban Najam" userId="59c411b0-ccb7-4330-99a9-29cc04a2c185" providerId="ADAL" clId="{498552E8-13B2-4ACC-BEA2-C493D7A63BC2}" dt="2023-04-12T21:29:01.200" v="12659"/>
        <pc:sldMkLst>
          <pc:docMk/>
          <pc:sldMk cId="3127311855" sldId="274"/>
        </pc:sldMkLst>
        <pc:spChg chg="mod">
          <ac:chgData name="Soban Najam" userId="59c411b0-ccb7-4330-99a9-29cc04a2c185" providerId="ADAL" clId="{498552E8-13B2-4ACC-BEA2-C493D7A63BC2}" dt="2023-04-12T21:29:01.200" v="12659"/>
          <ac:spMkLst>
            <pc:docMk/>
            <pc:sldMk cId="3127311855" sldId="274"/>
            <ac:spMk id="5" creationId="{680D5784-AAC3-43E5-B3C6-8A9D8CB6CE29}"/>
          </ac:spMkLst>
        </pc:spChg>
        <pc:spChg chg="mod">
          <ac:chgData name="Soban Najam" userId="59c411b0-ccb7-4330-99a9-29cc04a2c185" providerId="ADAL" clId="{498552E8-13B2-4ACC-BEA2-C493D7A63BC2}" dt="2023-04-12T13:41:44.044" v="12392"/>
          <ac:spMkLst>
            <pc:docMk/>
            <pc:sldMk cId="3127311855" sldId="274"/>
            <ac:spMk id="6" creationId="{628BBA39-824D-488B-AE10-EB9F908C928A}"/>
          </ac:spMkLst>
        </pc:spChg>
        <pc:spChg chg="mod">
          <ac:chgData name="Soban Najam" userId="59c411b0-ccb7-4330-99a9-29cc04a2c185" providerId="ADAL" clId="{498552E8-13B2-4ACC-BEA2-C493D7A63BC2}" dt="2023-04-12T13:41:44.044" v="12392"/>
          <ac:spMkLst>
            <pc:docMk/>
            <pc:sldMk cId="3127311855" sldId="274"/>
            <ac:spMk id="20" creationId="{0CE52DA1-255F-48A3-BF41-5F8E7F28260F}"/>
          </ac:spMkLst>
        </pc:spChg>
        <pc:spChg chg="mod">
          <ac:chgData name="Soban Najam" userId="59c411b0-ccb7-4330-99a9-29cc04a2c185" providerId="ADAL" clId="{498552E8-13B2-4ACC-BEA2-C493D7A63BC2}" dt="2023-04-12T13:41:44.044" v="12392"/>
          <ac:spMkLst>
            <pc:docMk/>
            <pc:sldMk cId="3127311855" sldId="274"/>
            <ac:spMk id="56" creationId="{FBC008B8-C973-4684-AF79-0B694A5D83E7}"/>
          </ac:spMkLst>
        </pc:spChg>
      </pc:sldChg>
      <pc:sldChg chg="modSp">
        <pc:chgData name="Soban Najam" userId="59c411b0-ccb7-4330-99a9-29cc04a2c185" providerId="ADAL" clId="{498552E8-13B2-4ACC-BEA2-C493D7A63BC2}" dt="2023-04-12T21:29:01.200" v="12659"/>
        <pc:sldMkLst>
          <pc:docMk/>
          <pc:sldMk cId="3166587831" sldId="275"/>
        </pc:sldMkLst>
        <pc:spChg chg="mod">
          <ac:chgData name="Soban Najam" userId="59c411b0-ccb7-4330-99a9-29cc04a2c185" providerId="ADAL" clId="{498552E8-13B2-4ACC-BEA2-C493D7A63BC2}" dt="2023-04-12T21:29:01.200" v="12659"/>
          <ac:spMkLst>
            <pc:docMk/>
            <pc:sldMk cId="3166587831" sldId="275"/>
            <ac:spMk id="5" creationId="{680D5784-AAC3-43E5-B3C6-8A9D8CB6CE29}"/>
          </ac:spMkLst>
        </pc:spChg>
        <pc:spChg chg="mod">
          <ac:chgData name="Soban Najam" userId="59c411b0-ccb7-4330-99a9-29cc04a2c185" providerId="ADAL" clId="{498552E8-13B2-4ACC-BEA2-C493D7A63BC2}" dt="2023-04-12T13:41:44.044" v="12392"/>
          <ac:spMkLst>
            <pc:docMk/>
            <pc:sldMk cId="3166587831" sldId="275"/>
            <ac:spMk id="6" creationId="{628BBA39-824D-488B-AE10-EB9F908C928A}"/>
          </ac:spMkLst>
        </pc:spChg>
        <pc:spChg chg="mod">
          <ac:chgData name="Soban Najam" userId="59c411b0-ccb7-4330-99a9-29cc04a2c185" providerId="ADAL" clId="{498552E8-13B2-4ACC-BEA2-C493D7A63BC2}" dt="2023-04-12T13:41:44.044" v="12392"/>
          <ac:spMkLst>
            <pc:docMk/>
            <pc:sldMk cId="3166587831" sldId="275"/>
            <ac:spMk id="20" creationId="{0CE52DA1-255F-48A3-BF41-5F8E7F28260F}"/>
          </ac:spMkLst>
        </pc:spChg>
        <pc:spChg chg="mod">
          <ac:chgData name="Soban Najam" userId="59c411b0-ccb7-4330-99a9-29cc04a2c185" providerId="ADAL" clId="{498552E8-13B2-4ACC-BEA2-C493D7A63BC2}" dt="2023-04-12T13:41:44.044" v="12392"/>
          <ac:spMkLst>
            <pc:docMk/>
            <pc:sldMk cId="3166587831" sldId="275"/>
            <ac:spMk id="56" creationId="{FBC008B8-C973-4684-AF79-0B694A5D83E7}"/>
          </ac:spMkLst>
        </pc:spChg>
      </pc:sldChg>
      <pc:sldChg chg="modSp">
        <pc:chgData name="Soban Najam" userId="59c411b0-ccb7-4330-99a9-29cc04a2c185" providerId="ADAL" clId="{498552E8-13B2-4ACC-BEA2-C493D7A63BC2}" dt="2023-04-12T21:29:01.200" v="12659"/>
        <pc:sldMkLst>
          <pc:docMk/>
          <pc:sldMk cId="1944989315" sldId="276"/>
        </pc:sldMkLst>
        <pc:spChg chg="mod">
          <ac:chgData name="Soban Najam" userId="59c411b0-ccb7-4330-99a9-29cc04a2c185" providerId="ADAL" clId="{498552E8-13B2-4ACC-BEA2-C493D7A63BC2}" dt="2023-04-12T21:29:01.200" v="12659"/>
          <ac:spMkLst>
            <pc:docMk/>
            <pc:sldMk cId="1944989315" sldId="276"/>
            <ac:spMk id="5" creationId="{680D5784-AAC3-43E5-B3C6-8A9D8CB6CE29}"/>
          </ac:spMkLst>
        </pc:spChg>
      </pc:sldChg>
      <pc:sldChg chg="modSp">
        <pc:chgData name="Soban Najam" userId="59c411b0-ccb7-4330-99a9-29cc04a2c185" providerId="ADAL" clId="{498552E8-13B2-4ACC-BEA2-C493D7A63BC2}" dt="2023-04-12T21:29:01.200" v="12659"/>
        <pc:sldMkLst>
          <pc:docMk/>
          <pc:sldMk cId="3049861684" sldId="277"/>
        </pc:sldMkLst>
        <pc:spChg chg="mod">
          <ac:chgData name="Soban Najam" userId="59c411b0-ccb7-4330-99a9-29cc04a2c185" providerId="ADAL" clId="{498552E8-13B2-4ACC-BEA2-C493D7A63BC2}" dt="2023-04-12T21:29:01.200" v="12659"/>
          <ac:spMkLst>
            <pc:docMk/>
            <pc:sldMk cId="3049861684" sldId="277"/>
            <ac:spMk id="5" creationId="{680D5784-AAC3-43E5-B3C6-8A9D8CB6CE29}"/>
          </ac:spMkLst>
        </pc:spChg>
        <pc:spChg chg="mod">
          <ac:chgData name="Soban Najam" userId="59c411b0-ccb7-4330-99a9-29cc04a2c185" providerId="ADAL" clId="{498552E8-13B2-4ACC-BEA2-C493D7A63BC2}" dt="2023-04-12T21:29:01.200" v="12659"/>
          <ac:spMkLst>
            <pc:docMk/>
            <pc:sldMk cId="3049861684" sldId="277"/>
            <ac:spMk id="6" creationId="{628BBA39-824D-488B-AE10-EB9F908C928A}"/>
          </ac:spMkLst>
        </pc:spChg>
      </pc:sldChg>
      <pc:sldChg chg="delSp modSp add mod">
        <pc:chgData name="Soban Najam" userId="59c411b0-ccb7-4330-99a9-29cc04a2c185" providerId="ADAL" clId="{498552E8-13B2-4ACC-BEA2-C493D7A63BC2}" dt="2023-04-12T21:29:01.200" v="12659"/>
        <pc:sldMkLst>
          <pc:docMk/>
          <pc:sldMk cId="2985845631" sldId="278"/>
        </pc:sldMkLst>
        <pc:spChg chg="mod">
          <ac:chgData name="Soban Najam" userId="59c411b0-ccb7-4330-99a9-29cc04a2c185" providerId="ADAL" clId="{498552E8-13B2-4ACC-BEA2-C493D7A63BC2}" dt="2023-04-12T21:29:01.200" v="12659"/>
          <ac:spMkLst>
            <pc:docMk/>
            <pc:sldMk cId="2985845631" sldId="278"/>
            <ac:spMk id="5" creationId="{680D5784-AAC3-43E5-B3C6-8A9D8CB6CE29}"/>
          </ac:spMkLst>
        </pc:spChg>
        <pc:spChg chg="mod">
          <ac:chgData name="Soban Najam" userId="59c411b0-ccb7-4330-99a9-29cc04a2c185" providerId="ADAL" clId="{498552E8-13B2-4ACC-BEA2-C493D7A63BC2}" dt="2023-04-12T14:21:03.097" v="12448"/>
          <ac:spMkLst>
            <pc:docMk/>
            <pc:sldMk cId="2985845631" sldId="278"/>
            <ac:spMk id="6" creationId="{628BBA39-824D-488B-AE10-EB9F908C928A}"/>
          </ac:spMkLst>
        </pc:spChg>
        <pc:spChg chg="mod">
          <ac:chgData name="Soban Najam" userId="59c411b0-ccb7-4330-99a9-29cc04a2c185" providerId="ADAL" clId="{498552E8-13B2-4ACC-BEA2-C493D7A63BC2}" dt="2023-04-12T13:41:44.044" v="12392"/>
          <ac:spMkLst>
            <pc:docMk/>
            <pc:sldMk cId="2985845631" sldId="278"/>
            <ac:spMk id="15" creationId="{994EE1A1-C0C7-4735-B82F-E65A7911DA46}"/>
          </ac:spMkLst>
        </pc:spChg>
        <pc:spChg chg="mod">
          <ac:chgData name="Soban Najam" userId="59c411b0-ccb7-4330-99a9-29cc04a2c185" providerId="ADAL" clId="{498552E8-13B2-4ACC-BEA2-C493D7A63BC2}" dt="2023-04-12T13:33:10.059" v="12262" actId="20577"/>
          <ac:spMkLst>
            <pc:docMk/>
            <pc:sldMk cId="2985845631" sldId="278"/>
            <ac:spMk id="18" creationId="{14C66E83-8C91-4B7B-858F-05C5D3218416}"/>
          </ac:spMkLst>
        </pc:spChg>
        <pc:spChg chg="mod">
          <ac:chgData name="Soban Najam" userId="59c411b0-ccb7-4330-99a9-29cc04a2c185" providerId="ADAL" clId="{498552E8-13B2-4ACC-BEA2-C493D7A63BC2}" dt="2023-04-12T13:33:19.603" v="12265" actId="20577"/>
          <ac:spMkLst>
            <pc:docMk/>
            <pc:sldMk cId="2985845631" sldId="278"/>
            <ac:spMk id="20" creationId="{080D0693-E91E-40DC-8BF9-F319AB2ABE06}"/>
          </ac:spMkLst>
        </pc:spChg>
        <pc:spChg chg="del">
          <ac:chgData name="Soban Najam" userId="59c411b0-ccb7-4330-99a9-29cc04a2c185" providerId="ADAL" clId="{498552E8-13B2-4ACC-BEA2-C493D7A63BC2}" dt="2023-04-12T13:33:26.760" v="12266" actId="478"/>
          <ac:spMkLst>
            <pc:docMk/>
            <pc:sldMk cId="2985845631" sldId="278"/>
            <ac:spMk id="27" creationId="{8D2153A1-D9CF-4431-9ADA-B672169BD815}"/>
          </ac:spMkLst>
        </pc:spChg>
        <pc:spChg chg="del">
          <ac:chgData name="Soban Najam" userId="59c411b0-ccb7-4330-99a9-29cc04a2c185" providerId="ADAL" clId="{498552E8-13B2-4ACC-BEA2-C493D7A63BC2}" dt="2023-04-12T13:33:26.760" v="12266" actId="478"/>
          <ac:spMkLst>
            <pc:docMk/>
            <pc:sldMk cId="2985845631" sldId="278"/>
            <ac:spMk id="30" creationId="{5FEB6231-3F5A-4E12-94EE-54EC0C19FB8E}"/>
          </ac:spMkLst>
        </pc:spChg>
        <pc:spChg chg="del">
          <ac:chgData name="Soban Najam" userId="59c411b0-ccb7-4330-99a9-29cc04a2c185" providerId="ADAL" clId="{498552E8-13B2-4ACC-BEA2-C493D7A63BC2}" dt="2023-04-12T13:33:26.760" v="12266" actId="478"/>
          <ac:spMkLst>
            <pc:docMk/>
            <pc:sldMk cId="2985845631" sldId="278"/>
            <ac:spMk id="31" creationId="{129489EE-7D5C-436D-9A15-A7436F7DD115}"/>
          </ac:spMkLst>
        </pc:spChg>
      </pc:sldChg>
      <pc:sldChg chg="add">
        <pc:chgData name="Soban Najam" userId="59c411b0-ccb7-4330-99a9-29cc04a2c185" providerId="ADAL" clId="{498552E8-13B2-4ACC-BEA2-C493D7A63BC2}" dt="2023-04-12T13:34:54.518" v="12267"/>
        <pc:sldMkLst>
          <pc:docMk/>
          <pc:sldMk cId="418853954" sldId="279"/>
        </pc:sldMkLst>
      </pc:sldChg>
      <pc:sldChg chg="addSp delSp modSp add mod">
        <pc:chgData name="Soban Najam" userId="59c411b0-ccb7-4330-99a9-29cc04a2c185" providerId="ADAL" clId="{498552E8-13B2-4ACC-BEA2-C493D7A63BC2}" dt="2023-04-12T21:29:01.200" v="12659"/>
        <pc:sldMkLst>
          <pc:docMk/>
          <pc:sldMk cId="409841883" sldId="280"/>
        </pc:sldMkLst>
        <pc:spChg chg="add del mod">
          <ac:chgData name="Soban Najam" userId="59c411b0-ccb7-4330-99a9-29cc04a2c185" providerId="ADAL" clId="{498552E8-13B2-4ACC-BEA2-C493D7A63BC2}" dt="2023-04-12T13:39:48.922" v="12369" actId="21"/>
          <ac:spMkLst>
            <pc:docMk/>
            <pc:sldMk cId="409841883" sldId="280"/>
            <ac:spMk id="2" creationId="{2A50316B-E8A1-5012-C656-B11A180FB675}"/>
          </ac:spMkLst>
        </pc:spChg>
        <pc:spChg chg="mod">
          <ac:chgData name="Soban Najam" userId="59c411b0-ccb7-4330-99a9-29cc04a2c185" providerId="ADAL" clId="{498552E8-13B2-4ACC-BEA2-C493D7A63BC2}" dt="2023-04-12T13:37:21.670" v="12279" actId="20577"/>
          <ac:spMkLst>
            <pc:docMk/>
            <pc:sldMk cId="409841883" sldId="280"/>
            <ac:spMk id="3" creationId="{4DE352EB-98DB-4315-87A7-D23ED7C94277}"/>
          </ac:spMkLst>
        </pc:spChg>
        <pc:spChg chg="add del mod">
          <ac:chgData name="Soban Najam" userId="59c411b0-ccb7-4330-99a9-29cc04a2c185" providerId="ADAL" clId="{498552E8-13B2-4ACC-BEA2-C493D7A63BC2}" dt="2023-04-12T13:39:48.922" v="12369" actId="21"/>
          <ac:spMkLst>
            <pc:docMk/>
            <pc:sldMk cId="409841883" sldId="280"/>
            <ac:spMk id="4" creationId="{9F18A617-C0CD-2798-103B-1196298684D5}"/>
          </ac:spMkLst>
        </pc:spChg>
        <pc:spChg chg="mod">
          <ac:chgData name="Soban Najam" userId="59c411b0-ccb7-4330-99a9-29cc04a2c185" providerId="ADAL" clId="{498552E8-13B2-4ACC-BEA2-C493D7A63BC2}" dt="2023-04-12T21:29:01.200" v="12659"/>
          <ac:spMkLst>
            <pc:docMk/>
            <pc:sldMk cId="409841883" sldId="280"/>
            <ac:spMk id="5" creationId="{680D5784-AAC3-43E5-B3C6-8A9D8CB6CE29}"/>
          </ac:spMkLst>
        </pc:spChg>
        <pc:spChg chg="mod">
          <ac:chgData name="Soban Najam" userId="59c411b0-ccb7-4330-99a9-29cc04a2c185" providerId="ADAL" clId="{498552E8-13B2-4ACC-BEA2-C493D7A63BC2}" dt="2023-04-12T14:19:12.899" v="12444" actId="20577"/>
          <ac:spMkLst>
            <pc:docMk/>
            <pc:sldMk cId="409841883" sldId="280"/>
            <ac:spMk id="6" creationId="{628BBA39-824D-488B-AE10-EB9F908C928A}"/>
          </ac:spMkLst>
        </pc:spChg>
        <pc:spChg chg="del">
          <ac:chgData name="Soban Najam" userId="59c411b0-ccb7-4330-99a9-29cc04a2c185" providerId="ADAL" clId="{498552E8-13B2-4ACC-BEA2-C493D7A63BC2}" dt="2023-04-12T13:37:00.538" v="12273" actId="478"/>
          <ac:spMkLst>
            <pc:docMk/>
            <pc:sldMk cId="409841883" sldId="280"/>
            <ac:spMk id="10" creationId="{6CA71E52-105E-44E6-A1D6-BF7B46B4DF0E}"/>
          </ac:spMkLst>
        </pc:spChg>
        <pc:spChg chg="add del mod">
          <ac:chgData name="Soban Najam" userId="59c411b0-ccb7-4330-99a9-29cc04a2c185" providerId="ADAL" clId="{498552E8-13B2-4ACC-BEA2-C493D7A63BC2}" dt="2023-04-12T13:39:48.922" v="12369" actId="21"/>
          <ac:spMkLst>
            <pc:docMk/>
            <pc:sldMk cId="409841883" sldId="280"/>
            <ac:spMk id="11" creationId="{98E388AD-77C2-BBE5-4F36-DB56CE23668E}"/>
          </ac:spMkLst>
        </pc:spChg>
        <pc:spChg chg="mod">
          <ac:chgData name="Soban Najam" userId="59c411b0-ccb7-4330-99a9-29cc04a2c185" providerId="ADAL" clId="{498552E8-13B2-4ACC-BEA2-C493D7A63BC2}" dt="2023-04-12T13:41:33.025" v="12391" actId="20577"/>
          <ac:spMkLst>
            <pc:docMk/>
            <pc:sldMk cId="409841883" sldId="280"/>
            <ac:spMk id="15" creationId="{994EE1A1-C0C7-4735-B82F-E65A7911DA46}"/>
          </ac:spMkLst>
        </pc:spChg>
        <pc:spChg chg="mod">
          <ac:chgData name="Soban Najam" userId="59c411b0-ccb7-4330-99a9-29cc04a2c185" providerId="ADAL" clId="{498552E8-13B2-4ACC-BEA2-C493D7A63BC2}" dt="2023-04-12T13:37:20.452" v="12278" actId="20577"/>
          <ac:spMkLst>
            <pc:docMk/>
            <pc:sldMk cId="409841883" sldId="280"/>
            <ac:spMk id="16" creationId="{BC051D20-8B23-403D-8431-8794836F36F1}"/>
          </ac:spMkLst>
        </pc:spChg>
        <pc:spChg chg="mod">
          <ac:chgData name="Soban Najam" userId="59c411b0-ccb7-4330-99a9-29cc04a2c185" providerId="ADAL" clId="{498552E8-13B2-4ACC-BEA2-C493D7A63BC2}" dt="2023-04-12T13:37:27.068" v="12280" actId="20577"/>
          <ac:spMkLst>
            <pc:docMk/>
            <pc:sldMk cId="409841883" sldId="280"/>
            <ac:spMk id="17" creationId="{136640DF-E9E4-43EC-8875-108DDEB887F4}"/>
          </ac:spMkLst>
        </pc:spChg>
        <pc:spChg chg="mod">
          <ac:chgData name="Soban Najam" userId="59c411b0-ccb7-4330-99a9-29cc04a2c185" providerId="ADAL" clId="{498552E8-13B2-4ACC-BEA2-C493D7A63BC2}" dt="2023-04-12T13:36:49.294" v="12270" actId="20577"/>
          <ac:spMkLst>
            <pc:docMk/>
            <pc:sldMk cId="409841883" sldId="280"/>
            <ac:spMk id="18" creationId="{14C66E83-8C91-4B7B-858F-05C5D3218416}"/>
          </ac:spMkLst>
        </pc:spChg>
        <pc:spChg chg="mod">
          <ac:chgData name="Soban Najam" userId="59c411b0-ccb7-4330-99a9-29cc04a2c185" providerId="ADAL" clId="{498552E8-13B2-4ACC-BEA2-C493D7A63BC2}" dt="2023-04-12T13:37:29.664" v="12281" actId="20577"/>
          <ac:spMkLst>
            <pc:docMk/>
            <pc:sldMk cId="409841883" sldId="280"/>
            <ac:spMk id="19" creationId="{01C75668-1F10-4440-B77B-9BFA21EC0005}"/>
          </ac:spMkLst>
        </pc:spChg>
        <pc:spChg chg="mod">
          <ac:chgData name="Soban Najam" userId="59c411b0-ccb7-4330-99a9-29cc04a2c185" providerId="ADAL" clId="{498552E8-13B2-4ACC-BEA2-C493D7A63BC2}" dt="2023-04-12T13:36:55.585" v="12272" actId="20577"/>
          <ac:spMkLst>
            <pc:docMk/>
            <pc:sldMk cId="409841883" sldId="280"/>
            <ac:spMk id="20" creationId="{080D0693-E91E-40DC-8BF9-F319AB2ABE06}"/>
          </ac:spMkLst>
        </pc:spChg>
        <pc:spChg chg="del">
          <ac:chgData name="Soban Najam" userId="59c411b0-ccb7-4330-99a9-29cc04a2c185" providerId="ADAL" clId="{498552E8-13B2-4ACC-BEA2-C493D7A63BC2}" dt="2023-04-12T13:37:00.538" v="12273" actId="478"/>
          <ac:spMkLst>
            <pc:docMk/>
            <pc:sldMk cId="409841883" sldId="280"/>
            <ac:spMk id="22" creationId="{D5E5BBAF-1A16-44B9-A888-F5F30CE1ED82}"/>
          </ac:spMkLst>
        </pc:spChg>
        <pc:cxnChg chg="del mod">
          <ac:chgData name="Soban Najam" userId="59c411b0-ccb7-4330-99a9-29cc04a2c185" providerId="ADAL" clId="{498552E8-13B2-4ACC-BEA2-C493D7A63BC2}" dt="2023-04-12T13:37:00.538" v="12273" actId="478"/>
          <ac:cxnSpMkLst>
            <pc:docMk/>
            <pc:sldMk cId="409841883" sldId="280"/>
            <ac:cxnSpMk id="8" creationId="{A4B8E911-1E3C-4D41-B9D1-2C26EECAB34A}"/>
          </ac:cxnSpMkLst>
        </pc:cxnChg>
        <pc:cxnChg chg="del mod">
          <ac:chgData name="Soban Najam" userId="59c411b0-ccb7-4330-99a9-29cc04a2c185" providerId="ADAL" clId="{498552E8-13B2-4ACC-BEA2-C493D7A63BC2}" dt="2023-04-12T13:37:00.538" v="12273" actId="478"/>
          <ac:cxnSpMkLst>
            <pc:docMk/>
            <pc:sldMk cId="409841883" sldId="280"/>
            <ac:cxnSpMk id="21" creationId="{FDC6B7F0-2777-4903-97F4-AB26472C84F0}"/>
          </ac:cxnSpMkLst>
        </pc:cxnChg>
      </pc:sldChg>
      <pc:sldChg chg="addSp modSp add mod">
        <pc:chgData name="Soban Najam" userId="59c411b0-ccb7-4330-99a9-29cc04a2c185" providerId="ADAL" clId="{498552E8-13B2-4ACC-BEA2-C493D7A63BC2}" dt="2023-04-12T21:29:01.200" v="12659"/>
        <pc:sldMkLst>
          <pc:docMk/>
          <pc:sldMk cId="2668234889" sldId="281"/>
        </pc:sldMkLst>
        <pc:spChg chg="add mod">
          <ac:chgData name="Soban Najam" userId="59c411b0-ccb7-4330-99a9-29cc04a2c185" providerId="ADAL" clId="{498552E8-13B2-4ACC-BEA2-C493D7A63BC2}" dt="2023-04-12T13:39:50.603" v="12370"/>
          <ac:spMkLst>
            <pc:docMk/>
            <pc:sldMk cId="2668234889" sldId="281"/>
            <ac:spMk id="2" creationId="{CB1F6207-2B08-967F-7868-5FB4665BB344}"/>
          </ac:spMkLst>
        </pc:spChg>
        <pc:spChg chg="mod">
          <ac:chgData name="Soban Najam" userId="59c411b0-ccb7-4330-99a9-29cc04a2c185" providerId="ADAL" clId="{498552E8-13B2-4ACC-BEA2-C493D7A63BC2}" dt="2023-04-12T13:40:50.912" v="12372" actId="20577"/>
          <ac:spMkLst>
            <pc:docMk/>
            <pc:sldMk cId="2668234889" sldId="281"/>
            <ac:spMk id="3" creationId="{4DE352EB-98DB-4315-87A7-D23ED7C94277}"/>
          </ac:spMkLst>
        </pc:spChg>
        <pc:spChg chg="add mod">
          <ac:chgData name="Soban Najam" userId="59c411b0-ccb7-4330-99a9-29cc04a2c185" providerId="ADAL" clId="{498552E8-13B2-4ACC-BEA2-C493D7A63BC2}" dt="2023-04-12T13:39:50.603" v="12370"/>
          <ac:spMkLst>
            <pc:docMk/>
            <pc:sldMk cId="2668234889" sldId="281"/>
            <ac:spMk id="4" creationId="{9019F444-D8E2-B343-02C4-75EE1956AFAC}"/>
          </ac:spMkLst>
        </pc:spChg>
        <pc:spChg chg="mod">
          <ac:chgData name="Soban Najam" userId="59c411b0-ccb7-4330-99a9-29cc04a2c185" providerId="ADAL" clId="{498552E8-13B2-4ACC-BEA2-C493D7A63BC2}" dt="2023-04-12T21:29:01.200" v="12659"/>
          <ac:spMkLst>
            <pc:docMk/>
            <pc:sldMk cId="2668234889" sldId="281"/>
            <ac:spMk id="5" creationId="{680D5784-AAC3-43E5-B3C6-8A9D8CB6CE29}"/>
          </ac:spMkLst>
        </pc:spChg>
        <pc:spChg chg="mod">
          <ac:chgData name="Soban Najam" userId="59c411b0-ccb7-4330-99a9-29cc04a2c185" providerId="ADAL" clId="{498552E8-13B2-4ACC-BEA2-C493D7A63BC2}" dt="2023-04-12T14:19:18.259" v="12445"/>
          <ac:spMkLst>
            <pc:docMk/>
            <pc:sldMk cId="2668234889" sldId="281"/>
            <ac:spMk id="6" creationId="{628BBA39-824D-488B-AE10-EB9F908C928A}"/>
          </ac:spMkLst>
        </pc:spChg>
        <pc:spChg chg="add mod">
          <ac:chgData name="Soban Najam" userId="59c411b0-ccb7-4330-99a9-29cc04a2c185" providerId="ADAL" clId="{498552E8-13B2-4ACC-BEA2-C493D7A63BC2}" dt="2023-04-12T13:39:50.603" v="12370"/>
          <ac:spMkLst>
            <pc:docMk/>
            <pc:sldMk cId="2668234889" sldId="281"/>
            <ac:spMk id="8" creationId="{50A0D1D6-32C5-8E3B-9A2E-4DEACCCC7258}"/>
          </ac:spMkLst>
        </pc:spChg>
        <pc:spChg chg="add mod">
          <ac:chgData name="Soban Najam" userId="59c411b0-ccb7-4330-99a9-29cc04a2c185" providerId="ADAL" clId="{498552E8-13B2-4ACC-BEA2-C493D7A63BC2}" dt="2023-04-12T13:41:09.737" v="12381" actId="1076"/>
          <ac:spMkLst>
            <pc:docMk/>
            <pc:sldMk cId="2668234889" sldId="281"/>
            <ac:spMk id="10" creationId="{84A43A46-D376-6E6E-A55C-23DE8C381962}"/>
          </ac:spMkLst>
        </pc:spChg>
        <pc:spChg chg="add mod">
          <ac:chgData name="Soban Najam" userId="59c411b0-ccb7-4330-99a9-29cc04a2c185" providerId="ADAL" clId="{498552E8-13B2-4ACC-BEA2-C493D7A63BC2}" dt="2023-04-12T13:41:09.737" v="12381" actId="1076"/>
          <ac:spMkLst>
            <pc:docMk/>
            <pc:sldMk cId="2668234889" sldId="281"/>
            <ac:spMk id="11" creationId="{B24B4627-C657-D8DE-3058-1B9B4784AF26}"/>
          </ac:spMkLst>
        </pc:spChg>
        <pc:spChg chg="add mod">
          <ac:chgData name="Soban Najam" userId="59c411b0-ccb7-4330-99a9-29cc04a2c185" providerId="ADAL" clId="{498552E8-13B2-4ACC-BEA2-C493D7A63BC2}" dt="2023-04-12T13:41:09.737" v="12381" actId="1076"/>
          <ac:spMkLst>
            <pc:docMk/>
            <pc:sldMk cId="2668234889" sldId="281"/>
            <ac:spMk id="12" creationId="{1910C140-1A3E-D1B9-2016-27B3A2847F6F}"/>
          </ac:spMkLst>
        </pc:spChg>
        <pc:spChg chg="mod">
          <ac:chgData name="Soban Najam" userId="59c411b0-ccb7-4330-99a9-29cc04a2c185" providerId="ADAL" clId="{498552E8-13B2-4ACC-BEA2-C493D7A63BC2}" dt="2023-04-12T13:41:44.044" v="12392"/>
          <ac:spMkLst>
            <pc:docMk/>
            <pc:sldMk cId="2668234889" sldId="281"/>
            <ac:spMk id="15" creationId="{994EE1A1-C0C7-4735-B82F-E65A7911DA46}"/>
          </ac:spMkLst>
        </pc:spChg>
        <pc:spChg chg="mod">
          <ac:chgData name="Soban Najam" userId="59c411b0-ccb7-4330-99a9-29cc04a2c185" providerId="ADAL" clId="{498552E8-13B2-4ACC-BEA2-C493D7A63BC2}" dt="2023-04-12T14:21:14.645" v="12450" actId="20577"/>
          <ac:spMkLst>
            <pc:docMk/>
            <pc:sldMk cId="2668234889" sldId="281"/>
            <ac:spMk id="16" creationId="{BC051D20-8B23-403D-8431-8794836F36F1}"/>
          </ac:spMkLst>
        </pc:spChg>
        <pc:spChg chg="mod">
          <ac:chgData name="Soban Najam" userId="59c411b0-ccb7-4330-99a9-29cc04a2c185" providerId="ADAL" clId="{498552E8-13B2-4ACC-BEA2-C493D7A63BC2}" dt="2023-04-12T13:40:55.209" v="12379" actId="20577"/>
          <ac:spMkLst>
            <pc:docMk/>
            <pc:sldMk cId="2668234889" sldId="281"/>
            <ac:spMk id="17" creationId="{136640DF-E9E4-43EC-8875-108DDEB887F4}"/>
          </ac:spMkLst>
        </pc:spChg>
        <pc:spChg chg="mod">
          <ac:chgData name="Soban Najam" userId="59c411b0-ccb7-4330-99a9-29cc04a2c185" providerId="ADAL" clId="{498552E8-13B2-4ACC-BEA2-C493D7A63BC2}" dt="2023-04-12T14:21:18.249" v="12457" actId="20577"/>
          <ac:spMkLst>
            <pc:docMk/>
            <pc:sldMk cId="2668234889" sldId="281"/>
            <ac:spMk id="19" creationId="{01C75668-1F10-4440-B77B-9BFA21EC0005}"/>
          </ac:spMkLst>
        </pc:spChg>
      </pc:sldChg>
      <pc:sldChg chg="addSp delSp modSp add mod">
        <pc:chgData name="Soban Najam" userId="59c411b0-ccb7-4330-99a9-29cc04a2c185" providerId="ADAL" clId="{498552E8-13B2-4ACC-BEA2-C493D7A63BC2}" dt="2023-04-12T21:29:01.200" v="12659"/>
        <pc:sldMkLst>
          <pc:docMk/>
          <pc:sldMk cId="3441209444" sldId="282"/>
        </pc:sldMkLst>
        <pc:spChg chg="add del mod">
          <ac:chgData name="Soban Najam" userId="59c411b0-ccb7-4330-99a9-29cc04a2c185" providerId="ADAL" clId="{498552E8-13B2-4ACC-BEA2-C493D7A63BC2}" dt="2023-04-12T14:24:35.499" v="12529" actId="478"/>
          <ac:spMkLst>
            <pc:docMk/>
            <pc:sldMk cId="3441209444" sldId="282"/>
            <ac:spMk id="2" creationId="{C78386FE-7105-FCA7-BCD4-65FB04285579}"/>
          </ac:spMkLst>
        </pc:spChg>
        <pc:spChg chg="mod">
          <ac:chgData name="Soban Najam" userId="59c411b0-ccb7-4330-99a9-29cc04a2c185" providerId="ADAL" clId="{498552E8-13B2-4ACC-BEA2-C493D7A63BC2}" dt="2023-04-12T14:24:50.244" v="12575" actId="1037"/>
          <ac:spMkLst>
            <pc:docMk/>
            <pc:sldMk cId="3441209444" sldId="282"/>
            <ac:spMk id="4" creationId="{EF774D0E-3E27-49DD-AF34-6698BF76A4AD}"/>
          </ac:spMkLst>
        </pc:spChg>
        <pc:spChg chg="mod">
          <ac:chgData name="Soban Najam" userId="59c411b0-ccb7-4330-99a9-29cc04a2c185" providerId="ADAL" clId="{498552E8-13B2-4ACC-BEA2-C493D7A63BC2}" dt="2023-04-12T21:29:01.200" v="12659"/>
          <ac:spMkLst>
            <pc:docMk/>
            <pc:sldMk cId="3441209444" sldId="282"/>
            <ac:spMk id="5" creationId="{680D5784-AAC3-43E5-B3C6-8A9D8CB6CE29}"/>
          </ac:spMkLst>
        </pc:spChg>
        <pc:spChg chg="mod">
          <ac:chgData name="Soban Najam" userId="59c411b0-ccb7-4330-99a9-29cc04a2c185" providerId="ADAL" clId="{498552E8-13B2-4ACC-BEA2-C493D7A63BC2}" dt="2023-04-12T14:24:40.361" v="12530" actId="1038"/>
          <ac:spMkLst>
            <pc:docMk/>
            <pc:sldMk cId="3441209444" sldId="282"/>
            <ac:spMk id="15" creationId="{994EE1A1-C0C7-4735-B82F-E65A7911DA46}"/>
          </ac:spMkLst>
        </pc:spChg>
        <pc:spChg chg="mod">
          <ac:chgData name="Soban Najam" userId="59c411b0-ccb7-4330-99a9-29cc04a2c185" providerId="ADAL" clId="{498552E8-13B2-4ACC-BEA2-C493D7A63BC2}" dt="2023-04-12T14:24:40.361" v="12530" actId="1038"/>
          <ac:spMkLst>
            <pc:docMk/>
            <pc:sldMk cId="3441209444" sldId="282"/>
            <ac:spMk id="28" creationId="{5AF6FD2B-2446-467E-B06D-B7E883D68C36}"/>
          </ac:spMkLst>
        </pc:spChg>
        <pc:spChg chg="mod">
          <ac:chgData name="Soban Najam" userId="59c411b0-ccb7-4330-99a9-29cc04a2c185" providerId="ADAL" clId="{498552E8-13B2-4ACC-BEA2-C493D7A63BC2}" dt="2023-04-12T14:24:40.361" v="12530" actId="1038"/>
          <ac:spMkLst>
            <pc:docMk/>
            <pc:sldMk cId="3441209444" sldId="282"/>
            <ac:spMk id="34" creationId="{A75FE074-18A4-4E42-87E6-352AA34A126F}"/>
          </ac:spMkLst>
        </pc:spChg>
        <pc:spChg chg="mod">
          <ac:chgData name="Soban Najam" userId="59c411b0-ccb7-4330-99a9-29cc04a2c185" providerId="ADAL" clId="{498552E8-13B2-4ACC-BEA2-C493D7A63BC2}" dt="2023-04-12T14:24:40.361" v="12530" actId="1038"/>
          <ac:spMkLst>
            <pc:docMk/>
            <pc:sldMk cId="3441209444" sldId="282"/>
            <ac:spMk id="43" creationId="{3056DDD4-7AB7-4E1F-B296-39953C287DBC}"/>
          </ac:spMkLst>
        </pc:spChg>
        <pc:cxnChg chg="mod">
          <ac:chgData name="Soban Najam" userId="59c411b0-ccb7-4330-99a9-29cc04a2c185" providerId="ADAL" clId="{498552E8-13B2-4ACC-BEA2-C493D7A63BC2}" dt="2023-04-12T14:24:40.361" v="12530" actId="1038"/>
          <ac:cxnSpMkLst>
            <pc:docMk/>
            <pc:sldMk cId="3441209444" sldId="282"/>
            <ac:cxnSpMk id="12" creationId="{9E8A639A-A5D8-44CA-8C70-05B3D66748E0}"/>
          </ac:cxnSpMkLst>
        </pc:cxnChg>
        <pc:cxnChg chg="mod">
          <ac:chgData name="Soban Najam" userId="59c411b0-ccb7-4330-99a9-29cc04a2c185" providerId="ADAL" clId="{498552E8-13B2-4ACC-BEA2-C493D7A63BC2}" dt="2023-04-12T14:24:40.361" v="12530" actId="1038"/>
          <ac:cxnSpMkLst>
            <pc:docMk/>
            <pc:sldMk cId="3441209444" sldId="282"/>
            <ac:cxnSpMk id="29" creationId="{9704A8AE-16E8-4E2F-962A-E4CECFD218FA}"/>
          </ac:cxnSpMkLst>
        </pc:cxnChg>
        <pc:cxnChg chg="mod">
          <ac:chgData name="Soban Najam" userId="59c411b0-ccb7-4330-99a9-29cc04a2c185" providerId="ADAL" clId="{498552E8-13B2-4ACC-BEA2-C493D7A63BC2}" dt="2023-04-12T14:24:40.361" v="12530" actId="1038"/>
          <ac:cxnSpMkLst>
            <pc:docMk/>
            <pc:sldMk cId="3441209444" sldId="282"/>
            <ac:cxnSpMk id="35" creationId="{859C1A79-13B8-4FD2-AF4F-5FFF6D259EB4}"/>
          </ac:cxnSpMkLst>
        </pc:cxnChg>
        <pc:cxnChg chg="mod">
          <ac:chgData name="Soban Najam" userId="59c411b0-ccb7-4330-99a9-29cc04a2c185" providerId="ADAL" clId="{498552E8-13B2-4ACC-BEA2-C493D7A63BC2}" dt="2023-04-12T14:33:31.549" v="12579"/>
          <ac:cxnSpMkLst>
            <pc:docMk/>
            <pc:sldMk cId="3441209444" sldId="282"/>
            <ac:cxnSpMk id="44" creationId="{82778766-2B1A-4C17-8F17-BF84775DFF6A}"/>
          </ac:cxnSpMkLst>
        </pc:cxnChg>
        <pc:cxnChg chg="mod">
          <ac:chgData name="Soban Najam" userId="59c411b0-ccb7-4330-99a9-29cc04a2c185" providerId="ADAL" clId="{498552E8-13B2-4ACC-BEA2-C493D7A63BC2}" dt="2023-04-12T14:24:50.244" v="12575" actId="1037"/>
          <ac:cxnSpMkLst>
            <pc:docMk/>
            <pc:sldMk cId="3441209444" sldId="282"/>
            <ac:cxnSpMk id="48" creationId="{C9F2C3C3-A195-4947-92E7-B9CABC09B03D}"/>
          </ac:cxnSpMkLst>
        </pc:cxnChg>
        <pc:cxnChg chg="mod">
          <ac:chgData name="Soban Najam" userId="59c411b0-ccb7-4330-99a9-29cc04a2c185" providerId="ADAL" clId="{498552E8-13B2-4ACC-BEA2-C493D7A63BC2}" dt="2023-04-12T14:24:50.244" v="12575" actId="1037"/>
          <ac:cxnSpMkLst>
            <pc:docMk/>
            <pc:sldMk cId="3441209444" sldId="282"/>
            <ac:cxnSpMk id="49" creationId="{E7C22593-8010-475B-9002-993D5CE6F890}"/>
          </ac:cxnSpMkLst>
        </pc:cxnChg>
      </pc:sldChg>
      <pc:sldChg chg="addSp delSp modSp add mod modAnim">
        <pc:chgData name="Soban Najam" userId="59c411b0-ccb7-4330-99a9-29cc04a2c185" providerId="ADAL" clId="{498552E8-13B2-4ACC-BEA2-C493D7A63BC2}" dt="2023-04-12T21:29:01.200" v="12659"/>
        <pc:sldMkLst>
          <pc:docMk/>
          <pc:sldMk cId="3450288056" sldId="283"/>
        </pc:sldMkLst>
        <pc:spChg chg="add mod">
          <ac:chgData name="Soban Najam" userId="59c411b0-ccb7-4330-99a9-29cc04a2c185" providerId="ADAL" clId="{498552E8-13B2-4ACC-BEA2-C493D7A63BC2}" dt="2023-04-12T21:24:49.715" v="12592" actId="1076"/>
          <ac:spMkLst>
            <pc:docMk/>
            <pc:sldMk cId="3450288056" sldId="283"/>
            <ac:spMk id="2" creationId="{29CE41FC-9A03-F6C9-7B5E-038809B99A99}"/>
          </ac:spMkLst>
        </pc:spChg>
        <pc:spChg chg="add mod">
          <ac:chgData name="Soban Najam" userId="59c411b0-ccb7-4330-99a9-29cc04a2c185" providerId="ADAL" clId="{498552E8-13B2-4ACC-BEA2-C493D7A63BC2}" dt="2023-04-12T21:29:01.200" v="12659"/>
          <ac:spMkLst>
            <pc:docMk/>
            <pc:sldMk cId="3450288056" sldId="283"/>
            <ac:spMk id="3" creationId="{D1163DB5-7069-B5FD-173E-52834488C67B}"/>
          </ac:spMkLst>
        </pc:spChg>
        <pc:spChg chg="add mod">
          <ac:chgData name="Soban Najam" userId="59c411b0-ccb7-4330-99a9-29cc04a2c185" providerId="ADAL" clId="{498552E8-13B2-4ACC-BEA2-C493D7A63BC2}" dt="2023-04-12T21:24:40.600" v="12590" actId="1076"/>
          <ac:spMkLst>
            <pc:docMk/>
            <pc:sldMk cId="3450288056" sldId="283"/>
            <ac:spMk id="4" creationId="{41AB4B77-A9DB-2F53-562A-3D357AFAA6C4}"/>
          </ac:spMkLst>
        </pc:spChg>
        <pc:spChg chg="add mod">
          <ac:chgData name="Soban Najam" userId="59c411b0-ccb7-4330-99a9-29cc04a2c185" providerId="ADAL" clId="{498552E8-13B2-4ACC-BEA2-C493D7A63BC2}" dt="2023-04-12T21:24:40.600" v="12590" actId="1076"/>
          <ac:spMkLst>
            <pc:docMk/>
            <pc:sldMk cId="3450288056" sldId="283"/>
            <ac:spMk id="8" creationId="{A409D263-8A76-8D5F-29AC-D81150118963}"/>
          </ac:spMkLst>
        </pc:spChg>
        <pc:spChg chg="del">
          <ac:chgData name="Soban Najam" userId="59c411b0-ccb7-4330-99a9-29cc04a2c185" providerId="ADAL" clId="{498552E8-13B2-4ACC-BEA2-C493D7A63BC2}" dt="2023-04-12T21:24:20.137" v="12586" actId="478"/>
          <ac:spMkLst>
            <pc:docMk/>
            <pc:sldMk cId="3450288056" sldId="283"/>
            <ac:spMk id="11" creationId="{CA62FB64-5236-44F6-8F50-6E74AA816911}"/>
          </ac:spMkLst>
        </pc:spChg>
        <pc:spChg chg="del">
          <ac:chgData name="Soban Najam" userId="59c411b0-ccb7-4330-99a9-29cc04a2c185" providerId="ADAL" clId="{498552E8-13B2-4ACC-BEA2-C493D7A63BC2}" dt="2023-04-12T21:24:20.137" v="12586" actId="478"/>
          <ac:spMkLst>
            <pc:docMk/>
            <pc:sldMk cId="3450288056" sldId="283"/>
            <ac:spMk id="12" creationId="{74072473-E165-4184-9005-DC3A67267505}"/>
          </ac:spMkLst>
        </pc:spChg>
        <pc:spChg chg="mod">
          <ac:chgData name="Soban Najam" userId="59c411b0-ccb7-4330-99a9-29cc04a2c185" providerId="ADAL" clId="{498552E8-13B2-4ACC-BEA2-C493D7A63BC2}" dt="2023-04-12T21:24:46.034" v="12591" actId="1076"/>
          <ac:spMkLst>
            <pc:docMk/>
            <pc:sldMk cId="3450288056" sldId="283"/>
            <ac:spMk id="13" creationId="{79AF9574-AA61-486E-984C-2A27D6438887}"/>
          </ac:spMkLst>
        </pc:spChg>
        <pc:spChg chg="mod">
          <ac:chgData name="Soban Najam" userId="59c411b0-ccb7-4330-99a9-29cc04a2c185" providerId="ADAL" clId="{498552E8-13B2-4ACC-BEA2-C493D7A63BC2}" dt="2023-04-12T21:24:46.034" v="12591" actId="1076"/>
          <ac:spMkLst>
            <pc:docMk/>
            <pc:sldMk cId="3450288056" sldId="283"/>
            <ac:spMk id="14" creationId="{37E7B00B-1BEC-4051-8C22-2ED840932349}"/>
          </ac:spMkLst>
        </pc:spChg>
        <pc:spChg chg="del">
          <ac:chgData name="Soban Najam" userId="59c411b0-ccb7-4330-99a9-29cc04a2c185" providerId="ADAL" clId="{498552E8-13B2-4ACC-BEA2-C493D7A63BC2}" dt="2023-04-12T21:23:55.313" v="12584" actId="478"/>
          <ac:spMkLst>
            <pc:docMk/>
            <pc:sldMk cId="3450288056" sldId="283"/>
            <ac:spMk id="35" creationId="{2B51EA79-66CF-4AB7-88E9-5C1B342ADFE3}"/>
          </ac:spMkLst>
        </pc:spChg>
        <pc:spChg chg="del">
          <ac:chgData name="Soban Najam" userId="59c411b0-ccb7-4330-99a9-29cc04a2c185" providerId="ADAL" clId="{498552E8-13B2-4ACC-BEA2-C493D7A63BC2}" dt="2023-04-12T21:23:55.313" v="12584" actId="478"/>
          <ac:spMkLst>
            <pc:docMk/>
            <pc:sldMk cId="3450288056" sldId="283"/>
            <ac:spMk id="38" creationId="{FF5B1AB6-3EFF-4566-880D-BE191FE64DBD}"/>
          </ac:spMkLst>
        </pc:spChg>
      </pc:sldChg>
      <pc:sldChg chg="addSp delSp modSp add mod delAnim">
        <pc:chgData name="Soban Najam" userId="59c411b0-ccb7-4330-99a9-29cc04a2c185" providerId="ADAL" clId="{498552E8-13B2-4ACC-BEA2-C493D7A63BC2}" dt="2023-04-12T21:27:43.101" v="12654" actId="1035"/>
        <pc:sldMkLst>
          <pc:docMk/>
          <pc:sldMk cId="1063916599" sldId="284"/>
        </pc:sldMkLst>
        <pc:spChg chg="del">
          <ac:chgData name="Soban Najam" userId="59c411b0-ccb7-4330-99a9-29cc04a2c185" providerId="ADAL" clId="{498552E8-13B2-4ACC-BEA2-C493D7A63BC2}" dt="2023-04-12T21:25:56.960" v="12598" actId="478"/>
          <ac:spMkLst>
            <pc:docMk/>
            <pc:sldMk cId="1063916599" sldId="284"/>
            <ac:spMk id="2" creationId="{29CE41FC-9A03-F6C9-7B5E-038809B99A99}"/>
          </ac:spMkLst>
        </pc:spChg>
        <pc:spChg chg="del">
          <ac:chgData name="Soban Najam" userId="59c411b0-ccb7-4330-99a9-29cc04a2c185" providerId="ADAL" clId="{498552E8-13B2-4ACC-BEA2-C493D7A63BC2}" dt="2023-04-12T21:25:56.960" v="12598" actId="478"/>
          <ac:spMkLst>
            <pc:docMk/>
            <pc:sldMk cId="1063916599" sldId="284"/>
            <ac:spMk id="3" creationId="{D1163DB5-7069-B5FD-173E-52834488C67B}"/>
          </ac:spMkLst>
        </pc:spChg>
        <pc:spChg chg="del">
          <ac:chgData name="Soban Najam" userId="59c411b0-ccb7-4330-99a9-29cc04a2c185" providerId="ADAL" clId="{498552E8-13B2-4ACC-BEA2-C493D7A63BC2}" dt="2023-04-12T21:25:56.960" v="12598" actId="478"/>
          <ac:spMkLst>
            <pc:docMk/>
            <pc:sldMk cId="1063916599" sldId="284"/>
            <ac:spMk id="4" creationId="{41AB4B77-A9DB-2F53-562A-3D357AFAA6C4}"/>
          </ac:spMkLst>
        </pc:spChg>
        <pc:spChg chg="mod">
          <ac:chgData name="Soban Najam" userId="59c411b0-ccb7-4330-99a9-29cc04a2c185" providerId="ADAL" clId="{498552E8-13B2-4ACC-BEA2-C493D7A63BC2}" dt="2023-04-12T21:26:13.438" v="12639" actId="20577"/>
          <ac:spMkLst>
            <pc:docMk/>
            <pc:sldMk cId="1063916599" sldId="284"/>
            <ac:spMk id="6" creationId="{628BBA39-824D-488B-AE10-EB9F908C928A}"/>
          </ac:spMkLst>
        </pc:spChg>
        <pc:spChg chg="del">
          <ac:chgData name="Soban Najam" userId="59c411b0-ccb7-4330-99a9-29cc04a2c185" providerId="ADAL" clId="{498552E8-13B2-4ACC-BEA2-C493D7A63BC2}" dt="2023-04-12T21:25:56.960" v="12598" actId="478"/>
          <ac:spMkLst>
            <pc:docMk/>
            <pc:sldMk cId="1063916599" sldId="284"/>
            <ac:spMk id="8" creationId="{A409D263-8A76-8D5F-29AC-D81150118963}"/>
          </ac:spMkLst>
        </pc:spChg>
        <pc:spChg chg="add mod">
          <ac:chgData name="Soban Najam" userId="59c411b0-ccb7-4330-99a9-29cc04a2c185" providerId="ADAL" clId="{498552E8-13B2-4ACC-BEA2-C493D7A63BC2}" dt="2023-04-12T21:27:43.101" v="12654" actId="1035"/>
          <ac:spMkLst>
            <pc:docMk/>
            <pc:sldMk cId="1063916599" sldId="284"/>
            <ac:spMk id="9" creationId="{BD4A4EC7-6928-848D-52C6-CF182A01AD93}"/>
          </ac:spMkLst>
        </pc:spChg>
        <pc:spChg chg="add mod">
          <ac:chgData name="Soban Najam" userId="59c411b0-ccb7-4330-99a9-29cc04a2c185" providerId="ADAL" clId="{498552E8-13B2-4ACC-BEA2-C493D7A63BC2}" dt="2023-04-12T21:27:43.101" v="12654" actId="1035"/>
          <ac:spMkLst>
            <pc:docMk/>
            <pc:sldMk cId="1063916599" sldId="284"/>
            <ac:spMk id="10" creationId="{F6B2F267-257E-BE19-CA0F-CA2B677CF560}"/>
          </ac:spMkLst>
        </pc:spChg>
        <pc:spChg chg="add mod">
          <ac:chgData name="Soban Najam" userId="59c411b0-ccb7-4330-99a9-29cc04a2c185" providerId="ADAL" clId="{498552E8-13B2-4ACC-BEA2-C493D7A63BC2}" dt="2023-04-12T21:26:58.694" v="12646" actId="1076"/>
          <ac:spMkLst>
            <pc:docMk/>
            <pc:sldMk cId="1063916599" sldId="284"/>
            <ac:spMk id="11" creationId="{765C26BB-AD23-AB2B-4326-72C16EC1BF14}"/>
          </ac:spMkLst>
        </pc:spChg>
        <pc:spChg chg="add mod">
          <ac:chgData name="Soban Najam" userId="59c411b0-ccb7-4330-99a9-29cc04a2c185" providerId="ADAL" clId="{498552E8-13B2-4ACC-BEA2-C493D7A63BC2}" dt="2023-04-12T21:26:58.694" v="12646" actId="1076"/>
          <ac:spMkLst>
            <pc:docMk/>
            <pc:sldMk cId="1063916599" sldId="284"/>
            <ac:spMk id="12" creationId="{2AF5CD42-CCCC-5815-F110-9D2DFFE9161C}"/>
          </ac:spMkLst>
        </pc:spChg>
        <pc:spChg chg="del">
          <ac:chgData name="Soban Najam" userId="59c411b0-ccb7-4330-99a9-29cc04a2c185" providerId="ADAL" clId="{498552E8-13B2-4ACC-BEA2-C493D7A63BC2}" dt="2023-04-12T21:25:56.960" v="12598" actId="478"/>
          <ac:spMkLst>
            <pc:docMk/>
            <pc:sldMk cId="1063916599" sldId="284"/>
            <ac:spMk id="13" creationId="{79AF9574-AA61-486E-984C-2A27D6438887}"/>
          </ac:spMkLst>
        </pc:spChg>
        <pc:spChg chg="del">
          <ac:chgData name="Soban Najam" userId="59c411b0-ccb7-4330-99a9-29cc04a2c185" providerId="ADAL" clId="{498552E8-13B2-4ACC-BEA2-C493D7A63BC2}" dt="2023-04-12T21:25:56.960" v="12598" actId="478"/>
          <ac:spMkLst>
            <pc:docMk/>
            <pc:sldMk cId="1063916599" sldId="284"/>
            <ac:spMk id="14" creationId="{37E7B00B-1BEC-4051-8C22-2ED840932349}"/>
          </ac:spMkLst>
        </pc:spChg>
        <pc:spChg chg="add mod">
          <ac:chgData name="Soban Najam" userId="59c411b0-ccb7-4330-99a9-29cc04a2c185" providerId="ADAL" clId="{498552E8-13B2-4ACC-BEA2-C493D7A63BC2}" dt="2023-04-12T21:27:43.101" v="12654" actId="1035"/>
          <ac:spMkLst>
            <pc:docMk/>
            <pc:sldMk cId="1063916599" sldId="284"/>
            <ac:spMk id="15" creationId="{8EA239D4-3067-7B23-E17D-C412A5100A98}"/>
          </ac:spMkLst>
        </pc:spChg>
        <pc:spChg chg="add mod">
          <ac:chgData name="Soban Najam" userId="59c411b0-ccb7-4330-99a9-29cc04a2c185" providerId="ADAL" clId="{498552E8-13B2-4ACC-BEA2-C493D7A63BC2}" dt="2023-04-12T21:27:43.101" v="12654" actId="1035"/>
          <ac:spMkLst>
            <pc:docMk/>
            <pc:sldMk cId="1063916599" sldId="284"/>
            <ac:spMk id="16" creationId="{9BE232F6-3BF4-BACB-8D2B-E3C53D044CBB}"/>
          </ac:spMkLst>
        </pc:spChg>
        <pc:spChg chg="add mod">
          <ac:chgData name="Soban Najam" userId="59c411b0-ccb7-4330-99a9-29cc04a2c185" providerId="ADAL" clId="{498552E8-13B2-4ACC-BEA2-C493D7A63BC2}" dt="2023-04-12T21:27:43.101" v="12654" actId="1035"/>
          <ac:spMkLst>
            <pc:docMk/>
            <pc:sldMk cId="1063916599" sldId="284"/>
            <ac:spMk id="17" creationId="{3E197E62-9EC6-0685-E822-0E41C89333CF}"/>
          </ac:spMkLst>
        </pc:spChg>
        <pc:spChg chg="add mod">
          <ac:chgData name="Soban Najam" userId="59c411b0-ccb7-4330-99a9-29cc04a2c185" providerId="ADAL" clId="{498552E8-13B2-4ACC-BEA2-C493D7A63BC2}" dt="2023-04-12T21:26:58.694" v="12646" actId="1076"/>
          <ac:spMkLst>
            <pc:docMk/>
            <pc:sldMk cId="1063916599" sldId="284"/>
            <ac:spMk id="20" creationId="{BB391703-7049-5870-E9A1-2035DDC61C1C}"/>
          </ac:spMkLst>
        </pc:spChg>
        <pc:spChg chg="add mod">
          <ac:chgData name="Soban Najam" userId="59c411b0-ccb7-4330-99a9-29cc04a2c185" providerId="ADAL" clId="{498552E8-13B2-4ACC-BEA2-C493D7A63BC2}" dt="2023-04-12T21:26:58.694" v="12646" actId="1076"/>
          <ac:spMkLst>
            <pc:docMk/>
            <pc:sldMk cId="1063916599" sldId="284"/>
            <ac:spMk id="22" creationId="{D6A04600-27AA-331F-BA31-E6E6E5ED2EC6}"/>
          </ac:spMkLst>
        </pc:spChg>
        <pc:spChg chg="add mod">
          <ac:chgData name="Soban Najam" userId="59c411b0-ccb7-4330-99a9-29cc04a2c185" providerId="ADAL" clId="{498552E8-13B2-4ACC-BEA2-C493D7A63BC2}" dt="2023-04-12T21:26:58.694" v="12646" actId="1076"/>
          <ac:spMkLst>
            <pc:docMk/>
            <pc:sldMk cId="1063916599" sldId="284"/>
            <ac:spMk id="23" creationId="{2C3B8321-FC4F-68A3-00F4-EADB3F4551F4}"/>
          </ac:spMkLst>
        </pc:spChg>
        <pc:spChg chg="add mod">
          <ac:chgData name="Soban Najam" userId="59c411b0-ccb7-4330-99a9-29cc04a2c185" providerId="ADAL" clId="{498552E8-13B2-4ACC-BEA2-C493D7A63BC2}" dt="2023-04-12T21:26:58.694" v="12646" actId="1076"/>
          <ac:spMkLst>
            <pc:docMk/>
            <pc:sldMk cId="1063916599" sldId="284"/>
            <ac:spMk id="24" creationId="{4CF26D86-2835-23F2-184B-C9E3A74427D1}"/>
          </ac:spMkLst>
        </pc:spChg>
        <pc:spChg chg="add mod">
          <ac:chgData name="Soban Najam" userId="59c411b0-ccb7-4330-99a9-29cc04a2c185" providerId="ADAL" clId="{498552E8-13B2-4ACC-BEA2-C493D7A63BC2}" dt="2023-04-12T21:26:58.694" v="12646" actId="1076"/>
          <ac:spMkLst>
            <pc:docMk/>
            <pc:sldMk cId="1063916599" sldId="284"/>
            <ac:spMk id="25" creationId="{96A3C84A-84A5-D93A-D944-8906D2119757}"/>
          </ac:spMkLst>
        </pc:spChg>
        <pc:spChg chg="add mod">
          <ac:chgData name="Soban Najam" userId="59c411b0-ccb7-4330-99a9-29cc04a2c185" providerId="ADAL" clId="{498552E8-13B2-4ACC-BEA2-C493D7A63BC2}" dt="2023-04-12T21:26:58.694" v="12646" actId="1076"/>
          <ac:spMkLst>
            <pc:docMk/>
            <pc:sldMk cId="1063916599" sldId="284"/>
            <ac:spMk id="27" creationId="{22F1C8D0-42F7-AF76-1F17-5055FB307C7C}"/>
          </ac:spMkLst>
        </pc:spChg>
        <pc:graphicFrameChg chg="add mod">
          <ac:chgData name="Soban Najam" userId="59c411b0-ccb7-4330-99a9-29cc04a2c185" providerId="ADAL" clId="{498552E8-13B2-4ACC-BEA2-C493D7A63BC2}" dt="2023-04-12T21:26:58.694" v="12646" actId="1076"/>
          <ac:graphicFrameMkLst>
            <pc:docMk/>
            <pc:sldMk cId="1063916599" sldId="284"/>
            <ac:graphicFrameMk id="21" creationId="{F7FA554E-B064-E2FF-1F9A-38763E9E5538}"/>
          </ac:graphicFrameMkLst>
        </pc:graphicFrameChg>
        <pc:cxnChg chg="add mod">
          <ac:chgData name="Soban Najam" userId="59c411b0-ccb7-4330-99a9-29cc04a2c185" providerId="ADAL" clId="{498552E8-13B2-4ACC-BEA2-C493D7A63BC2}" dt="2023-04-12T21:27:43.101" v="12654" actId="1035"/>
          <ac:cxnSpMkLst>
            <pc:docMk/>
            <pc:sldMk cId="1063916599" sldId="284"/>
            <ac:cxnSpMk id="18" creationId="{11BA3EB7-7D37-29B7-5E12-613C806BE276}"/>
          </ac:cxnSpMkLst>
        </pc:cxnChg>
        <pc:cxnChg chg="add mod">
          <ac:chgData name="Soban Najam" userId="59c411b0-ccb7-4330-99a9-29cc04a2c185" providerId="ADAL" clId="{498552E8-13B2-4ACC-BEA2-C493D7A63BC2}" dt="2023-04-12T21:26:58.694" v="12646" actId="1076"/>
          <ac:cxnSpMkLst>
            <pc:docMk/>
            <pc:sldMk cId="1063916599" sldId="284"/>
            <ac:cxnSpMk id="19" creationId="{CF0855BF-3117-846A-C823-BA48DBA0D9EA}"/>
          </ac:cxnSpMkLst>
        </pc:cxnChg>
        <pc:cxnChg chg="add mod">
          <ac:chgData name="Soban Najam" userId="59c411b0-ccb7-4330-99a9-29cc04a2c185" providerId="ADAL" clId="{498552E8-13B2-4ACC-BEA2-C493D7A63BC2}" dt="2023-04-12T21:26:58.694" v="12646" actId="1076"/>
          <ac:cxnSpMkLst>
            <pc:docMk/>
            <pc:sldMk cId="1063916599" sldId="284"/>
            <ac:cxnSpMk id="26" creationId="{F6C664B2-321E-0A9E-AD42-0B12B5FE6BAB}"/>
          </ac:cxnSpMkLst>
        </pc:cxnChg>
      </pc:sldChg>
      <pc:sldChg chg="addSp modSp add mod">
        <pc:chgData name="Soban Najam" userId="59c411b0-ccb7-4330-99a9-29cc04a2c185" providerId="ADAL" clId="{498552E8-13B2-4ACC-BEA2-C493D7A63BC2}" dt="2023-04-12T21:27:33.929" v="12653" actId="1035"/>
        <pc:sldMkLst>
          <pc:docMk/>
          <pc:sldMk cId="2350067482" sldId="285"/>
        </pc:sldMkLst>
        <pc:spChg chg="add mod">
          <ac:chgData name="Soban Najam" userId="59c411b0-ccb7-4330-99a9-29cc04a2c185" providerId="ADAL" clId="{498552E8-13B2-4ACC-BEA2-C493D7A63BC2}" dt="2023-04-12T21:27:33.929" v="12653" actId="1035"/>
          <ac:spMkLst>
            <pc:docMk/>
            <pc:sldMk cId="2350067482" sldId="285"/>
            <ac:spMk id="2" creationId="{FA74F393-4DB7-27AF-BC27-B2AC24B6F6B0}"/>
          </ac:spMkLst>
        </pc:spChg>
        <pc:spChg chg="add mod">
          <ac:chgData name="Soban Najam" userId="59c411b0-ccb7-4330-99a9-29cc04a2c185" providerId="ADAL" clId="{498552E8-13B2-4ACC-BEA2-C493D7A63BC2}" dt="2023-04-12T21:27:33.929" v="12653" actId="1035"/>
          <ac:spMkLst>
            <pc:docMk/>
            <pc:sldMk cId="2350067482" sldId="285"/>
            <ac:spMk id="3" creationId="{4FE3DDDB-0792-7F06-89EE-A748E3344064}"/>
          </ac:spMkLst>
        </pc:spChg>
        <pc:spChg chg="add mod">
          <ac:chgData name="Soban Najam" userId="59c411b0-ccb7-4330-99a9-29cc04a2c185" providerId="ADAL" clId="{498552E8-13B2-4ACC-BEA2-C493D7A63BC2}" dt="2023-04-12T21:27:33.929" v="12653" actId="1035"/>
          <ac:spMkLst>
            <pc:docMk/>
            <pc:sldMk cId="2350067482" sldId="285"/>
            <ac:spMk id="4" creationId="{09787E1B-B2DE-CCB7-3452-435766F6C343}"/>
          </ac:spMkLst>
        </pc:spChg>
        <pc:spChg chg="add mod">
          <ac:chgData name="Soban Najam" userId="59c411b0-ccb7-4330-99a9-29cc04a2c185" providerId="ADAL" clId="{498552E8-13B2-4ACC-BEA2-C493D7A63BC2}" dt="2023-04-12T21:27:33.929" v="12653" actId="1035"/>
          <ac:spMkLst>
            <pc:docMk/>
            <pc:sldMk cId="2350067482" sldId="285"/>
            <ac:spMk id="8" creationId="{1AEEAABC-C413-8F7B-D46E-CD1B12C536F3}"/>
          </ac:spMkLst>
        </pc:spChg>
        <pc:spChg chg="add mod">
          <ac:chgData name="Soban Najam" userId="59c411b0-ccb7-4330-99a9-29cc04a2c185" providerId="ADAL" clId="{498552E8-13B2-4ACC-BEA2-C493D7A63BC2}" dt="2023-04-12T21:27:33.929" v="12653" actId="1035"/>
          <ac:spMkLst>
            <pc:docMk/>
            <pc:sldMk cId="2350067482" sldId="285"/>
            <ac:spMk id="9" creationId="{7A1647BA-1AEE-2D86-F1D6-4C0B8AA905D6}"/>
          </ac:spMkLst>
        </pc:spChg>
        <pc:spChg chg="add mod">
          <ac:chgData name="Soban Najam" userId="59c411b0-ccb7-4330-99a9-29cc04a2c185" providerId="ADAL" clId="{498552E8-13B2-4ACC-BEA2-C493D7A63BC2}" dt="2023-04-12T21:27:33.929" v="12653" actId="1035"/>
          <ac:spMkLst>
            <pc:docMk/>
            <pc:sldMk cId="2350067482" sldId="285"/>
            <ac:spMk id="10" creationId="{4CD8A560-088D-73FC-0A5F-2B6C49CEEAAC}"/>
          </ac:spMkLst>
        </pc:spChg>
        <pc:spChg chg="add mod">
          <ac:chgData name="Soban Najam" userId="59c411b0-ccb7-4330-99a9-29cc04a2c185" providerId="ADAL" clId="{498552E8-13B2-4ACC-BEA2-C493D7A63BC2}" dt="2023-04-12T21:27:33.929" v="12653" actId="1035"/>
          <ac:spMkLst>
            <pc:docMk/>
            <pc:sldMk cId="2350067482" sldId="285"/>
            <ac:spMk id="11" creationId="{A5AC33D2-CFA7-0275-6B32-D42787D83769}"/>
          </ac:spMkLst>
        </pc:spChg>
        <pc:spChg chg="add mod">
          <ac:chgData name="Soban Najam" userId="59c411b0-ccb7-4330-99a9-29cc04a2c185" providerId="ADAL" clId="{498552E8-13B2-4ACC-BEA2-C493D7A63BC2}" dt="2023-04-12T21:27:33.929" v="12653" actId="1035"/>
          <ac:spMkLst>
            <pc:docMk/>
            <pc:sldMk cId="2350067482" sldId="285"/>
            <ac:spMk id="14" creationId="{75D9316D-4F1A-EF37-7B67-BCA8683DCFDB}"/>
          </ac:spMkLst>
        </pc:spChg>
        <pc:spChg chg="add mod">
          <ac:chgData name="Soban Najam" userId="59c411b0-ccb7-4330-99a9-29cc04a2c185" providerId="ADAL" clId="{498552E8-13B2-4ACC-BEA2-C493D7A63BC2}" dt="2023-04-12T21:27:33.929" v="12653" actId="1035"/>
          <ac:spMkLst>
            <pc:docMk/>
            <pc:sldMk cId="2350067482" sldId="285"/>
            <ac:spMk id="16" creationId="{D3183E70-E4B1-1AAE-3F4A-21A0B23A598A}"/>
          </ac:spMkLst>
        </pc:spChg>
        <pc:spChg chg="add mod">
          <ac:chgData name="Soban Najam" userId="59c411b0-ccb7-4330-99a9-29cc04a2c185" providerId="ADAL" clId="{498552E8-13B2-4ACC-BEA2-C493D7A63BC2}" dt="2023-04-12T21:27:33.929" v="12653" actId="1035"/>
          <ac:spMkLst>
            <pc:docMk/>
            <pc:sldMk cId="2350067482" sldId="285"/>
            <ac:spMk id="17" creationId="{9C5AFCA5-F0C2-9129-C194-000233580AC9}"/>
          </ac:spMkLst>
        </pc:spChg>
        <pc:spChg chg="add mod">
          <ac:chgData name="Soban Najam" userId="59c411b0-ccb7-4330-99a9-29cc04a2c185" providerId="ADAL" clId="{498552E8-13B2-4ACC-BEA2-C493D7A63BC2}" dt="2023-04-12T21:27:33.929" v="12653" actId="1035"/>
          <ac:spMkLst>
            <pc:docMk/>
            <pc:sldMk cId="2350067482" sldId="285"/>
            <ac:spMk id="18" creationId="{B4076AB8-E976-8103-4F23-66213108A751}"/>
          </ac:spMkLst>
        </pc:spChg>
        <pc:spChg chg="add mod">
          <ac:chgData name="Soban Najam" userId="59c411b0-ccb7-4330-99a9-29cc04a2c185" providerId="ADAL" clId="{498552E8-13B2-4ACC-BEA2-C493D7A63BC2}" dt="2023-04-12T21:27:33.929" v="12653" actId="1035"/>
          <ac:spMkLst>
            <pc:docMk/>
            <pc:sldMk cId="2350067482" sldId="285"/>
            <ac:spMk id="19" creationId="{84EDA032-9B2A-831D-1563-99DFC7B8BAF2}"/>
          </ac:spMkLst>
        </pc:spChg>
        <pc:spChg chg="add mod">
          <ac:chgData name="Soban Najam" userId="59c411b0-ccb7-4330-99a9-29cc04a2c185" providerId="ADAL" clId="{498552E8-13B2-4ACC-BEA2-C493D7A63BC2}" dt="2023-04-12T21:27:33.929" v="12653" actId="1035"/>
          <ac:spMkLst>
            <pc:docMk/>
            <pc:sldMk cId="2350067482" sldId="285"/>
            <ac:spMk id="21" creationId="{D649AAAE-0995-94A2-C5BD-3DE779453510}"/>
          </ac:spMkLst>
        </pc:spChg>
        <pc:graphicFrameChg chg="add mod">
          <ac:chgData name="Soban Najam" userId="59c411b0-ccb7-4330-99a9-29cc04a2c185" providerId="ADAL" clId="{498552E8-13B2-4ACC-BEA2-C493D7A63BC2}" dt="2023-04-12T21:27:33.929" v="12653" actId="1035"/>
          <ac:graphicFrameMkLst>
            <pc:docMk/>
            <pc:sldMk cId="2350067482" sldId="285"/>
            <ac:graphicFrameMk id="15" creationId="{8620FCE1-FBB2-348A-CFA1-0FABADEFFFEE}"/>
          </ac:graphicFrameMkLst>
        </pc:graphicFrameChg>
        <pc:cxnChg chg="add mod">
          <ac:chgData name="Soban Najam" userId="59c411b0-ccb7-4330-99a9-29cc04a2c185" providerId="ADAL" clId="{498552E8-13B2-4ACC-BEA2-C493D7A63BC2}" dt="2023-04-12T21:27:33.929" v="12653" actId="1035"/>
          <ac:cxnSpMkLst>
            <pc:docMk/>
            <pc:sldMk cId="2350067482" sldId="285"/>
            <ac:cxnSpMk id="12" creationId="{145CAFD1-5A0E-66AC-A0F0-ED9E66484695}"/>
          </ac:cxnSpMkLst>
        </pc:cxnChg>
        <pc:cxnChg chg="add mod">
          <ac:chgData name="Soban Najam" userId="59c411b0-ccb7-4330-99a9-29cc04a2c185" providerId="ADAL" clId="{498552E8-13B2-4ACC-BEA2-C493D7A63BC2}" dt="2023-04-12T21:27:33.929" v="12653" actId="1035"/>
          <ac:cxnSpMkLst>
            <pc:docMk/>
            <pc:sldMk cId="2350067482" sldId="285"/>
            <ac:cxnSpMk id="13" creationId="{DFE68120-6663-9768-972B-CF092BBE4C09}"/>
          </ac:cxnSpMkLst>
        </pc:cxnChg>
        <pc:cxnChg chg="add mod">
          <ac:chgData name="Soban Najam" userId="59c411b0-ccb7-4330-99a9-29cc04a2c185" providerId="ADAL" clId="{498552E8-13B2-4ACC-BEA2-C493D7A63BC2}" dt="2023-04-12T21:27:33.929" v="12653" actId="1035"/>
          <ac:cxnSpMkLst>
            <pc:docMk/>
            <pc:sldMk cId="2350067482" sldId="285"/>
            <ac:cxnSpMk id="20" creationId="{FBCF5E6D-307D-33E1-F2B9-641FEA2A0C2B}"/>
          </ac:cxnSpMkLst>
        </pc:cxnChg>
      </pc:sldChg>
      <pc:sldChg chg="addSp modSp add mod">
        <pc:chgData name="Soban Najam" userId="59c411b0-ccb7-4330-99a9-29cc04a2c185" providerId="ADAL" clId="{498552E8-13B2-4ACC-BEA2-C493D7A63BC2}" dt="2023-04-12T21:28:14.760" v="12658" actId="1035"/>
        <pc:sldMkLst>
          <pc:docMk/>
          <pc:sldMk cId="3206486173" sldId="286"/>
        </pc:sldMkLst>
        <pc:spChg chg="add mod">
          <ac:chgData name="Soban Najam" userId="59c411b0-ccb7-4330-99a9-29cc04a2c185" providerId="ADAL" clId="{498552E8-13B2-4ACC-BEA2-C493D7A63BC2}" dt="2023-04-12T21:28:14.760" v="12658" actId="1035"/>
          <ac:spMkLst>
            <pc:docMk/>
            <pc:sldMk cId="3206486173" sldId="286"/>
            <ac:spMk id="2" creationId="{CE4C972E-DBD7-C5FB-CE9D-AA42692AE372}"/>
          </ac:spMkLst>
        </pc:spChg>
        <pc:spChg chg="add mod">
          <ac:chgData name="Soban Najam" userId="59c411b0-ccb7-4330-99a9-29cc04a2c185" providerId="ADAL" clId="{498552E8-13B2-4ACC-BEA2-C493D7A63BC2}" dt="2023-04-12T21:28:14.760" v="12658" actId="1035"/>
          <ac:spMkLst>
            <pc:docMk/>
            <pc:sldMk cId="3206486173" sldId="286"/>
            <ac:spMk id="3" creationId="{A2C14D55-DA54-4C65-4D19-67B482DE4ADC}"/>
          </ac:spMkLst>
        </pc:spChg>
        <pc:spChg chg="add mod">
          <ac:chgData name="Soban Najam" userId="59c411b0-ccb7-4330-99a9-29cc04a2c185" providerId="ADAL" clId="{498552E8-13B2-4ACC-BEA2-C493D7A63BC2}" dt="2023-04-12T21:28:14.760" v="12658" actId="1035"/>
          <ac:spMkLst>
            <pc:docMk/>
            <pc:sldMk cId="3206486173" sldId="286"/>
            <ac:spMk id="4" creationId="{FD05E9CB-934C-F60B-4E2F-81DA92B04E33}"/>
          </ac:spMkLst>
        </pc:spChg>
        <pc:spChg chg="add mod">
          <ac:chgData name="Soban Najam" userId="59c411b0-ccb7-4330-99a9-29cc04a2c185" providerId="ADAL" clId="{498552E8-13B2-4ACC-BEA2-C493D7A63BC2}" dt="2023-04-12T21:28:14.760" v="12658" actId="1035"/>
          <ac:spMkLst>
            <pc:docMk/>
            <pc:sldMk cId="3206486173" sldId="286"/>
            <ac:spMk id="8" creationId="{7215BD96-9BBE-AE53-5002-40B114146DAB}"/>
          </ac:spMkLst>
        </pc:spChg>
        <pc:spChg chg="add mod">
          <ac:chgData name="Soban Najam" userId="59c411b0-ccb7-4330-99a9-29cc04a2c185" providerId="ADAL" clId="{498552E8-13B2-4ACC-BEA2-C493D7A63BC2}" dt="2023-04-12T21:28:14.760" v="12658" actId="1035"/>
          <ac:spMkLst>
            <pc:docMk/>
            <pc:sldMk cId="3206486173" sldId="286"/>
            <ac:spMk id="9" creationId="{393E52F8-FC52-C116-8414-8CE8C40BDB80}"/>
          </ac:spMkLst>
        </pc:spChg>
        <pc:spChg chg="add mod">
          <ac:chgData name="Soban Najam" userId="59c411b0-ccb7-4330-99a9-29cc04a2c185" providerId="ADAL" clId="{498552E8-13B2-4ACC-BEA2-C493D7A63BC2}" dt="2023-04-12T21:28:14.760" v="12658" actId="1035"/>
          <ac:spMkLst>
            <pc:docMk/>
            <pc:sldMk cId="3206486173" sldId="286"/>
            <ac:spMk id="10" creationId="{DC324CD7-689F-A4F9-8F1D-285BA11071E7}"/>
          </ac:spMkLst>
        </pc:spChg>
        <pc:spChg chg="add mod">
          <ac:chgData name="Soban Najam" userId="59c411b0-ccb7-4330-99a9-29cc04a2c185" providerId="ADAL" clId="{498552E8-13B2-4ACC-BEA2-C493D7A63BC2}" dt="2023-04-12T21:28:14.760" v="12658" actId="1035"/>
          <ac:spMkLst>
            <pc:docMk/>
            <pc:sldMk cId="3206486173" sldId="286"/>
            <ac:spMk id="11" creationId="{A0103870-B1D9-7FF4-7F00-ED4B9350D833}"/>
          </ac:spMkLst>
        </pc:spChg>
        <pc:spChg chg="add mod">
          <ac:chgData name="Soban Najam" userId="59c411b0-ccb7-4330-99a9-29cc04a2c185" providerId="ADAL" clId="{498552E8-13B2-4ACC-BEA2-C493D7A63BC2}" dt="2023-04-12T21:28:14.760" v="12658" actId="1035"/>
          <ac:spMkLst>
            <pc:docMk/>
            <pc:sldMk cId="3206486173" sldId="286"/>
            <ac:spMk id="13" creationId="{763F744C-5AF5-E2B5-DA89-B59AD9CB766F}"/>
          </ac:spMkLst>
        </pc:spChg>
        <pc:spChg chg="add mod">
          <ac:chgData name="Soban Najam" userId="59c411b0-ccb7-4330-99a9-29cc04a2c185" providerId="ADAL" clId="{498552E8-13B2-4ACC-BEA2-C493D7A63BC2}" dt="2023-04-12T21:28:14.760" v="12658" actId="1035"/>
          <ac:spMkLst>
            <pc:docMk/>
            <pc:sldMk cId="3206486173" sldId="286"/>
            <ac:spMk id="15" creationId="{3BD32A01-D561-BB98-BB3A-3B8FC163CFC0}"/>
          </ac:spMkLst>
        </pc:spChg>
        <pc:spChg chg="add mod">
          <ac:chgData name="Soban Najam" userId="59c411b0-ccb7-4330-99a9-29cc04a2c185" providerId="ADAL" clId="{498552E8-13B2-4ACC-BEA2-C493D7A63BC2}" dt="2023-04-12T21:28:14.760" v="12658" actId="1035"/>
          <ac:spMkLst>
            <pc:docMk/>
            <pc:sldMk cId="3206486173" sldId="286"/>
            <ac:spMk id="16" creationId="{E98B0FFA-7832-6A89-359A-2EEC2725B796}"/>
          </ac:spMkLst>
        </pc:spChg>
        <pc:spChg chg="add mod">
          <ac:chgData name="Soban Najam" userId="59c411b0-ccb7-4330-99a9-29cc04a2c185" providerId="ADAL" clId="{498552E8-13B2-4ACC-BEA2-C493D7A63BC2}" dt="2023-04-12T21:28:14.760" v="12658" actId="1035"/>
          <ac:spMkLst>
            <pc:docMk/>
            <pc:sldMk cId="3206486173" sldId="286"/>
            <ac:spMk id="17" creationId="{F3000952-6AEB-77D0-1575-98361BB44E2B}"/>
          </ac:spMkLst>
        </pc:spChg>
        <pc:spChg chg="add mod">
          <ac:chgData name="Soban Najam" userId="59c411b0-ccb7-4330-99a9-29cc04a2c185" providerId="ADAL" clId="{498552E8-13B2-4ACC-BEA2-C493D7A63BC2}" dt="2023-04-12T21:28:14.760" v="12658" actId="1035"/>
          <ac:spMkLst>
            <pc:docMk/>
            <pc:sldMk cId="3206486173" sldId="286"/>
            <ac:spMk id="18" creationId="{9CC310E3-B34B-5DEB-A7BE-78AA0FDDCA35}"/>
          </ac:spMkLst>
        </pc:spChg>
        <pc:spChg chg="add mod">
          <ac:chgData name="Soban Najam" userId="59c411b0-ccb7-4330-99a9-29cc04a2c185" providerId="ADAL" clId="{498552E8-13B2-4ACC-BEA2-C493D7A63BC2}" dt="2023-04-12T21:28:14.760" v="12658" actId="1035"/>
          <ac:spMkLst>
            <pc:docMk/>
            <pc:sldMk cId="3206486173" sldId="286"/>
            <ac:spMk id="20" creationId="{F510AD92-A824-4A32-920D-388EEE24FD7E}"/>
          </ac:spMkLst>
        </pc:spChg>
        <pc:spChg chg="add mod">
          <ac:chgData name="Soban Najam" userId="59c411b0-ccb7-4330-99a9-29cc04a2c185" providerId="ADAL" clId="{498552E8-13B2-4ACC-BEA2-C493D7A63BC2}" dt="2023-04-12T21:28:14.760" v="12658" actId="1035"/>
          <ac:spMkLst>
            <pc:docMk/>
            <pc:sldMk cId="3206486173" sldId="286"/>
            <ac:spMk id="21" creationId="{2CE78C91-FDF4-2805-9728-788C364945CE}"/>
          </ac:spMkLst>
        </pc:spChg>
        <pc:graphicFrameChg chg="add mod">
          <ac:chgData name="Soban Najam" userId="59c411b0-ccb7-4330-99a9-29cc04a2c185" providerId="ADAL" clId="{498552E8-13B2-4ACC-BEA2-C493D7A63BC2}" dt="2023-04-12T21:28:14.760" v="12658" actId="1035"/>
          <ac:graphicFrameMkLst>
            <pc:docMk/>
            <pc:sldMk cId="3206486173" sldId="286"/>
            <ac:graphicFrameMk id="14" creationId="{1E142608-AC87-F82B-074F-BCAFBDCFF5D0}"/>
          </ac:graphicFrameMkLst>
        </pc:graphicFrameChg>
        <pc:cxnChg chg="add mod">
          <ac:chgData name="Soban Najam" userId="59c411b0-ccb7-4330-99a9-29cc04a2c185" providerId="ADAL" clId="{498552E8-13B2-4ACC-BEA2-C493D7A63BC2}" dt="2023-04-12T21:28:14.760" v="12658" actId="1035"/>
          <ac:cxnSpMkLst>
            <pc:docMk/>
            <pc:sldMk cId="3206486173" sldId="286"/>
            <ac:cxnSpMk id="12" creationId="{A99EFF96-BA56-B99C-3B14-91BB2FAB9CEA}"/>
          </ac:cxnSpMkLst>
        </pc:cxnChg>
        <pc:cxnChg chg="add mod">
          <ac:chgData name="Soban Najam" userId="59c411b0-ccb7-4330-99a9-29cc04a2c185" providerId="ADAL" clId="{498552E8-13B2-4ACC-BEA2-C493D7A63BC2}" dt="2023-04-12T21:28:14.760" v="12658" actId="1035"/>
          <ac:cxnSpMkLst>
            <pc:docMk/>
            <pc:sldMk cId="3206486173" sldId="286"/>
            <ac:cxnSpMk id="19" creationId="{A51D1C50-4DED-5849-7A86-9B5F706155BC}"/>
          </ac:cxnSpMkLst>
        </pc:cxnChg>
      </pc:sldChg>
      <pc:sldMasterChg chg="delSldLayout">
        <pc:chgData name="Soban Najam" userId="59c411b0-ccb7-4330-99a9-29cc04a2c185" providerId="ADAL" clId="{498552E8-13B2-4ACC-BEA2-C493D7A63BC2}" dt="2022-06-09T12:13:51.549" v="403" actId="47"/>
        <pc:sldMasterMkLst>
          <pc:docMk/>
          <pc:sldMasterMk cId="3058961570" sldId="2147483648"/>
        </pc:sldMasterMkLst>
        <pc:sldLayoutChg chg="del">
          <pc:chgData name="Soban Najam" userId="59c411b0-ccb7-4330-99a9-29cc04a2c185" providerId="ADAL" clId="{498552E8-13B2-4ACC-BEA2-C493D7A63BC2}" dt="2022-06-09T12:13:51.549" v="403" actId="47"/>
          <pc:sldLayoutMkLst>
            <pc:docMk/>
            <pc:sldMasterMk cId="3058961570" sldId="2147483648"/>
            <pc:sldLayoutMk cId="4935975" sldId="2147483650"/>
          </pc:sldLayoutMkLst>
        </pc:sldLayoutChg>
        <pc:sldLayoutChg chg="del">
          <pc:chgData name="Soban Najam" userId="59c411b0-ccb7-4330-99a9-29cc04a2c185" providerId="ADAL" clId="{498552E8-13B2-4ACC-BEA2-C493D7A63BC2}" dt="2022-06-09T12:13:51.549" v="403" actId="47"/>
          <pc:sldLayoutMkLst>
            <pc:docMk/>
            <pc:sldMasterMk cId="3058961570" sldId="2147483648"/>
            <pc:sldLayoutMk cId="3280713489" sldId="2147483651"/>
          </pc:sldLayoutMkLst>
        </pc:sldLayoutChg>
      </pc:sldMasterChg>
    </pc:docChg>
  </pc:docChgLst>
  <pc:docChgLst>
    <pc:chgData name="Soban Najam" userId="59c411b0-ccb7-4330-99a9-29cc04a2c185" providerId="ADAL" clId="{9C2905EB-82B6-445C-9853-CE91AFA8E538}"/>
    <pc:docChg chg="undo redo custSel addSld delSld modSld modMainMaster">
      <pc:chgData name="Soban Najam" userId="59c411b0-ccb7-4330-99a9-29cc04a2c185" providerId="ADAL" clId="{9C2905EB-82B6-445C-9853-CE91AFA8E538}" dt="2022-06-01T07:35:04.921" v="2768"/>
      <pc:docMkLst>
        <pc:docMk/>
      </pc:docMkLst>
      <pc:sldChg chg="addSp delSp modSp new mod setBg">
        <pc:chgData name="Soban Najam" userId="59c411b0-ccb7-4330-99a9-29cc04a2c185" providerId="ADAL" clId="{9C2905EB-82B6-445C-9853-CE91AFA8E538}" dt="2022-05-31T19:36:16.161" v="915" actId="1076"/>
        <pc:sldMkLst>
          <pc:docMk/>
          <pc:sldMk cId="584424626" sldId="256"/>
        </pc:sldMkLst>
        <pc:spChg chg="del">
          <ac:chgData name="Soban Najam" userId="59c411b0-ccb7-4330-99a9-29cc04a2c185" providerId="ADAL" clId="{9C2905EB-82B6-445C-9853-CE91AFA8E538}" dt="2022-05-31T15:00:09.383" v="1" actId="478"/>
          <ac:spMkLst>
            <pc:docMk/>
            <pc:sldMk cId="584424626" sldId="256"/>
            <ac:spMk id="2" creationId="{EF4F15DC-8F5A-4A1A-B473-3C8BF7E3206B}"/>
          </ac:spMkLst>
        </pc:spChg>
        <pc:spChg chg="del">
          <ac:chgData name="Soban Najam" userId="59c411b0-ccb7-4330-99a9-29cc04a2c185" providerId="ADAL" clId="{9C2905EB-82B6-445C-9853-CE91AFA8E538}" dt="2022-05-31T15:00:09.383" v="1" actId="478"/>
          <ac:spMkLst>
            <pc:docMk/>
            <pc:sldMk cId="584424626" sldId="256"/>
            <ac:spMk id="3" creationId="{79F60147-4462-4DE9-9F44-706721E2CC15}"/>
          </ac:spMkLst>
        </pc:spChg>
        <pc:spChg chg="add del mod">
          <ac:chgData name="Soban Najam" userId="59c411b0-ccb7-4330-99a9-29cc04a2c185" providerId="ADAL" clId="{9C2905EB-82B6-445C-9853-CE91AFA8E538}" dt="2022-05-31T18:59:03.199" v="21"/>
          <ac:spMkLst>
            <pc:docMk/>
            <pc:sldMk cId="584424626" sldId="256"/>
            <ac:spMk id="4" creationId="{3460ADE5-AA9E-4487-BA2A-9B7B5BAE3A84}"/>
          </ac:spMkLst>
        </pc:spChg>
        <pc:spChg chg="add mod">
          <ac:chgData name="Soban Najam" userId="59c411b0-ccb7-4330-99a9-29cc04a2c185" providerId="ADAL" clId="{9C2905EB-82B6-445C-9853-CE91AFA8E538}" dt="2022-05-31T19:36:07.210" v="913" actId="1076"/>
          <ac:spMkLst>
            <pc:docMk/>
            <pc:sldMk cId="584424626" sldId="256"/>
            <ac:spMk id="5" creationId="{0A3EA2A6-68C9-4903-8603-B6161A7EDB85}"/>
          </ac:spMkLst>
        </pc:spChg>
        <pc:spChg chg="add del mod">
          <ac:chgData name="Soban Najam" userId="59c411b0-ccb7-4330-99a9-29cc04a2c185" providerId="ADAL" clId="{9C2905EB-82B6-445C-9853-CE91AFA8E538}" dt="2022-05-31T18:59:15.502" v="26"/>
          <ac:spMkLst>
            <pc:docMk/>
            <pc:sldMk cId="584424626" sldId="256"/>
            <ac:spMk id="6" creationId="{DD8DBACC-8BE6-46B1-B3AA-F3DCA82D57AE}"/>
          </ac:spMkLst>
        </pc:spChg>
        <pc:spChg chg="add del mod">
          <ac:chgData name="Soban Najam" userId="59c411b0-ccb7-4330-99a9-29cc04a2c185" providerId="ADAL" clId="{9C2905EB-82B6-445C-9853-CE91AFA8E538}" dt="2022-05-31T18:59:15.502" v="26"/>
          <ac:spMkLst>
            <pc:docMk/>
            <pc:sldMk cId="584424626" sldId="256"/>
            <ac:spMk id="7" creationId="{5595CD06-E9F2-4D55-8C6E-EF63BDCB66C2}"/>
          </ac:spMkLst>
        </pc:spChg>
        <pc:spChg chg="add mod">
          <ac:chgData name="Soban Najam" userId="59c411b0-ccb7-4330-99a9-29cc04a2c185" providerId="ADAL" clId="{9C2905EB-82B6-445C-9853-CE91AFA8E538}" dt="2022-05-31T19:36:16.161" v="915" actId="1076"/>
          <ac:spMkLst>
            <pc:docMk/>
            <pc:sldMk cId="584424626" sldId="256"/>
            <ac:spMk id="8" creationId="{55A320A6-AE12-48FD-A9F9-F4BDABF6B585}"/>
          </ac:spMkLst>
        </pc:spChg>
        <pc:spChg chg="add mod">
          <ac:chgData name="Soban Najam" userId="59c411b0-ccb7-4330-99a9-29cc04a2c185" providerId="ADAL" clId="{9C2905EB-82B6-445C-9853-CE91AFA8E538}" dt="2022-05-31T19:36:12.942" v="914" actId="1076"/>
          <ac:spMkLst>
            <pc:docMk/>
            <pc:sldMk cId="584424626" sldId="256"/>
            <ac:spMk id="9" creationId="{CD24ADC6-38DA-450E-9302-C391CE1B9E99}"/>
          </ac:spMkLst>
        </pc:spChg>
        <pc:spChg chg="add del mod">
          <ac:chgData name="Soban Najam" userId="59c411b0-ccb7-4330-99a9-29cc04a2c185" providerId="ADAL" clId="{9C2905EB-82B6-445C-9853-CE91AFA8E538}" dt="2022-05-31T19:06:23.217" v="151" actId="478"/>
          <ac:spMkLst>
            <pc:docMk/>
            <pc:sldMk cId="584424626" sldId="256"/>
            <ac:spMk id="10" creationId="{F9286E66-32F8-4CFD-9BCD-B91CBBDFF2C4}"/>
          </ac:spMkLst>
        </pc:spChg>
        <pc:spChg chg="add del mod">
          <ac:chgData name="Soban Najam" userId="59c411b0-ccb7-4330-99a9-29cc04a2c185" providerId="ADAL" clId="{9C2905EB-82B6-445C-9853-CE91AFA8E538}" dt="2022-05-31T19:10:24.358" v="277" actId="207"/>
          <ac:spMkLst>
            <pc:docMk/>
            <pc:sldMk cId="584424626" sldId="256"/>
            <ac:spMk id="11" creationId="{5B0B2A75-3A59-4658-9F16-FE0865BE6FDE}"/>
          </ac:spMkLst>
        </pc:spChg>
        <pc:spChg chg="add del">
          <ac:chgData name="Soban Najam" userId="59c411b0-ccb7-4330-99a9-29cc04a2c185" providerId="ADAL" clId="{9C2905EB-82B6-445C-9853-CE91AFA8E538}" dt="2022-05-31T19:15:33.535" v="469"/>
          <ac:spMkLst>
            <pc:docMk/>
            <pc:sldMk cId="584424626" sldId="256"/>
            <ac:spMk id="12" creationId="{75319307-E39F-447C-BAFF-155454A79A3D}"/>
          </ac:spMkLst>
        </pc:spChg>
        <pc:spChg chg="add del mod">
          <ac:chgData name="Soban Najam" userId="59c411b0-ccb7-4330-99a9-29cc04a2c185" providerId="ADAL" clId="{9C2905EB-82B6-445C-9853-CE91AFA8E538}" dt="2022-05-31T19:35:50.340" v="908" actId="478"/>
          <ac:spMkLst>
            <pc:docMk/>
            <pc:sldMk cId="584424626" sldId="256"/>
            <ac:spMk id="15" creationId="{F812879D-458F-4711-BA8E-A48AF9C0456A}"/>
          </ac:spMkLst>
        </pc:spChg>
        <pc:picChg chg="add del mod">
          <ac:chgData name="Soban Najam" userId="59c411b0-ccb7-4330-99a9-29cc04a2c185" providerId="ADAL" clId="{9C2905EB-82B6-445C-9853-CE91AFA8E538}" dt="2022-05-31T19:35:47.640" v="907" actId="478"/>
          <ac:picMkLst>
            <pc:docMk/>
            <pc:sldMk cId="584424626" sldId="256"/>
            <ac:picMk id="14" creationId="{4573EE99-A0D3-4D18-AF2C-27D9C2CED959}"/>
          </ac:picMkLst>
        </pc:picChg>
        <pc:picChg chg="add mod">
          <ac:chgData name="Soban Najam" userId="59c411b0-ccb7-4330-99a9-29cc04a2c185" providerId="ADAL" clId="{9C2905EB-82B6-445C-9853-CE91AFA8E538}" dt="2022-05-31T19:07:08.659" v="159" actId="14100"/>
          <ac:picMkLst>
            <pc:docMk/>
            <pc:sldMk cId="584424626" sldId="256"/>
            <ac:picMk id="1026" creationId="{FEDA1B3B-A74E-4036-8D2A-E7BBEC29E8FD}"/>
          </ac:picMkLst>
        </pc:picChg>
        <pc:picChg chg="add mod ord">
          <ac:chgData name="Soban Najam" userId="59c411b0-ccb7-4330-99a9-29cc04a2c185" providerId="ADAL" clId="{9C2905EB-82B6-445C-9853-CE91AFA8E538}" dt="2022-05-31T19:10:04.195" v="272" actId="1076"/>
          <ac:picMkLst>
            <pc:docMk/>
            <pc:sldMk cId="584424626" sldId="256"/>
            <ac:picMk id="1028" creationId="{46D1C645-43EE-4A30-BC9A-F36CA79D63C6}"/>
          </ac:picMkLst>
        </pc:picChg>
      </pc:sldChg>
      <pc:sldChg chg="addSp modSp new mod setBg">
        <pc:chgData name="Soban Najam" userId="59c411b0-ccb7-4330-99a9-29cc04a2c185" providerId="ADAL" clId="{9C2905EB-82B6-445C-9853-CE91AFA8E538}" dt="2022-05-31T20:40:21.412" v="1732" actId="20577"/>
        <pc:sldMkLst>
          <pc:docMk/>
          <pc:sldMk cId="2416545273" sldId="257"/>
        </pc:sldMkLst>
        <pc:spChg chg="add mod">
          <ac:chgData name="Soban Najam" userId="59c411b0-ccb7-4330-99a9-29cc04a2c185" providerId="ADAL" clId="{9C2905EB-82B6-445C-9853-CE91AFA8E538}" dt="2022-05-31T19:35:28.730" v="905" actId="14100"/>
          <ac:spMkLst>
            <pc:docMk/>
            <pc:sldMk cId="2416545273" sldId="257"/>
            <ac:spMk id="2" creationId="{203D3CA5-79BD-45D8-B4DE-B2D2426F4311}"/>
          </ac:spMkLst>
        </pc:spChg>
        <pc:spChg chg="add mod">
          <ac:chgData name="Soban Najam" userId="59c411b0-ccb7-4330-99a9-29cc04a2c185" providerId="ADAL" clId="{9C2905EB-82B6-445C-9853-CE91AFA8E538}" dt="2022-05-31T20:40:21.412" v="1732" actId="20577"/>
          <ac:spMkLst>
            <pc:docMk/>
            <pc:sldMk cId="2416545273" sldId="257"/>
            <ac:spMk id="3" creationId="{7ED367D0-F86F-4E0F-BFE8-B07079AA7FBA}"/>
          </ac:spMkLst>
        </pc:spChg>
        <pc:spChg chg="add mod">
          <ac:chgData name="Soban Najam" userId="59c411b0-ccb7-4330-99a9-29cc04a2c185" providerId="ADAL" clId="{9C2905EB-82B6-445C-9853-CE91AFA8E538}" dt="2022-05-31T19:46:52.359" v="986" actId="20577"/>
          <ac:spMkLst>
            <pc:docMk/>
            <pc:sldMk cId="2416545273" sldId="257"/>
            <ac:spMk id="4" creationId="{C534C463-3310-4326-8356-E0E7B3160F74}"/>
          </ac:spMkLst>
        </pc:spChg>
        <pc:spChg chg="add mod">
          <ac:chgData name="Soban Najam" userId="59c411b0-ccb7-4330-99a9-29cc04a2c185" providerId="ADAL" clId="{9C2905EB-82B6-445C-9853-CE91AFA8E538}" dt="2022-05-31T19:35:28.730" v="905" actId="14100"/>
          <ac:spMkLst>
            <pc:docMk/>
            <pc:sldMk cId="2416545273" sldId="257"/>
            <ac:spMk id="5" creationId="{887E680A-7909-4A01-9F33-9956B3A62C2D}"/>
          </ac:spMkLst>
        </pc:spChg>
        <pc:spChg chg="add mod">
          <ac:chgData name="Soban Najam" userId="59c411b0-ccb7-4330-99a9-29cc04a2c185" providerId="ADAL" clId="{9C2905EB-82B6-445C-9853-CE91AFA8E538}" dt="2022-05-31T19:36:39.715" v="919" actId="1076"/>
          <ac:spMkLst>
            <pc:docMk/>
            <pc:sldMk cId="2416545273" sldId="257"/>
            <ac:spMk id="6" creationId="{A176582C-2BB1-4548-BB81-35E2D505F1D7}"/>
          </ac:spMkLst>
        </pc:spChg>
        <pc:cxnChg chg="add mod">
          <ac:chgData name="Soban Najam" userId="59c411b0-ccb7-4330-99a9-29cc04a2c185" providerId="ADAL" clId="{9C2905EB-82B6-445C-9853-CE91AFA8E538}" dt="2022-05-31T19:32:50.471" v="755" actId="1076"/>
          <ac:cxnSpMkLst>
            <pc:docMk/>
            <pc:sldMk cId="2416545273" sldId="257"/>
            <ac:cxnSpMk id="8" creationId="{28F61E29-D439-41E8-8E5A-65CC3B9E3C1F}"/>
          </ac:cxnSpMkLst>
        </pc:cxnChg>
        <pc:cxnChg chg="add mod">
          <ac:chgData name="Soban Najam" userId="59c411b0-ccb7-4330-99a9-29cc04a2c185" providerId="ADAL" clId="{9C2905EB-82B6-445C-9853-CE91AFA8E538}" dt="2022-05-31T19:32:57.171" v="757" actId="1076"/>
          <ac:cxnSpMkLst>
            <pc:docMk/>
            <pc:sldMk cId="2416545273" sldId="257"/>
            <ac:cxnSpMk id="9" creationId="{E6128F9F-5C4D-4763-91B8-59502F6E7AF1}"/>
          </ac:cxnSpMkLst>
        </pc:cxnChg>
      </pc:sldChg>
      <pc:sldChg chg="addSp delSp modSp new del mod">
        <pc:chgData name="Soban Najam" userId="59c411b0-ccb7-4330-99a9-29cc04a2c185" providerId="ADAL" clId="{9C2905EB-82B6-445C-9853-CE91AFA8E538}" dt="2022-05-31T20:39:19.989" v="1704" actId="47"/>
        <pc:sldMkLst>
          <pc:docMk/>
          <pc:sldMk cId="3881708979" sldId="258"/>
        </pc:sldMkLst>
        <pc:spChg chg="add mod">
          <ac:chgData name="Soban Najam" userId="59c411b0-ccb7-4330-99a9-29cc04a2c185" providerId="ADAL" clId="{9C2905EB-82B6-445C-9853-CE91AFA8E538}" dt="2022-05-31T19:48:01.289" v="1003" actId="164"/>
          <ac:spMkLst>
            <pc:docMk/>
            <pc:sldMk cId="3881708979" sldId="258"/>
            <ac:spMk id="2" creationId="{79B2C28B-CC80-4707-AB1F-B770F80460CD}"/>
          </ac:spMkLst>
        </pc:spChg>
        <pc:spChg chg="add mod">
          <ac:chgData name="Soban Najam" userId="59c411b0-ccb7-4330-99a9-29cc04a2c185" providerId="ADAL" clId="{9C2905EB-82B6-445C-9853-CE91AFA8E538}" dt="2022-05-31T19:43:24.539" v="934"/>
          <ac:spMkLst>
            <pc:docMk/>
            <pc:sldMk cId="3881708979" sldId="258"/>
            <ac:spMk id="5" creationId="{680D5784-AAC3-43E5-B3C6-8A9D8CB6CE29}"/>
          </ac:spMkLst>
        </pc:spChg>
        <pc:spChg chg="add mod">
          <ac:chgData name="Soban Najam" userId="59c411b0-ccb7-4330-99a9-29cc04a2c185" providerId="ADAL" clId="{9C2905EB-82B6-445C-9853-CE91AFA8E538}" dt="2022-05-31T19:43:38.079" v="975" actId="20577"/>
          <ac:spMkLst>
            <pc:docMk/>
            <pc:sldMk cId="3881708979" sldId="258"/>
            <ac:spMk id="6" creationId="{628BBA39-824D-488B-AE10-EB9F908C928A}"/>
          </ac:spMkLst>
        </pc:spChg>
        <pc:spChg chg="add mod">
          <ac:chgData name="Soban Najam" userId="59c411b0-ccb7-4330-99a9-29cc04a2c185" providerId="ADAL" clId="{9C2905EB-82B6-445C-9853-CE91AFA8E538}" dt="2022-05-31T19:42:50.419" v="929" actId="207"/>
          <ac:spMkLst>
            <pc:docMk/>
            <pc:sldMk cId="3881708979" sldId="258"/>
            <ac:spMk id="7" creationId="{AA9235C6-D794-428B-AC1D-A498C7BD76B8}"/>
          </ac:spMkLst>
        </pc:spChg>
        <pc:spChg chg="add mod">
          <ac:chgData name="Soban Najam" userId="59c411b0-ccb7-4330-99a9-29cc04a2c185" providerId="ADAL" clId="{9C2905EB-82B6-445C-9853-CE91AFA8E538}" dt="2022-05-31T19:47:53.129" v="1002" actId="693"/>
          <ac:spMkLst>
            <pc:docMk/>
            <pc:sldMk cId="3881708979" sldId="258"/>
            <ac:spMk id="8" creationId="{FDEF30B6-1F09-4EDE-A1F7-6F79212D7D7D}"/>
          </ac:spMkLst>
        </pc:spChg>
        <pc:spChg chg="mod">
          <ac:chgData name="Soban Najam" userId="59c411b0-ccb7-4330-99a9-29cc04a2c185" providerId="ADAL" clId="{9C2905EB-82B6-445C-9853-CE91AFA8E538}" dt="2022-05-31T19:48:02.798" v="1004"/>
          <ac:spMkLst>
            <pc:docMk/>
            <pc:sldMk cId="3881708979" sldId="258"/>
            <ac:spMk id="11" creationId="{5D9C557D-4646-41C5-B7FB-A5EBD007F023}"/>
          </ac:spMkLst>
        </pc:spChg>
        <pc:grpChg chg="add del mod">
          <ac:chgData name="Soban Najam" userId="59c411b0-ccb7-4330-99a9-29cc04a2c185" providerId="ADAL" clId="{9C2905EB-82B6-445C-9853-CE91AFA8E538}" dt="2022-05-31T19:48:06.179" v="1007" actId="478"/>
          <ac:grpSpMkLst>
            <pc:docMk/>
            <pc:sldMk cId="3881708979" sldId="258"/>
            <ac:grpSpMk id="9" creationId="{0B67B706-7450-415D-8DBA-19AA961C12F5}"/>
          </ac:grpSpMkLst>
        </pc:grpChg>
        <pc:grpChg chg="add del mod">
          <ac:chgData name="Soban Najam" userId="59c411b0-ccb7-4330-99a9-29cc04a2c185" providerId="ADAL" clId="{9C2905EB-82B6-445C-9853-CE91AFA8E538}" dt="2022-05-31T19:48:04.509" v="1005"/>
          <ac:grpSpMkLst>
            <pc:docMk/>
            <pc:sldMk cId="3881708979" sldId="258"/>
            <ac:grpSpMk id="10" creationId="{DDDD02BC-310B-427A-87E1-024B9FE80B50}"/>
          </ac:grpSpMkLst>
        </pc:grpChg>
        <pc:picChg chg="add mod">
          <ac:chgData name="Soban Najam" userId="59c411b0-ccb7-4330-99a9-29cc04a2c185" providerId="ADAL" clId="{9C2905EB-82B6-445C-9853-CE91AFA8E538}" dt="2022-05-31T19:48:01.289" v="1003" actId="164"/>
          <ac:picMkLst>
            <pc:docMk/>
            <pc:sldMk cId="3881708979" sldId="258"/>
            <ac:picMk id="3" creationId="{60C6CF99-B093-4EAD-9456-BFEB5C0CE5F0}"/>
          </ac:picMkLst>
        </pc:picChg>
        <pc:picChg chg="mod">
          <ac:chgData name="Soban Najam" userId="59c411b0-ccb7-4330-99a9-29cc04a2c185" providerId="ADAL" clId="{9C2905EB-82B6-445C-9853-CE91AFA8E538}" dt="2022-05-31T19:48:02.798" v="1004"/>
          <ac:picMkLst>
            <pc:docMk/>
            <pc:sldMk cId="3881708979" sldId="258"/>
            <ac:picMk id="12" creationId="{1F017D5A-4B92-4816-B557-5E67017D5D4B}"/>
          </ac:picMkLst>
        </pc:picChg>
        <pc:picChg chg="add mod">
          <ac:chgData name="Soban Najam" userId="59c411b0-ccb7-4330-99a9-29cc04a2c185" providerId="ADAL" clId="{9C2905EB-82B6-445C-9853-CE91AFA8E538}" dt="2022-05-31T20:22:09.959" v="1265" actId="1076"/>
          <ac:picMkLst>
            <pc:docMk/>
            <pc:sldMk cId="3881708979" sldId="258"/>
            <ac:picMk id="13" creationId="{B3DD2777-34F6-4A75-A37B-D417755CC08A}"/>
          </ac:picMkLst>
        </pc:picChg>
        <pc:cxnChg chg="add del mod">
          <ac:chgData name="Soban Najam" userId="59c411b0-ccb7-4330-99a9-29cc04a2c185" providerId="ADAL" clId="{9C2905EB-82B6-445C-9853-CE91AFA8E538}" dt="2022-05-31T19:42:45.609" v="928" actId="478"/>
          <ac:cxnSpMkLst>
            <pc:docMk/>
            <pc:sldMk cId="3881708979" sldId="258"/>
            <ac:cxnSpMk id="4" creationId="{9BBB8397-7D35-4654-9747-B7D78C6A3C73}"/>
          </ac:cxnSpMkLst>
        </pc:cxnChg>
      </pc:sldChg>
      <pc:sldChg chg="add del setBg">
        <pc:chgData name="Soban Najam" userId="59c411b0-ccb7-4330-99a9-29cc04a2c185" providerId="ADAL" clId="{9C2905EB-82B6-445C-9853-CE91AFA8E538}" dt="2022-05-31T19:36:23.580" v="916" actId="47"/>
        <pc:sldMkLst>
          <pc:docMk/>
          <pc:sldMk cId="970745780" sldId="259"/>
        </pc:sldMkLst>
      </pc:sldChg>
      <pc:sldChg chg="addSp delSp modSp add mod modAnim">
        <pc:chgData name="Soban Najam" userId="59c411b0-ccb7-4330-99a9-29cc04a2c185" providerId="ADAL" clId="{9C2905EB-82B6-445C-9853-CE91AFA8E538}" dt="2022-05-31T20:39:00.241" v="1703"/>
        <pc:sldMkLst>
          <pc:docMk/>
          <pc:sldMk cId="1715865708" sldId="259"/>
        </pc:sldMkLst>
        <pc:spChg chg="add mod">
          <ac:chgData name="Soban Najam" userId="59c411b0-ccb7-4330-99a9-29cc04a2c185" providerId="ADAL" clId="{9C2905EB-82B6-445C-9853-CE91AFA8E538}" dt="2022-05-31T20:34:52.874" v="1673" actId="20577"/>
          <ac:spMkLst>
            <pc:docMk/>
            <pc:sldMk cId="1715865708" sldId="259"/>
            <ac:spMk id="4" creationId="{460B3832-9387-4811-9135-F5DE544F6213}"/>
          </ac:spMkLst>
        </pc:spChg>
        <pc:spChg chg="mod">
          <ac:chgData name="Soban Najam" userId="59c411b0-ccb7-4330-99a9-29cc04a2c185" providerId="ADAL" clId="{9C2905EB-82B6-445C-9853-CE91AFA8E538}" dt="2022-05-31T20:28:01.466" v="1376" actId="1076"/>
          <ac:spMkLst>
            <pc:docMk/>
            <pc:sldMk cId="1715865708" sldId="259"/>
            <ac:spMk id="6" creationId="{628BBA39-824D-488B-AE10-EB9F908C928A}"/>
          </ac:spMkLst>
        </pc:spChg>
        <pc:spChg chg="del">
          <ac:chgData name="Soban Najam" userId="59c411b0-ccb7-4330-99a9-29cc04a2c185" providerId="ADAL" clId="{9C2905EB-82B6-445C-9853-CE91AFA8E538}" dt="2022-05-31T19:53:01.481" v="1012" actId="478"/>
          <ac:spMkLst>
            <pc:docMk/>
            <pc:sldMk cId="1715865708" sldId="259"/>
            <ac:spMk id="8" creationId="{FDEF30B6-1F09-4EDE-A1F7-6F79212D7D7D}"/>
          </ac:spMkLst>
        </pc:spChg>
        <pc:spChg chg="add del">
          <ac:chgData name="Soban Najam" userId="59c411b0-ccb7-4330-99a9-29cc04a2c185" providerId="ADAL" clId="{9C2905EB-82B6-445C-9853-CE91AFA8E538}" dt="2022-05-31T19:53:56.075" v="1016" actId="22"/>
          <ac:spMkLst>
            <pc:docMk/>
            <pc:sldMk cId="1715865708" sldId="259"/>
            <ac:spMk id="9" creationId="{FCDD9DB8-4891-44D9-A079-660090FDABDA}"/>
          </ac:spMkLst>
        </pc:spChg>
        <pc:spChg chg="add mod">
          <ac:chgData name="Soban Najam" userId="59c411b0-ccb7-4330-99a9-29cc04a2c185" providerId="ADAL" clId="{9C2905EB-82B6-445C-9853-CE91AFA8E538}" dt="2022-05-31T20:08:03.320" v="1113" actId="1076"/>
          <ac:spMkLst>
            <pc:docMk/>
            <pc:sldMk cId="1715865708" sldId="259"/>
            <ac:spMk id="10" creationId="{519F9A02-C8DF-4E43-8554-AB24AD09A80C}"/>
          </ac:spMkLst>
        </pc:spChg>
        <pc:spChg chg="add del mod">
          <ac:chgData name="Soban Najam" userId="59c411b0-ccb7-4330-99a9-29cc04a2c185" providerId="ADAL" clId="{9C2905EB-82B6-445C-9853-CE91AFA8E538}" dt="2022-05-31T20:23:19.241" v="1316" actId="478"/>
          <ac:spMkLst>
            <pc:docMk/>
            <pc:sldMk cId="1715865708" sldId="259"/>
            <ac:spMk id="11" creationId="{40745D0B-20B7-4201-9663-037C4D0C7DE2}"/>
          </ac:spMkLst>
        </pc:spChg>
        <pc:spChg chg="add del mod">
          <ac:chgData name="Soban Najam" userId="59c411b0-ccb7-4330-99a9-29cc04a2c185" providerId="ADAL" clId="{9C2905EB-82B6-445C-9853-CE91AFA8E538}" dt="2022-05-31T20:25:00.519" v="1348" actId="478"/>
          <ac:spMkLst>
            <pc:docMk/>
            <pc:sldMk cId="1715865708" sldId="259"/>
            <ac:spMk id="12" creationId="{288AB25F-1796-4F5F-8BCE-30DCB08C4117}"/>
          </ac:spMkLst>
        </pc:spChg>
        <pc:spChg chg="add del mod">
          <ac:chgData name="Soban Najam" userId="59c411b0-ccb7-4330-99a9-29cc04a2c185" providerId="ADAL" clId="{9C2905EB-82B6-445C-9853-CE91AFA8E538}" dt="2022-05-31T20:25:00.519" v="1348" actId="478"/>
          <ac:spMkLst>
            <pc:docMk/>
            <pc:sldMk cId="1715865708" sldId="259"/>
            <ac:spMk id="14" creationId="{B01C39D5-24AC-4C33-9322-DDA46A987C88}"/>
          </ac:spMkLst>
        </pc:spChg>
        <pc:spChg chg="add del mod">
          <ac:chgData name="Soban Najam" userId="59c411b0-ccb7-4330-99a9-29cc04a2c185" providerId="ADAL" clId="{9C2905EB-82B6-445C-9853-CE91AFA8E538}" dt="2022-05-31T20:25:00.519" v="1348" actId="478"/>
          <ac:spMkLst>
            <pc:docMk/>
            <pc:sldMk cId="1715865708" sldId="259"/>
            <ac:spMk id="15" creationId="{D8A06AFB-0A32-400A-9269-069E759E9910}"/>
          </ac:spMkLst>
        </pc:spChg>
        <pc:spChg chg="add mod">
          <ac:chgData name="Soban Najam" userId="59c411b0-ccb7-4330-99a9-29cc04a2c185" providerId="ADAL" clId="{9C2905EB-82B6-445C-9853-CE91AFA8E538}" dt="2022-05-31T20:26:15.978" v="1371" actId="1076"/>
          <ac:spMkLst>
            <pc:docMk/>
            <pc:sldMk cId="1715865708" sldId="259"/>
            <ac:spMk id="16" creationId="{474585DD-D150-473C-A80F-3B413668AE64}"/>
          </ac:spMkLst>
        </pc:spChg>
        <pc:spChg chg="mod">
          <ac:chgData name="Soban Najam" userId="59c411b0-ccb7-4330-99a9-29cc04a2c185" providerId="ADAL" clId="{9C2905EB-82B6-445C-9853-CE91AFA8E538}" dt="2022-05-31T20:27:35.704" v="1372"/>
          <ac:spMkLst>
            <pc:docMk/>
            <pc:sldMk cId="1715865708" sldId="259"/>
            <ac:spMk id="18" creationId="{C3A7844D-DFF8-4D1C-AF15-82D0D0EC6377}"/>
          </ac:spMkLst>
        </pc:spChg>
        <pc:spChg chg="mod">
          <ac:chgData name="Soban Najam" userId="59c411b0-ccb7-4330-99a9-29cc04a2c185" providerId="ADAL" clId="{9C2905EB-82B6-445C-9853-CE91AFA8E538}" dt="2022-05-31T20:29:01.877" v="1390" actId="1076"/>
          <ac:spMkLst>
            <pc:docMk/>
            <pc:sldMk cId="1715865708" sldId="259"/>
            <ac:spMk id="19" creationId="{5E835ABD-B82B-434A-BE6D-4C67B8FBE219}"/>
          </ac:spMkLst>
        </pc:spChg>
        <pc:spChg chg="add mod">
          <ac:chgData name="Soban Najam" userId="59c411b0-ccb7-4330-99a9-29cc04a2c185" providerId="ADAL" clId="{9C2905EB-82B6-445C-9853-CE91AFA8E538}" dt="2022-05-31T20:32:07.012" v="1565" actId="20577"/>
          <ac:spMkLst>
            <pc:docMk/>
            <pc:sldMk cId="1715865708" sldId="259"/>
            <ac:spMk id="20" creationId="{51C3F22F-FF48-492C-BF35-CA97780D050E}"/>
          </ac:spMkLst>
        </pc:spChg>
        <pc:spChg chg="add mod">
          <ac:chgData name="Soban Najam" userId="59c411b0-ccb7-4330-99a9-29cc04a2c185" providerId="ADAL" clId="{9C2905EB-82B6-445C-9853-CE91AFA8E538}" dt="2022-05-31T20:32:01.093" v="1559" actId="14100"/>
          <ac:spMkLst>
            <pc:docMk/>
            <pc:sldMk cId="1715865708" sldId="259"/>
            <ac:spMk id="21" creationId="{6C9C2371-EB28-424C-96EC-1692093898AF}"/>
          </ac:spMkLst>
        </pc:spChg>
        <pc:spChg chg="add mod">
          <ac:chgData name="Soban Najam" userId="59c411b0-ccb7-4330-99a9-29cc04a2c185" providerId="ADAL" clId="{9C2905EB-82B6-445C-9853-CE91AFA8E538}" dt="2022-05-31T20:31:50.736" v="1542" actId="121"/>
          <ac:spMkLst>
            <pc:docMk/>
            <pc:sldMk cId="1715865708" sldId="259"/>
            <ac:spMk id="22" creationId="{52001D24-5FA8-4EEE-8875-758BA8B3D00F}"/>
          </ac:spMkLst>
        </pc:spChg>
        <pc:spChg chg="add del mod">
          <ac:chgData name="Soban Najam" userId="59c411b0-ccb7-4330-99a9-29cc04a2c185" providerId="ADAL" clId="{9C2905EB-82B6-445C-9853-CE91AFA8E538}" dt="2022-05-31T20:29:49.472" v="1408" actId="478"/>
          <ac:spMkLst>
            <pc:docMk/>
            <pc:sldMk cId="1715865708" sldId="259"/>
            <ac:spMk id="23" creationId="{15CB8D54-51BA-43A7-8F71-5D7D408B5E96}"/>
          </ac:spMkLst>
        </pc:spChg>
        <pc:spChg chg="add mod">
          <ac:chgData name="Soban Najam" userId="59c411b0-ccb7-4330-99a9-29cc04a2c185" providerId="ADAL" clId="{9C2905EB-82B6-445C-9853-CE91AFA8E538}" dt="2022-05-31T20:32:18.975" v="1566" actId="1076"/>
          <ac:spMkLst>
            <pc:docMk/>
            <pc:sldMk cId="1715865708" sldId="259"/>
            <ac:spMk id="24" creationId="{7239FD39-51F9-4FD3-B8B7-E7DF5AF6404B}"/>
          </ac:spMkLst>
        </pc:spChg>
        <pc:spChg chg="add mod">
          <ac:chgData name="Soban Najam" userId="59c411b0-ccb7-4330-99a9-29cc04a2c185" providerId="ADAL" clId="{9C2905EB-82B6-445C-9853-CE91AFA8E538}" dt="2022-05-31T20:33:01.099" v="1587" actId="207"/>
          <ac:spMkLst>
            <pc:docMk/>
            <pc:sldMk cId="1715865708" sldId="259"/>
            <ac:spMk id="63" creationId="{C3073778-E4EF-427D-A81E-DE98E07F380B}"/>
          </ac:spMkLst>
        </pc:spChg>
        <pc:spChg chg="add mod">
          <ac:chgData name="Soban Najam" userId="59c411b0-ccb7-4330-99a9-29cc04a2c185" providerId="ADAL" clId="{9C2905EB-82B6-445C-9853-CE91AFA8E538}" dt="2022-05-31T20:33:46.234" v="1642" actId="20577"/>
          <ac:spMkLst>
            <pc:docMk/>
            <pc:sldMk cId="1715865708" sldId="259"/>
            <ac:spMk id="64" creationId="{B1CF9148-68F4-422C-819F-E3DD5E2CB8A8}"/>
          </ac:spMkLst>
        </pc:spChg>
        <pc:spChg chg="add mod">
          <ac:chgData name="Soban Najam" userId="59c411b0-ccb7-4330-99a9-29cc04a2c185" providerId="ADAL" clId="{9C2905EB-82B6-445C-9853-CE91AFA8E538}" dt="2022-05-31T20:33:52.226" v="1643" actId="20577"/>
          <ac:spMkLst>
            <pc:docMk/>
            <pc:sldMk cId="1715865708" sldId="259"/>
            <ac:spMk id="65" creationId="{9EE5802C-4DF8-411D-8828-39B0B7C45827}"/>
          </ac:spMkLst>
        </pc:spChg>
        <pc:grpChg chg="add mod ord">
          <ac:chgData name="Soban Najam" userId="59c411b0-ccb7-4330-99a9-29cc04a2c185" providerId="ADAL" clId="{9C2905EB-82B6-445C-9853-CE91AFA8E538}" dt="2022-05-31T20:28:53.488" v="1389" actId="166"/>
          <ac:grpSpMkLst>
            <pc:docMk/>
            <pc:sldMk cId="1715865708" sldId="259"/>
            <ac:grpSpMk id="17" creationId="{B71BDC0F-8B12-4919-AB28-C3301CF1767E}"/>
          </ac:grpSpMkLst>
        </pc:grpChg>
        <pc:picChg chg="del">
          <ac:chgData name="Soban Najam" userId="59c411b0-ccb7-4330-99a9-29cc04a2c185" providerId="ADAL" clId="{9C2905EB-82B6-445C-9853-CE91AFA8E538}" dt="2022-05-31T19:53:01.481" v="1012" actId="478"/>
          <ac:picMkLst>
            <pc:docMk/>
            <pc:sldMk cId="1715865708" sldId="259"/>
            <ac:picMk id="13" creationId="{B3DD2777-34F6-4A75-A37B-D417755CC08A}"/>
          </ac:picMkLst>
        </pc:picChg>
        <pc:picChg chg="add del mod">
          <ac:chgData name="Soban Najam" userId="59c411b0-ccb7-4330-99a9-29cc04a2c185" providerId="ADAL" clId="{9C2905EB-82B6-445C-9853-CE91AFA8E538}" dt="2022-05-31T20:36:16.256" v="1678" actId="478"/>
          <ac:picMkLst>
            <pc:docMk/>
            <pc:sldMk cId="1715865708" sldId="259"/>
            <ac:picMk id="76" creationId="{68414E3B-882B-4D90-9A88-28EC0569E8E6}"/>
          </ac:picMkLst>
        </pc:picChg>
        <pc:picChg chg="add del mod">
          <ac:chgData name="Soban Najam" userId="59c411b0-ccb7-4330-99a9-29cc04a2c185" providerId="ADAL" clId="{9C2905EB-82B6-445C-9853-CE91AFA8E538}" dt="2022-05-31T20:36:16.256" v="1678" actId="478"/>
          <ac:picMkLst>
            <pc:docMk/>
            <pc:sldMk cId="1715865708" sldId="259"/>
            <ac:picMk id="78" creationId="{9A55EBA7-3FFA-48A5-9286-AB51405899F4}"/>
          </ac:picMkLst>
        </pc:picChg>
        <pc:picChg chg="add del mod modCrop">
          <ac:chgData name="Soban Najam" userId="59c411b0-ccb7-4330-99a9-29cc04a2c185" providerId="ADAL" clId="{9C2905EB-82B6-445C-9853-CE91AFA8E538}" dt="2022-05-31T20:37:54.636" v="1693" actId="478"/>
          <ac:picMkLst>
            <pc:docMk/>
            <pc:sldMk cId="1715865708" sldId="259"/>
            <ac:picMk id="80" creationId="{A0CCAB12-A491-419F-A7B8-BC884712982C}"/>
          </ac:picMkLst>
        </pc:picChg>
        <pc:picChg chg="add del mod modCrop">
          <ac:chgData name="Soban Najam" userId="59c411b0-ccb7-4330-99a9-29cc04a2c185" providerId="ADAL" clId="{9C2905EB-82B6-445C-9853-CE91AFA8E538}" dt="2022-05-31T20:37:54.636" v="1693" actId="478"/>
          <ac:picMkLst>
            <pc:docMk/>
            <pc:sldMk cId="1715865708" sldId="259"/>
            <ac:picMk id="81" creationId="{F9DE06DA-5CE6-4779-8F91-B77FF247F3CF}"/>
          </ac:picMkLst>
        </pc:picChg>
        <pc:cxnChg chg="add mod">
          <ac:chgData name="Soban Najam" userId="59c411b0-ccb7-4330-99a9-29cc04a2c185" providerId="ADAL" clId="{9C2905EB-82B6-445C-9853-CE91AFA8E538}" dt="2022-05-31T20:32:05.906" v="1560" actId="20577"/>
          <ac:cxnSpMkLst>
            <pc:docMk/>
            <pc:sldMk cId="1715865708" sldId="259"/>
            <ac:cxnSpMk id="25" creationId="{4C55DD24-E866-4C6E-AA53-1359423A6B86}"/>
          </ac:cxnSpMkLst>
        </pc:cxnChg>
        <pc:cxnChg chg="add del mod">
          <ac:chgData name="Soban Najam" userId="59c411b0-ccb7-4330-99a9-29cc04a2c185" providerId="ADAL" clId="{9C2905EB-82B6-445C-9853-CE91AFA8E538}" dt="2022-05-31T20:32:01.093" v="1559" actId="14100"/>
          <ac:cxnSpMkLst>
            <pc:docMk/>
            <pc:sldMk cId="1715865708" sldId="259"/>
            <ac:cxnSpMk id="26" creationId="{77DEF62C-37AF-4B1D-8BF8-05C722A72D9D}"/>
          </ac:cxnSpMkLst>
        </pc:cxnChg>
        <pc:cxnChg chg="add mod">
          <ac:chgData name="Soban Najam" userId="59c411b0-ccb7-4330-99a9-29cc04a2c185" providerId="ADAL" clId="{9C2905EB-82B6-445C-9853-CE91AFA8E538}" dt="2022-05-31T20:31:49.235" v="1541" actId="14100"/>
          <ac:cxnSpMkLst>
            <pc:docMk/>
            <pc:sldMk cId="1715865708" sldId="259"/>
            <ac:cxnSpMk id="27" creationId="{0E34C225-1736-4A36-B595-8DDD003AC2CD}"/>
          </ac:cxnSpMkLst>
        </pc:cxnChg>
        <pc:cxnChg chg="add del mod">
          <ac:chgData name="Soban Najam" userId="59c411b0-ccb7-4330-99a9-29cc04a2c185" providerId="ADAL" clId="{9C2905EB-82B6-445C-9853-CE91AFA8E538}" dt="2022-05-31T20:29:47.481" v="1407" actId="478"/>
          <ac:cxnSpMkLst>
            <pc:docMk/>
            <pc:sldMk cId="1715865708" sldId="259"/>
            <ac:cxnSpMk id="28" creationId="{6E77F14F-6F03-425C-9F23-94522D1EDC4E}"/>
          </ac:cxnSpMkLst>
        </pc:cxnChg>
        <pc:cxnChg chg="add mod">
          <ac:chgData name="Soban Najam" userId="59c411b0-ccb7-4330-99a9-29cc04a2c185" providerId="ADAL" clId="{9C2905EB-82B6-445C-9853-CE91AFA8E538}" dt="2022-05-31T20:32:18.975" v="1566" actId="1076"/>
          <ac:cxnSpMkLst>
            <pc:docMk/>
            <pc:sldMk cId="1715865708" sldId="259"/>
            <ac:cxnSpMk id="29" creationId="{1BC15BEE-93FB-431F-A58D-FEDE1351071C}"/>
          </ac:cxnSpMkLst>
        </pc:cxnChg>
        <pc:cxnChg chg="add mod">
          <ac:chgData name="Soban Najam" userId="59c411b0-ccb7-4330-99a9-29cc04a2c185" providerId="ADAL" clId="{9C2905EB-82B6-445C-9853-CE91AFA8E538}" dt="2022-05-31T20:30:18.869" v="1413" actId="1582"/>
          <ac:cxnSpMkLst>
            <pc:docMk/>
            <pc:sldMk cId="1715865708" sldId="259"/>
            <ac:cxnSpMk id="48" creationId="{5D33F818-32A9-4572-9372-EEC3A9264AE6}"/>
          </ac:cxnSpMkLst>
        </pc:cxnChg>
        <pc:cxnChg chg="add mod">
          <ac:chgData name="Soban Najam" userId="59c411b0-ccb7-4330-99a9-29cc04a2c185" providerId="ADAL" clId="{9C2905EB-82B6-445C-9853-CE91AFA8E538}" dt="2022-05-31T20:34:19.415" v="1648" actId="208"/>
          <ac:cxnSpMkLst>
            <pc:docMk/>
            <pc:sldMk cId="1715865708" sldId="259"/>
            <ac:cxnSpMk id="66" creationId="{05BB97B3-5448-4FAA-A040-0F5D69E1B08B}"/>
          </ac:cxnSpMkLst>
        </pc:cxnChg>
        <pc:cxnChg chg="add mod">
          <ac:chgData name="Soban Najam" userId="59c411b0-ccb7-4330-99a9-29cc04a2c185" providerId="ADAL" clId="{9C2905EB-82B6-445C-9853-CE91AFA8E538}" dt="2022-05-31T20:34:25.173" v="1651" actId="14100"/>
          <ac:cxnSpMkLst>
            <pc:docMk/>
            <pc:sldMk cId="1715865708" sldId="259"/>
            <ac:cxnSpMk id="69" creationId="{98721507-100F-4F5C-BDAE-F1FFB168D522}"/>
          </ac:cxnSpMkLst>
        </pc:cxnChg>
        <pc:cxnChg chg="add mod">
          <ac:chgData name="Soban Najam" userId="59c411b0-ccb7-4330-99a9-29cc04a2c185" providerId="ADAL" clId="{9C2905EB-82B6-445C-9853-CE91AFA8E538}" dt="2022-05-31T20:34:31.620" v="1654" actId="14100"/>
          <ac:cxnSpMkLst>
            <pc:docMk/>
            <pc:sldMk cId="1715865708" sldId="259"/>
            <ac:cxnSpMk id="72" creationId="{CECA3A49-88AA-43EC-9E63-70D3AB72FDC8}"/>
          </ac:cxnSpMkLst>
        </pc:cxnChg>
      </pc:sldChg>
      <pc:sldChg chg="addSp delSp modSp add mod modAnim">
        <pc:chgData name="Soban Najam" userId="59c411b0-ccb7-4330-99a9-29cc04a2c185" providerId="ADAL" clId="{9C2905EB-82B6-445C-9853-CE91AFA8E538}" dt="2022-05-31T20:46:39.891" v="1975"/>
        <pc:sldMkLst>
          <pc:docMk/>
          <pc:sldMk cId="32887465" sldId="260"/>
        </pc:sldMkLst>
        <pc:spChg chg="del">
          <ac:chgData name="Soban Najam" userId="59c411b0-ccb7-4330-99a9-29cc04a2c185" providerId="ADAL" clId="{9C2905EB-82B6-445C-9853-CE91AFA8E538}" dt="2022-05-31T20:39:39.657" v="1726" actId="478"/>
          <ac:spMkLst>
            <pc:docMk/>
            <pc:sldMk cId="32887465" sldId="260"/>
            <ac:spMk id="4" creationId="{460B3832-9387-4811-9135-F5DE544F6213}"/>
          </ac:spMkLst>
        </pc:spChg>
        <pc:spChg chg="mod">
          <ac:chgData name="Soban Najam" userId="59c411b0-ccb7-4330-99a9-29cc04a2c185" providerId="ADAL" clId="{9C2905EB-82B6-445C-9853-CE91AFA8E538}" dt="2022-05-31T20:40:34.504" v="1750"/>
          <ac:spMkLst>
            <pc:docMk/>
            <pc:sldMk cId="32887465" sldId="260"/>
            <ac:spMk id="5" creationId="{680D5784-AAC3-43E5-B3C6-8A9D8CB6CE29}"/>
          </ac:spMkLst>
        </pc:spChg>
        <pc:spChg chg="mod">
          <ac:chgData name="Soban Najam" userId="59c411b0-ccb7-4330-99a9-29cc04a2c185" providerId="ADAL" clId="{9C2905EB-82B6-445C-9853-CE91AFA8E538}" dt="2022-05-31T20:40:53.609" v="1836" actId="20577"/>
          <ac:spMkLst>
            <pc:docMk/>
            <pc:sldMk cId="32887465" sldId="260"/>
            <ac:spMk id="6" creationId="{628BBA39-824D-488B-AE10-EB9F908C928A}"/>
          </ac:spMkLst>
        </pc:spChg>
        <pc:spChg chg="del">
          <ac:chgData name="Soban Najam" userId="59c411b0-ccb7-4330-99a9-29cc04a2c185" providerId="ADAL" clId="{9C2905EB-82B6-445C-9853-CE91AFA8E538}" dt="2022-05-31T20:39:36.810" v="1725" actId="478"/>
          <ac:spMkLst>
            <pc:docMk/>
            <pc:sldMk cId="32887465" sldId="260"/>
            <ac:spMk id="10" creationId="{519F9A02-C8DF-4E43-8554-AB24AD09A80C}"/>
          </ac:spMkLst>
        </pc:spChg>
        <pc:spChg chg="del">
          <ac:chgData name="Soban Najam" userId="59c411b0-ccb7-4330-99a9-29cc04a2c185" providerId="ADAL" clId="{9C2905EB-82B6-445C-9853-CE91AFA8E538}" dt="2022-05-31T20:39:39.657" v="1726" actId="478"/>
          <ac:spMkLst>
            <pc:docMk/>
            <pc:sldMk cId="32887465" sldId="260"/>
            <ac:spMk id="16" creationId="{474585DD-D150-473C-A80F-3B413668AE64}"/>
          </ac:spMkLst>
        </pc:spChg>
        <pc:spChg chg="del">
          <ac:chgData name="Soban Najam" userId="59c411b0-ccb7-4330-99a9-29cc04a2c185" providerId="ADAL" clId="{9C2905EB-82B6-445C-9853-CE91AFA8E538}" dt="2022-05-31T20:39:39.657" v="1726" actId="478"/>
          <ac:spMkLst>
            <pc:docMk/>
            <pc:sldMk cId="32887465" sldId="260"/>
            <ac:spMk id="20" creationId="{51C3F22F-FF48-492C-BF35-CA97780D050E}"/>
          </ac:spMkLst>
        </pc:spChg>
        <pc:spChg chg="del">
          <ac:chgData name="Soban Najam" userId="59c411b0-ccb7-4330-99a9-29cc04a2c185" providerId="ADAL" clId="{9C2905EB-82B6-445C-9853-CE91AFA8E538}" dt="2022-05-31T20:39:39.657" v="1726" actId="478"/>
          <ac:spMkLst>
            <pc:docMk/>
            <pc:sldMk cId="32887465" sldId="260"/>
            <ac:spMk id="21" creationId="{6C9C2371-EB28-424C-96EC-1692093898AF}"/>
          </ac:spMkLst>
        </pc:spChg>
        <pc:spChg chg="del">
          <ac:chgData name="Soban Najam" userId="59c411b0-ccb7-4330-99a9-29cc04a2c185" providerId="ADAL" clId="{9C2905EB-82B6-445C-9853-CE91AFA8E538}" dt="2022-05-31T20:39:39.657" v="1726" actId="478"/>
          <ac:spMkLst>
            <pc:docMk/>
            <pc:sldMk cId="32887465" sldId="260"/>
            <ac:spMk id="22" creationId="{52001D24-5FA8-4EEE-8875-758BA8B3D00F}"/>
          </ac:spMkLst>
        </pc:spChg>
        <pc:spChg chg="del">
          <ac:chgData name="Soban Najam" userId="59c411b0-ccb7-4330-99a9-29cc04a2c185" providerId="ADAL" clId="{9C2905EB-82B6-445C-9853-CE91AFA8E538}" dt="2022-05-31T20:39:39.657" v="1726" actId="478"/>
          <ac:spMkLst>
            <pc:docMk/>
            <pc:sldMk cId="32887465" sldId="260"/>
            <ac:spMk id="24" creationId="{7239FD39-51F9-4FD3-B8B7-E7DF5AF6404B}"/>
          </ac:spMkLst>
        </pc:spChg>
        <pc:spChg chg="add del">
          <ac:chgData name="Soban Najam" userId="59c411b0-ccb7-4330-99a9-29cc04a2c185" providerId="ADAL" clId="{9C2905EB-82B6-445C-9853-CE91AFA8E538}" dt="2022-05-31T20:40:11.224" v="1730" actId="22"/>
          <ac:spMkLst>
            <pc:docMk/>
            <pc:sldMk cId="32887465" sldId="260"/>
            <ac:spMk id="28" creationId="{2089D695-F0E9-4395-985F-793694DC7A79}"/>
          </ac:spMkLst>
        </pc:spChg>
        <pc:spChg chg="add mod">
          <ac:chgData name="Soban Najam" userId="59c411b0-ccb7-4330-99a9-29cc04a2c185" providerId="ADAL" clId="{9C2905EB-82B6-445C-9853-CE91AFA8E538}" dt="2022-05-31T20:41:29.267" v="1850" actId="1076"/>
          <ac:spMkLst>
            <pc:docMk/>
            <pc:sldMk cId="32887465" sldId="260"/>
            <ac:spMk id="30" creationId="{F08F679E-8818-4924-8D89-3FD2DA88E528}"/>
          </ac:spMkLst>
        </pc:spChg>
        <pc:spChg chg="add mod">
          <ac:chgData name="Soban Najam" userId="59c411b0-ccb7-4330-99a9-29cc04a2c185" providerId="ADAL" clId="{9C2905EB-82B6-445C-9853-CE91AFA8E538}" dt="2022-05-31T20:45:34.949" v="1959" actId="1076"/>
          <ac:spMkLst>
            <pc:docMk/>
            <pc:sldMk cId="32887465" sldId="260"/>
            <ac:spMk id="31" creationId="{42FF9E27-A6E7-48B7-95E9-932C8C5689B3}"/>
          </ac:spMkLst>
        </pc:spChg>
        <pc:spChg chg="add mod">
          <ac:chgData name="Soban Najam" userId="59c411b0-ccb7-4330-99a9-29cc04a2c185" providerId="ADAL" clId="{9C2905EB-82B6-445C-9853-CE91AFA8E538}" dt="2022-05-31T20:45:34.949" v="1959" actId="1076"/>
          <ac:spMkLst>
            <pc:docMk/>
            <pc:sldMk cId="32887465" sldId="260"/>
            <ac:spMk id="32" creationId="{6C093316-7C5B-41AD-8682-BDD134B579B1}"/>
          </ac:spMkLst>
        </pc:spChg>
        <pc:spChg chg="add mod">
          <ac:chgData name="Soban Najam" userId="59c411b0-ccb7-4330-99a9-29cc04a2c185" providerId="ADAL" clId="{9C2905EB-82B6-445C-9853-CE91AFA8E538}" dt="2022-05-31T20:45:34.949" v="1959" actId="1076"/>
          <ac:spMkLst>
            <pc:docMk/>
            <pc:sldMk cId="32887465" sldId="260"/>
            <ac:spMk id="33" creationId="{1CA819CF-A60B-4568-BBCF-A10D439B7D6A}"/>
          </ac:spMkLst>
        </pc:spChg>
        <pc:spChg chg="add mod">
          <ac:chgData name="Soban Najam" userId="59c411b0-ccb7-4330-99a9-29cc04a2c185" providerId="ADAL" clId="{9C2905EB-82B6-445C-9853-CE91AFA8E538}" dt="2022-05-31T20:46:20.440" v="1971" actId="20577"/>
          <ac:spMkLst>
            <pc:docMk/>
            <pc:sldMk cId="32887465" sldId="260"/>
            <ac:spMk id="34" creationId="{65387276-F85B-473E-8D69-C252BFC5209E}"/>
          </ac:spMkLst>
        </pc:spChg>
        <pc:spChg chg="del">
          <ac:chgData name="Soban Najam" userId="59c411b0-ccb7-4330-99a9-29cc04a2c185" providerId="ADAL" clId="{9C2905EB-82B6-445C-9853-CE91AFA8E538}" dt="2022-05-31T20:39:39.657" v="1726" actId="478"/>
          <ac:spMkLst>
            <pc:docMk/>
            <pc:sldMk cId="32887465" sldId="260"/>
            <ac:spMk id="63" creationId="{C3073778-E4EF-427D-A81E-DE98E07F380B}"/>
          </ac:spMkLst>
        </pc:spChg>
        <pc:spChg chg="del">
          <ac:chgData name="Soban Najam" userId="59c411b0-ccb7-4330-99a9-29cc04a2c185" providerId="ADAL" clId="{9C2905EB-82B6-445C-9853-CE91AFA8E538}" dt="2022-05-31T20:39:39.657" v="1726" actId="478"/>
          <ac:spMkLst>
            <pc:docMk/>
            <pc:sldMk cId="32887465" sldId="260"/>
            <ac:spMk id="64" creationId="{B1CF9148-68F4-422C-819F-E3DD5E2CB8A8}"/>
          </ac:spMkLst>
        </pc:spChg>
        <pc:spChg chg="del">
          <ac:chgData name="Soban Najam" userId="59c411b0-ccb7-4330-99a9-29cc04a2c185" providerId="ADAL" clId="{9C2905EB-82B6-445C-9853-CE91AFA8E538}" dt="2022-05-31T20:39:39.657" v="1726" actId="478"/>
          <ac:spMkLst>
            <pc:docMk/>
            <pc:sldMk cId="32887465" sldId="260"/>
            <ac:spMk id="65" creationId="{9EE5802C-4DF8-411D-8828-39B0B7C45827}"/>
          </ac:spMkLst>
        </pc:spChg>
        <pc:grpChg chg="del">
          <ac:chgData name="Soban Najam" userId="59c411b0-ccb7-4330-99a9-29cc04a2c185" providerId="ADAL" clId="{9C2905EB-82B6-445C-9853-CE91AFA8E538}" dt="2022-05-31T20:39:39.657" v="1726" actId="478"/>
          <ac:grpSpMkLst>
            <pc:docMk/>
            <pc:sldMk cId="32887465" sldId="260"/>
            <ac:grpSpMk id="17" creationId="{B71BDC0F-8B12-4919-AB28-C3301CF1767E}"/>
          </ac:grpSpMkLst>
        </pc:grpChg>
        <pc:cxnChg chg="add mod">
          <ac:chgData name="Soban Najam" userId="59c411b0-ccb7-4330-99a9-29cc04a2c185" providerId="ADAL" clId="{9C2905EB-82B6-445C-9853-CE91AFA8E538}" dt="2022-05-31T20:46:09.922" v="1970" actId="208"/>
          <ac:cxnSpMkLst>
            <pc:docMk/>
            <pc:sldMk cId="32887465" sldId="260"/>
            <ac:cxnSpMk id="9" creationId="{EC6F23EF-C1FE-47B6-B245-8F12F965DCD0}"/>
          </ac:cxnSpMkLst>
        </pc:cxnChg>
        <pc:cxnChg chg="del mod">
          <ac:chgData name="Soban Najam" userId="59c411b0-ccb7-4330-99a9-29cc04a2c185" providerId="ADAL" clId="{9C2905EB-82B6-445C-9853-CE91AFA8E538}" dt="2022-05-31T20:39:39.657" v="1726" actId="478"/>
          <ac:cxnSpMkLst>
            <pc:docMk/>
            <pc:sldMk cId="32887465" sldId="260"/>
            <ac:cxnSpMk id="25" creationId="{4C55DD24-E866-4C6E-AA53-1359423A6B86}"/>
          </ac:cxnSpMkLst>
        </pc:cxnChg>
        <pc:cxnChg chg="del mod">
          <ac:chgData name="Soban Najam" userId="59c411b0-ccb7-4330-99a9-29cc04a2c185" providerId="ADAL" clId="{9C2905EB-82B6-445C-9853-CE91AFA8E538}" dt="2022-05-31T20:39:39.657" v="1726" actId="478"/>
          <ac:cxnSpMkLst>
            <pc:docMk/>
            <pc:sldMk cId="32887465" sldId="260"/>
            <ac:cxnSpMk id="26" creationId="{77DEF62C-37AF-4B1D-8BF8-05C722A72D9D}"/>
          </ac:cxnSpMkLst>
        </pc:cxnChg>
        <pc:cxnChg chg="del mod">
          <ac:chgData name="Soban Najam" userId="59c411b0-ccb7-4330-99a9-29cc04a2c185" providerId="ADAL" clId="{9C2905EB-82B6-445C-9853-CE91AFA8E538}" dt="2022-05-31T20:39:39.657" v="1726" actId="478"/>
          <ac:cxnSpMkLst>
            <pc:docMk/>
            <pc:sldMk cId="32887465" sldId="260"/>
            <ac:cxnSpMk id="27" creationId="{0E34C225-1736-4A36-B595-8DDD003AC2CD}"/>
          </ac:cxnSpMkLst>
        </pc:cxnChg>
        <pc:cxnChg chg="del mod">
          <ac:chgData name="Soban Najam" userId="59c411b0-ccb7-4330-99a9-29cc04a2c185" providerId="ADAL" clId="{9C2905EB-82B6-445C-9853-CE91AFA8E538}" dt="2022-05-31T20:39:39.657" v="1726" actId="478"/>
          <ac:cxnSpMkLst>
            <pc:docMk/>
            <pc:sldMk cId="32887465" sldId="260"/>
            <ac:cxnSpMk id="29" creationId="{1BC15BEE-93FB-431F-A58D-FEDE1351071C}"/>
          </ac:cxnSpMkLst>
        </pc:cxnChg>
        <pc:cxnChg chg="add mod">
          <ac:chgData name="Soban Najam" userId="59c411b0-ccb7-4330-99a9-29cc04a2c185" providerId="ADAL" clId="{9C2905EB-82B6-445C-9853-CE91AFA8E538}" dt="2022-05-31T20:46:09.922" v="1970" actId="208"/>
          <ac:cxnSpMkLst>
            <pc:docMk/>
            <pc:sldMk cId="32887465" sldId="260"/>
            <ac:cxnSpMk id="36" creationId="{9ECFCBD5-02C4-4E21-A6AC-5787F8762C16}"/>
          </ac:cxnSpMkLst>
        </pc:cxnChg>
        <pc:cxnChg chg="add mod">
          <ac:chgData name="Soban Najam" userId="59c411b0-ccb7-4330-99a9-29cc04a2c185" providerId="ADAL" clId="{9C2905EB-82B6-445C-9853-CE91AFA8E538}" dt="2022-05-31T20:46:09.922" v="1970" actId="208"/>
          <ac:cxnSpMkLst>
            <pc:docMk/>
            <pc:sldMk cId="32887465" sldId="260"/>
            <ac:cxnSpMk id="39" creationId="{2ACA5DC8-97EB-4CD1-8097-9D5F34017C8F}"/>
          </ac:cxnSpMkLst>
        </pc:cxnChg>
        <pc:cxnChg chg="add mod">
          <ac:chgData name="Soban Najam" userId="59c411b0-ccb7-4330-99a9-29cc04a2c185" providerId="ADAL" clId="{9C2905EB-82B6-445C-9853-CE91AFA8E538}" dt="2022-05-31T20:46:09.922" v="1970" actId="208"/>
          <ac:cxnSpMkLst>
            <pc:docMk/>
            <pc:sldMk cId="32887465" sldId="260"/>
            <ac:cxnSpMk id="42" creationId="{971544E4-8384-4D11-B9C1-3118C4702427}"/>
          </ac:cxnSpMkLst>
        </pc:cxnChg>
        <pc:cxnChg chg="del mod">
          <ac:chgData name="Soban Najam" userId="59c411b0-ccb7-4330-99a9-29cc04a2c185" providerId="ADAL" clId="{9C2905EB-82B6-445C-9853-CE91AFA8E538}" dt="2022-05-31T20:39:39.657" v="1726" actId="478"/>
          <ac:cxnSpMkLst>
            <pc:docMk/>
            <pc:sldMk cId="32887465" sldId="260"/>
            <ac:cxnSpMk id="48" creationId="{5D33F818-32A9-4572-9372-EEC3A9264AE6}"/>
          </ac:cxnSpMkLst>
        </pc:cxnChg>
        <pc:cxnChg chg="del mod">
          <ac:chgData name="Soban Najam" userId="59c411b0-ccb7-4330-99a9-29cc04a2c185" providerId="ADAL" clId="{9C2905EB-82B6-445C-9853-CE91AFA8E538}" dt="2022-05-31T20:39:39.657" v="1726" actId="478"/>
          <ac:cxnSpMkLst>
            <pc:docMk/>
            <pc:sldMk cId="32887465" sldId="260"/>
            <ac:cxnSpMk id="66" creationId="{05BB97B3-5448-4FAA-A040-0F5D69E1B08B}"/>
          </ac:cxnSpMkLst>
        </pc:cxnChg>
        <pc:cxnChg chg="del mod">
          <ac:chgData name="Soban Najam" userId="59c411b0-ccb7-4330-99a9-29cc04a2c185" providerId="ADAL" clId="{9C2905EB-82B6-445C-9853-CE91AFA8E538}" dt="2022-05-31T20:39:39.657" v="1726" actId="478"/>
          <ac:cxnSpMkLst>
            <pc:docMk/>
            <pc:sldMk cId="32887465" sldId="260"/>
            <ac:cxnSpMk id="69" creationId="{98721507-100F-4F5C-BDAE-F1FFB168D522}"/>
          </ac:cxnSpMkLst>
        </pc:cxnChg>
        <pc:cxnChg chg="del mod">
          <ac:chgData name="Soban Najam" userId="59c411b0-ccb7-4330-99a9-29cc04a2c185" providerId="ADAL" clId="{9C2905EB-82B6-445C-9853-CE91AFA8E538}" dt="2022-05-31T20:39:39.657" v="1726" actId="478"/>
          <ac:cxnSpMkLst>
            <pc:docMk/>
            <pc:sldMk cId="32887465" sldId="260"/>
            <ac:cxnSpMk id="72" creationId="{CECA3A49-88AA-43EC-9E63-70D3AB72FDC8}"/>
          </ac:cxnSpMkLst>
        </pc:cxnChg>
      </pc:sldChg>
      <pc:sldChg chg="addSp delSp modSp add mod">
        <pc:chgData name="Soban Najam" userId="59c411b0-ccb7-4330-99a9-29cc04a2c185" providerId="ADAL" clId="{9C2905EB-82B6-445C-9853-CE91AFA8E538}" dt="2022-05-31T21:03:26.926" v="2275" actId="14100"/>
        <pc:sldMkLst>
          <pc:docMk/>
          <pc:sldMk cId="3149677718" sldId="261"/>
        </pc:sldMkLst>
        <pc:spChg chg="mod">
          <ac:chgData name="Soban Najam" userId="59c411b0-ccb7-4330-99a9-29cc04a2c185" providerId="ADAL" clId="{9C2905EB-82B6-445C-9853-CE91AFA8E538}" dt="2022-05-31T20:49:33.082" v="2057" actId="1076"/>
          <ac:spMkLst>
            <pc:docMk/>
            <pc:sldMk cId="3149677718" sldId="261"/>
            <ac:spMk id="5" creationId="{680D5784-AAC3-43E5-B3C6-8A9D8CB6CE29}"/>
          </ac:spMkLst>
        </pc:spChg>
        <pc:spChg chg="mod">
          <ac:chgData name="Soban Najam" userId="59c411b0-ccb7-4330-99a9-29cc04a2c185" providerId="ADAL" clId="{9C2905EB-82B6-445C-9853-CE91AFA8E538}" dt="2022-05-31T20:47:38.496" v="1999" actId="20577"/>
          <ac:spMkLst>
            <pc:docMk/>
            <pc:sldMk cId="3149677718" sldId="261"/>
            <ac:spMk id="6" creationId="{628BBA39-824D-488B-AE10-EB9F908C928A}"/>
          </ac:spMkLst>
        </pc:spChg>
        <pc:spChg chg="add mod">
          <ac:chgData name="Soban Najam" userId="59c411b0-ccb7-4330-99a9-29cc04a2c185" providerId="ADAL" clId="{9C2905EB-82B6-445C-9853-CE91AFA8E538}" dt="2022-05-31T20:49:44.237" v="2061" actId="403"/>
          <ac:spMkLst>
            <pc:docMk/>
            <pc:sldMk cId="3149677718" sldId="261"/>
            <ac:spMk id="16" creationId="{368B7589-B8D4-4903-B285-BFF6E152E35E}"/>
          </ac:spMkLst>
        </pc:spChg>
        <pc:spChg chg="add mod">
          <ac:chgData name="Soban Najam" userId="59c411b0-ccb7-4330-99a9-29cc04a2c185" providerId="ADAL" clId="{9C2905EB-82B6-445C-9853-CE91AFA8E538}" dt="2022-05-31T21:03:26.926" v="2275" actId="14100"/>
          <ac:spMkLst>
            <pc:docMk/>
            <pc:sldMk cId="3149677718" sldId="261"/>
            <ac:spMk id="18" creationId="{CB9F66BD-C286-48F5-A375-5913207D2CF7}"/>
          </ac:spMkLst>
        </pc:spChg>
        <pc:spChg chg="del">
          <ac:chgData name="Soban Najam" userId="59c411b0-ccb7-4330-99a9-29cc04a2c185" providerId="ADAL" clId="{9C2905EB-82B6-445C-9853-CE91AFA8E538}" dt="2022-05-31T20:48:19.162" v="2000" actId="478"/>
          <ac:spMkLst>
            <pc:docMk/>
            <pc:sldMk cId="3149677718" sldId="261"/>
            <ac:spMk id="30" creationId="{F08F679E-8818-4924-8D89-3FD2DA88E528}"/>
          </ac:spMkLst>
        </pc:spChg>
        <pc:spChg chg="del">
          <ac:chgData name="Soban Najam" userId="59c411b0-ccb7-4330-99a9-29cc04a2c185" providerId="ADAL" clId="{9C2905EB-82B6-445C-9853-CE91AFA8E538}" dt="2022-05-31T20:48:19.162" v="2000" actId="478"/>
          <ac:spMkLst>
            <pc:docMk/>
            <pc:sldMk cId="3149677718" sldId="261"/>
            <ac:spMk id="31" creationId="{42FF9E27-A6E7-48B7-95E9-932C8C5689B3}"/>
          </ac:spMkLst>
        </pc:spChg>
        <pc:spChg chg="del">
          <ac:chgData name="Soban Najam" userId="59c411b0-ccb7-4330-99a9-29cc04a2c185" providerId="ADAL" clId="{9C2905EB-82B6-445C-9853-CE91AFA8E538}" dt="2022-05-31T20:48:19.162" v="2000" actId="478"/>
          <ac:spMkLst>
            <pc:docMk/>
            <pc:sldMk cId="3149677718" sldId="261"/>
            <ac:spMk id="32" creationId="{6C093316-7C5B-41AD-8682-BDD134B579B1}"/>
          </ac:spMkLst>
        </pc:spChg>
        <pc:spChg chg="del">
          <ac:chgData name="Soban Najam" userId="59c411b0-ccb7-4330-99a9-29cc04a2c185" providerId="ADAL" clId="{9C2905EB-82B6-445C-9853-CE91AFA8E538}" dt="2022-05-31T20:48:19.162" v="2000" actId="478"/>
          <ac:spMkLst>
            <pc:docMk/>
            <pc:sldMk cId="3149677718" sldId="261"/>
            <ac:spMk id="33" creationId="{1CA819CF-A60B-4568-BBCF-A10D439B7D6A}"/>
          </ac:spMkLst>
        </pc:spChg>
        <pc:spChg chg="del">
          <ac:chgData name="Soban Najam" userId="59c411b0-ccb7-4330-99a9-29cc04a2c185" providerId="ADAL" clId="{9C2905EB-82B6-445C-9853-CE91AFA8E538}" dt="2022-05-31T20:48:19.162" v="2000" actId="478"/>
          <ac:spMkLst>
            <pc:docMk/>
            <pc:sldMk cId="3149677718" sldId="261"/>
            <ac:spMk id="34" creationId="{65387276-F85B-473E-8D69-C252BFC5209E}"/>
          </ac:spMkLst>
        </pc:spChg>
        <pc:picChg chg="add mod">
          <ac:chgData name="Soban Najam" userId="59c411b0-ccb7-4330-99a9-29cc04a2c185" providerId="ADAL" clId="{9C2905EB-82B6-445C-9853-CE91AFA8E538}" dt="2022-05-31T20:48:48.564" v="2006" actId="1076"/>
          <ac:picMkLst>
            <pc:docMk/>
            <pc:sldMk cId="3149677718" sldId="261"/>
            <ac:picMk id="3" creationId="{7472FE15-563A-43BF-BF20-EA45CBECBA3B}"/>
          </ac:picMkLst>
        </pc:picChg>
        <pc:cxnChg chg="del mod">
          <ac:chgData name="Soban Najam" userId="59c411b0-ccb7-4330-99a9-29cc04a2c185" providerId="ADAL" clId="{9C2905EB-82B6-445C-9853-CE91AFA8E538}" dt="2022-05-31T20:48:19.162" v="2000" actId="478"/>
          <ac:cxnSpMkLst>
            <pc:docMk/>
            <pc:sldMk cId="3149677718" sldId="261"/>
            <ac:cxnSpMk id="9" creationId="{EC6F23EF-C1FE-47B6-B245-8F12F965DCD0}"/>
          </ac:cxnSpMkLst>
        </pc:cxnChg>
        <pc:cxnChg chg="del mod">
          <ac:chgData name="Soban Najam" userId="59c411b0-ccb7-4330-99a9-29cc04a2c185" providerId="ADAL" clId="{9C2905EB-82B6-445C-9853-CE91AFA8E538}" dt="2022-05-31T20:48:19.162" v="2000" actId="478"/>
          <ac:cxnSpMkLst>
            <pc:docMk/>
            <pc:sldMk cId="3149677718" sldId="261"/>
            <ac:cxnSpMk id="36" creationId="{9ECFCBD5-02C4-4E21-A6AC-5787F8762C16}"/>
          </ac:cxnSpMkLst>
        </pc:cxnChg>
        <pc:cxnChg chg="del mod">
          <ac:chgData name="Soban Najam" userId="59c411b0-ccb7-4330-99a9-29cc04a2c185" providerId="ADAL" clId="{9C2905EB-82B6-445C-9853-CE91AFA8E538}" dt="2022-05-31T20:48:19.162" v="2000" actId="478"/>
          <ac:cxnSpMkLst>
            <pc:docMk/>
            <pc:sldMk cId="3149677718" sldId="261"/>
            <ac:cxnSpMk id="39" creationId="{2ACA5DC8-97EB-4CD1-8097-9D5F34017C8F}"/>
          </ac:cxnSpMkLst>
        </pc:cxnChg>
        <pc:cxnChg chg="del mod">
          <ac:chgData name="Soban Najam" userId="59c411b0-ccb7-4330-99a9-29cc04a2c185" providerId="ADAL" clId="{9C2905EB-82B6-445C-9853-CE91AFA8E538}" dt="2022-05-31T20:48:19.162" v="2000" actId="478"/>
          <ac:cxnSpMkLst>
            <pc:docMk/>
            <pc:sldMk cId="3149677718" sldId="261"/>
            <ac:cxnSpMk id="42" creationId="{971544E4-8384-4D11-B9C1-3118C4702427}"/>
          </ac:cxnSpMkLst>
        </pc:cxnChg>
      </pc:sldChg>
      <pc:sldChg chg="addSp delSp modSp add mod addAnim delAnim modAnim">
        <pc:chgData name="Soban Najam" userId="59c411b0-ccb7-4330-99a9-29cc04a2c185" providerId="ADAL" clId="{9C2905EB-82B6-445C-9853-CE91AFA8E538}" dt="2022-05-31T21:19:29.172" v="2356"/>
        <pc:sldMkLst>
          <pc:docMk/>
          <pc:sldMk cId="208394990" sldId="262"/>
        </pc:sldMkLst>
        <pc:spChg chg="mod">
          <ac:chgData name="Soban Najam" userId="59c411b0-ccb7-4330-99a9-29cc04a2c185" providerId="ADAL" clId="{9C2905EB-82B6-445C-9853-CE91AFA8E538}" dt="2022-05-31T20:51:33.085" v="2110" actId="20577"/>
          <ac:spMkLst>
            <pc:docMk/>
            <pc:sldMk cId="208394990" sldId="262"/>
            <ac:spMk id="6" creationId="{628BBA39-824D-488B-AE10-EB9F908C928A}"/>
          </ac:spMkLst>
        </pc:spChg>
        <pc:spChg chg="add mod">
          <ac:chgData name="Soban Najam" userId="59c411b0-ccb7-4330-99a9-29cc04a2c185" providerId="ADAL" clId="{9C2905EB-82B6-445C-9853-CE91AFA8E538}" dt="2022-05-31T20:53:56.477" v="2123" actId="164"/>
          <ac:spMkLst>
            <pc:docMk/>
            <pc:sldMk cId="208394990" sldId="262"/>
            <ac:spMk id="8" creationId="{B73A5EFD-A2F1-4095-86D4-D260BC3C7A0D}"/>
          </ac:spMkLst>
        </pc:spChg>
        <pc:spChg chg="mod">
          <ac:chgData name="Soban Najam" userId="59c411b0-ccb7-4330-99a9-29cc04a2c185" providerId="ADAL" clId="{9C2905EB-82B6-445C-9853-CE91AFA8E538}" dt="2022-05-31T20:53:57.947" v="2124"/>
          <ac:spMkLst>
            <pc:docMk/>
            <pc:sldMk cId="208394990" sldId="262"/>
            <ac:spMk id="14" creationId="{2DE03560-4542-440C-9622-10362BDC1631}"/>
          </ac:spMkLst>
        </pc:spChg>
        <pc:spChg chg="mod">
          <ac:chgData name="Soban Najam" userId="59c411b0-ccb7-4330-99a9-29cc04a2c185" providerId="ADAL" clId="{9C2905EB-82B6-445C-9853-CE91AFA8E538}" dt="2022-05-31T21:12:41.057" v="2323" actId="1035"/>
          <ac:spMkLst>
            <pc:docMk/>
            <pc:sldMk cId="208394990" sldId="262"/>
            <ac:spMk id="16" creationId="{368B7589-B8D4-4903-B285-BFF6E152E35E}"/>
          </ac:spMkLst>
        </pc:spChg>
        <pc:spChg chg="del">
          <ac:chgData name="Soban Najam" userId="59c411b0-ccb7-4330-99a9-29cc04a2c185" providerId="ADAL" clId="{9C2905EB-82B6-445C-9853-CE91AFA8E538}" dt="2022-05-31T20:52:23.386" v="2111" actId="478"/>
          <ac:spMkLst>
            <pc:docMk/>
            <pc:sldMk cId="208394990" sldId="262"/>
            <ac:spMk id="18" creationId="{CB9F66BD-C286-48F5-A375-5913207D2CF7}"/>
          </ac:spMkLst>
        </pc:spChg>
        <pc:spChg chg="add mod">
          <ac:chgData name="Soban Najam" userId="59c411b0-ccb7-4330-99a9-29cc04a2c185" providerId="ADAL" clId="{9C2905EB-82B6-445C-9853-CE91AFA8E538}" dt="2022-05-31T21:12:41.057" v="2323" actId="1035"/>
          <ac:spMkLst>
            <pc:docMk/>
            <pc:sldMk cId="208394990" sldId="262"/>
            <ac:spMk id="19" creationId="{586CDF46-BDEB-4464-A531-8EF0D723D1F4}"/>
          </ac:spMkLst>
        </pc:spChg>
        <pc:spChg chg="add mod">
          <ac:chgData name="Soban Najam" userId="59c411b0-ccb7-4330-99a9-29cc04a2c185" providerId="ADAL" clId="{9C2905EB-82B6-445C-9853-CE91AFA8E538}" dt="2022-05-31T21:00:23.918" v="2251" actId="1035"/>
          <ac:spMkLst>
            <pc:docMk/>
            <pc:sldMk cId="208394990" sldId="262"/>
            <ac:spMk id="20" creationId="{1B99D23E-31C7-45F3-8FAF-545694571E66}"/>
          </ac:spMkLst>
        </pc:spChg>
        <pc:spChg chg="add del mod">
          <ac:chgData name="Soban Najam" userId="59c411b0-ccb7-4330-99a9-29cc04a2c185" providerId="ADAL" clId="{9C2905EB-82B6-445C-9853-CE91AFA8E538}" dt="2022-05-31T21:02:57.610" v="2271" actId="21"/>
          <ac:spMkLst>
            <pc:docMk/>
            <pc:sldMk cId="208394990" sldId="262"/>
            <ac:spMk id="21" creationId="{31A77392-99CB-4D28-A75B-5506760C34BA}"/>
          </ac:spMkLst>
        </pc:spChg>
        <pc:grpChg chg="add del mod">
          <ac:chgData name="Soban Najam" userId="59c411b0-ccb7-4330-99a9-29cc04a2c185" providerId="ADAL" clId="{9C2905EB-82B6-445C-9853-CE91AFA8E538}" dt="2022-05-31T20:54:00.889" v="2129" actId="478"/>
          <ac:grpSpMkLst>
            <pc:docMk/>
            <pc:sldMk cId="208394990" sldId="262"/>
            <ac:grpSpMk id="9" creationId="{E0B8D336-F545-440A-80C9-7B14F2892870}"/>
          </ac:grpSpMkLst>
        </pc:grpChg>
        <pc:grpChg chg="add del mod">
          <ac:chgData name="Soban Najam" userId="59c411b0-ccb7-4330-99a9-29cc04a2c185" providerId="ADAL" clId="{9C2905EB-82B6-445C-9853-CE91AFA8E538}" dt="2022-05-31T20:53:59.297" v="2127"/>
          <ac:grpSpMkLst>
            <pc:docMk/>
            <pc:sldMk cId="208394990" sldId="262"/>
            <ac:grpSpMk id="12" creationId="{5D56C369-0D24-4A2A-B59F-78F7201F615F}"/>
          </ac:grpSpMkLst>
        </pc:grpChg>
        <pc:picChg chg="del">
          <ac:chgData name="Soban Najam" userId="59c411b0-ccb7-4330-99a9-29cc04a2c185" providerId="ADAL" clId="{9C2905EB-82B6-445C-9853-CE91AFA8E538}" dt="2022-05-31T20:51:25.960" v="2097" actId="478"/>
          <ac:picMkLst>
            <pc:docMk/>
            <pc:sldMk cId="208394990" sldId="262"/>
            <ac:picMk id="3" creationId="{7472FE15-563A-43BF-BF20-EA45CBECBA3B}"/>
          </ac:picMkLst>
        </pc:picChg>
        <pc:picChg chg="add mod modCrop">
          <ac:chgData name="Soban Najam" userId="59c411b0-ccb7-4330-99a9-29cc04a2c185" providerId="ADAL" clId="{9C2905EB-82B6-445C-9853-CE91AFA8E538}" dt="2022-05-31T20:53:56.477" v="2123" actId="164"/>
          <ac:picMkLst>
            <pc:docMk/>
            <pc:sldMk cId="208394990" sldId="262"/>
            <ac:picMk id="4" creationId="{0098E8CA-2A4F-41E5-8DAA-D4D7978863F5}"/>
          </ac:picMkLst>
        </pc:picChg>
        <pc:picChg chg="add mod">
          <ac:chgData name="Soban Najam" userId="59c411b0-ccb7-4330-99a9-29cc04a2c185" providerId="ADAL" clId="{9C2905EB-82B6-445C-9853-CE91AFA8E538}" dt="2022-05-31T20:55:58.626" v="2192" actId="14100"/>
          <ac:picMkLst>
            <pc:docMk/>
            <pc:sldMk cId="208394990" sldId="262"/>
            <ac:picMk id="10" creationId="{BFD1627A-19B8-4FD2-ABCD-12C2EF57EF30}"/>
          </ac:picMkLst>
        </pc:picChg>
        <pc:picChg chg="mod">
          <ac:chgData name="Soban Najam" userId="59c411b0-ccb7-4330-99a9-29cc04a2c185" providerId="ADAL" clId="{9C2905EB-82B6-445C-9853-CE91AFA8E538}" dt="2022-05-31T20:53:57.947" v="2124"/>
          <ac:picMkLst>
            <pc:docMk/>
            <pc:sldMk cId="208394990" sldId="262"/>
            <ac:picMk id="13" creationId="{A790FCBB-CF0D-4D7C-B52E-9F737BE743ED}"/>
          </ac:picMkLst>
        </pc:picChg>
        <pc:picChg chg="add mod">
          <ac:chgData name="Soban Najam" userId="59c411b0-ccb7-4330-99a9-29cc04a2c185" providerId="ADAL" clId="{9C2905EB-82B6-445C-9853-CE91AFA8E538}" dt="2022-05-31T20:55:01.799" v="2175" actId="1076"/>
          <ac:picMkLst>
            <pc:docMk/>
            <pc:sldMk cId="208394990" sldId="262"/>
            <ac:picMk id="15" creationId="{67280819-8A85-4960-A926-BED878C6ECA9}"/>
          </ac:picMkLst>
        </pc:picChg>
      </pc:sldChg>
      <pc:sldChg chg="addSp delSp modSp add mod modNotesTx">
        <pc:chgData name="Soban Najam" userId="59c411b0-ccb7-4330-99a9-29cc04a2c185" providerId="ADAL" clId="{9C2905EB-82B6-445C-9853-CE91AFA8E538}" dt="2022-05-31T21:04:24.023" v="2301" actId="20577"/>
        <pc:sldMkLst>
          <pc:docMk/>
          <pc:sldMk cId="3144301110" sldId="263"/>
        </pc:sldMkLst>
        <pc:spChg chg="mod">
          <ac:chgData name="Soban Najam" userId="59c411b0-ccb7-4330-99a9-29cc04a2c185" providerId="ADAL" clId="{9C2905EB-82B6-445C-9853-CE91AFA8E538}" dt="2022-05-31T21:04:03.667" v="2298" actId="20577"/>
          <ac:spMkLst>
            <pc:docMk/>
            <pc:sldMk cId="3144301110" sldId="263"/>
            <ac:spMk id="6" creationId="{628BBA39-824D-488B-AE10-EB9F908C928A}"/>
          </ac:spMkLst>
        </pc:spChg>
        <pc:spChg chg="add mod">
          <ac:chgData name="Soban Najam" userId="59c411b0-ccb7-4330-99a9-29cc04a2c185" providerId="ADAL" clId="{9C2905EB-82B6-445C-9853-CE91AFA8E538}" dt="2022-05-31T21:03:07.451" v="2274" actId="14100"/>
          <ac:spMkLst>
            <pc:docMk/>
            <pc:sldMk cId="3144301110" sldId="263"/>
            <ac:spMk id="10" creationId="{0884C66D-20CB-4B5D-B021-6E3FF8D7BFCB}"/>
          </ac:spMkLst>
        </pc:spChg>
        <pc:spChg chg="del">
          <ac:chgData name="Soban Najam" userId="59c411b0-ccb7-4330-99a9-29cc04a2c185" providerId="ADAL" clId="{9C2905EB-82B6-445C-9853-CE91AFA8E538}" dt="2022-05-31T21:00:44.991" v="2262" actId="478"/>
          <ac:spMkLst>
            <pc:docMk/>
            <pc:sldMk cId="3144301110" sldId="263"/>
            <ac:spMk id="16" creationId="{368B7589-B8D4-4903-B285-BFF6E152E35E}"/>
          </ac:spMkLst>
        </pc:spChg>
        <pc:spChg chg="del">
          <ac:chgData name="Soban Najam" userId="59c411b0-ccb7-4330-99a9-29cc04a2c185" providerId="ADAL" clId="{9C2905EB-82B6-445C-9853-CE91AFA8E538}" dt="2022-05-31T21:00:44.991" v="2262" actId="478"/>
          <ac:spMkLst>
            <pc:docMk/>
            <pc:sldMk cId="3144301110" sldId="263"/>
            <ac:spMk id="18" creationId="{CB9F66BD-C286-48F5-A375-5913207D2CF7}"/>
          </ac:spMkLst>
        </pc:spChg>
        <pc:picChg chg="del">
          <ac:chgData name="Soban Najam" userId="59c411b0-ccb7-4330-99a9-29cc04a2c185" providerId="ADAL" clId="{9C2905EB-82B6-445C-9853-CE91AFA8E538}" dt="2022-05-31T21:00:44.991" v="2262" actId="478"/>
          <ac:picMkLst>
            <pc:docMk/>
            <pc:sldMk cId="3144301110" sldId="263"/>
            <ac:picMk id="3" creationId="{7472FE15-563A-43BF-BF20-EA45CBECBA3B}"/>
          </ac:picMkLst>
        </pc:picChg>
        <pc:picChg chg="add mod">
          <ac:chgData name="Soban Najam" userId="59c411b0-ccb7-4330-99a9-29cc04a2c185" providerId="ADAL" clId="{9C2905EB-82B6-445C-9853-CE91AFA8E538}" dt="2022-05-31T21:02:25.619" v="2265" actId="1076"/>
          <ac:picMkLst>
            <pc:docMk/>
            <pc:sldMk cId="3144301110" sldId="263"/>
            <ac:picMk id="4" creationId="{0BB5BA2C-B94E-47AD-8C0C-437F330F67C6}"/>
          </ac:picMkLst>
        </pc:picChg>
      </pc:sldChg>
      <pc:sldChg chg="addSp delSp modSp add mod modAnim">
        <pc:chgData name="Soban Najam" userId="59c411b0-ccb7-4330-99a9-29cc04a2c185" providerId="ADAL" clId="{9C2905EB-82B6-445C-9853-CE91AFA8E538}" dt="2022-05-31T21:19:08.413" v="2347"/>
        <pc:sldMkLst>
          <pc:docMk/>
          <pc:sldMk cId="880284968" sldId="264"/>
        </pc:sldMkLst>
        <pc:spChg chg="mod">
          <ac:chgData name="Soban Najam" userId="59c411b0-ccb7-4330-99a9-29cc04a2c185" providerId="ADAL" clId="{9C2905EB-82B6-445C-9853-CE91AFA8E538}" dt="2022-05-31T21:13:12.654" v="2327" actId="14100"/>
          <ac:spMkLst>
            <pc:docMk/>
            <pc:sldMk cId="880284968" sldId="264"/>
            <ac:spMk id="5" creationId="{680D5784-AAC3-43E5-B3C6-8A9D8CB6CE29}"/>
          </ac:spMkLst>
        </pc:spChg>
        <pc:spChg chg="mod">
          <ac:chgData name="Soban Najam" userId="59c411b0-ccb7-4330-99a9-29cc04a2c185" providerId="ADAL" clId="{9C2905EB-82B6-445C-9853-CE91AFA8E538}" dt="2022-05-31T21:13:17.876" v="2341" actId="20577"/>
          <ac:spMkLst>
            <pc:docMk/>
            <pc:sldMk cId="880284968" sldId="264"/>
            <ac:spMk id="6" creationId="{628BBA39-824D-488B-AE10-EB9F908C928A}"/>
          </ac:spMkLst>
        </pc:spChg>
        <pc:spChg chg="del">
          <ac:chgData name="Soban Najam" userId="59c411b0-ccb7-4330-99a9-29cc04a2c185" providerId="ADAL" clId="{9C2905EB-82B6-445C-9853-CE91AFA8E538}" dt="2022-05-31T21:13:00.745" v="2325" actId="478"/>
          <ac:spMkLst>
            <pc:docMk/>
            <pc:sldMk cId="880284968" sldId="264"/>
            <ac:spMk id="30" creationId="{F08F679E-8818-4924-8D89-3FD2DA88E528}"/>
          </ac:spMkLst>
        </pc:spChg>
        <pc:spChg chg="del">
          <ac:chgData name="Soban Najam" userId="59c411b0-ccb7-4330-99a9-29cc04a2c185" providerId="ADAL" clId="{9C2905EB-82B6-445C-9853-CE91AFA8E538}" dt="2022-05-31T21:13:00.745" v="2325" actId="478"/>
          <ac:spMkLst>
            <pc:docMk/>
            <pc:sldMk cId="880284968" sldId="264"/>
            <ac:spMk id="31" creationId="{42FF9E27-A6E7-48B7-95E9-932C8C5689B3}"/>
          </ac:spMkLst>
        </pc:spChg>
        <pc:spChg chg="del">
          <ac:chgData name="Soban Najam" userId="59c411b0-ccb7-4330-99a9-29cc04a2c185" providerId="ADAL" clId="{9C2905EB-82B6-445C-9853-CE91AFA8E538}" dt="2022-05-31T21:13:00.745" v="2325" actId="478"/>
          <ac:spMkLst>
            <pc:docMk/>
            <pc:sldMk cId="880284968" sldId="264"/>
            <ac:spMk id="32" creationId="{6C093316-7C5B-41AD-8682-BDD134B579B1}"/>
          </ac:spMkLst>
        </pc:spChg>
        <pc:spChg chg="del">
          <ac:chgData name="Soban Najam" userId="59c411b0-ccb7-4330-99a9-29cc04a2c185" providerId="ADAL" clId="{9C2905EB-82B6-445C-9853-CE91AFA8E538}" dt="2022-05-31T21:13:00.745" v="2325" actId="478"/>
          <ac:spMkLst>
            <pc:docMk/>
            <pc:sldMk cId="880284968" sldId="264"/>
            <ac:spMk id="33" creationId="{1CA819CF-A60B-4568-BBCF-A10D439B7D6A}"/>
          </ac:spMkLst>
        </pc:spChg>
        <pc:spChg chg="del">
          <ac:chgData name="Soban Najam" userId="59c411b0-ccb7-4330-99a9-29cc04a2c185" providerId="ADAL" clId="{9C2905EB-82B6-445C-9853-CE91AFA8E538}" dt="2022-05-31T21:13:00.745" v="2325" actId="478"/>
          <ac:spMkLst>
            <pc:docMk/>
            <pc:sldMk cId="880284968" sldId="264"/>
            <ac:spMk id="34" creationId="{65387276-F85B-473E-8D69-C252BFC5209E}"/>
          </ac:spMkLst>
        </pc:spChg>
        <pc:picChg chg="add mod">
          <ac:chgData name="Soban Najam" userId="59c411b0-ccb7-4330-99a9-29cc04a2c185" providerId="ADAL" clId="{9C2905EB-82B6-445C-9853-CE91AFA8E538}" dt="2022-05-31T21:17:21.221" v="2345" actId="1076"/>
          <ac:picMkLst>
            <pc:docMk/>
            <pc:sldMk cId="880284968" sldId="264"/>
            <ac:picMk id="2" creationId="{B41B0DB0-9E66-4850-8229-FC200749422C}"/>
          </ac:picMkLst>
        </pc:picChg>
        <pc:cxnChg chg="del mod">
          <ac:chgData name="Soban Najam" userId="59c411b0-ccb7-4330-99a9-29cc04a2c185" providerId="ADAL" clId="{9C2905EB-82B6-445C-9853-CE91AFA8E538}" dt="2022-05-31T21:13:00.745" v="2325" actId="478"/>
          <ac:cxnSpMkLst>
            <pc:docMk/>
            <pc:sldMk cId="880284968" sldId="264"/>
            <ac:cxnSpMk id="9" creationId="{EC6F23EF-C1FE-47B6-B245-8F12F965DCD0}"/>
          </ac:cxnSpMkLst>
        </pc:cxnChg>
        <pc:cxnChg chg="del mod">
          <ac:chgData name="Soban Najam" userId="59c411b0-ccb7-4330-99a9-29cc04a2c185" providerId="ADAL" clId="{9C2905EB-82B6-445C-9853-CE91AFA8E538}" dt="2022-05-31T21:13:00.745" v="2325" actId="478"/>
          <ac:cxnSpMkLst>
            <pc:docMk/>
            <pc:sldMk cId="880284968" sldId="264"/>
            <ac:cxnSpMk id="36" creationId="{9ECFCBD5-02C4-4E21-A6AC-5787F8762C16}"/>
          </ac:cxnSpMkLst>
        </pc:cxnChg>
        <pc:cxnChg chg="del mod">
          <ac:chgData name="Soban Najam" userId="59c411b0-ccb7-4330-99a9-29cc04a2c185" providerId="ADAL" clId="{9C2905EB-82B6-445C-9853-CE91AFA8E538}" dt="2022-05-31T21:13:00.745" v="2325" actId="478"/>
          <ac:cxnSpMkLst>
            <pc:docMk/>
            <pc:sldMk cId="880284968" sldId="264"/>
            <ac:cxnSpMk id="39" creationId="{2ACA5DC8-97EB-4CD1-8097-9D5F34017C8F}"/>
          </ac:cxnSpMkLst>
        </pc:cxnChg>
        <pc:cxnChg chg="del mod">
          <ac:chgData name="Soban Najam" userId="59c411b0-ccb7-4330-99a9-29cc04a2c185" providerId="ADAL" clId="{9C2905EB-82B6-445C-9853-CE91AFA8E538}" dt="2022-05-31T21:13:00.745" v="2325" actId="478"/>
          <ac:cxnSpMkLst>
            <pc:docMk/>
            <pc:sldMk cId="880284968" sldId="264"/>
            <ac:cxnSpMk id="42" creationId="{971544E4-8384-4D11-B9C1-3118C4702427}"/>
          </ac:cxnSpMkLst>
        </pc:cxnChg>
      </pc:sldChg>
      <pc:sldChg chg="addSp delSp modSp add mod delAnim modAnim">
        <pc:chgData name="Soban Najam" userId="59c411b0-ccb7-4330-99a9-29cc04a2c185" providerId="ADAL" clId="{9C2905EB-82B6-445C-9853-CE91AFA8E538}" dt="2022-05-31T21:22:22.368" v="2426"/>
        <pc:sldMkLst>
          <pc:docMk/>
          <pc:sldMk cId="3427247558" sldId="265"/>
        </pc:sldMkLst>
        <pc:spChg chg="mod">
          <ac:chgData name="Soban Najam" userId="59c411b0-ccb7-4330-99a9-29cc04a2c185" providerId="ADAL" clId="{9C2905EB-82B6-445C-9853-CE91AFA8E538}" dt="2022-05-31T21:19:57.031" v="2420" actId="20577"/>
          <ac:spMkLst>
            <pc:docMk/>
            <pc:sldMk cId="3427247558" sldId="265"/>
            <ac:spMk id="6" creationId="{628BBA39-824D-488B-AE10-EB9F908C928A}"/>
          </ac:spMkLst>
        </pc:spChg>
        <pc:picChg chg="del">
          <ac:chgData name="Soban Najam" userId="59c411b0-ccb7-4330-99a9-29cc04a2c185" providerId="ADAL" clId="{9C2905EB-82B6-445C-9853-CE91AFA8E538}" dt="2022-05-31T21:19:59.770" v="2421" actId="478"/>
          <ac:picMkLst>
            <pc:docMk/>
            <pc:sldMk cId="3427247558" sldId="265"/>
            <ac:picMk id="2" creationId="{B41B0DB0-9E66-4850-8229-FC200749422C}"/>
          </ac:picMkLst>
        </pc:picChg>
        <pc:picChg chg="add mod">
          <ac:chgData name="Soban Najam" userId="59c411b0-ccb7-4330-99a9-29cc04a2c185" providerId="ADAL" clId="{9C2905EB-82B6-445C-9853-CE91AFA8E538}" dt="2022-05-31T21:20:26.518" v="2424" actId="1076"/>
          <ac:picMkLst>
            <pc:docMk/>
            <pc:sldMk cId="3427247558" sldId="265"/>
            <ac:picMk id="3" creationId="{C272A002-940A-4DB6-981E-803F8C7E450B}"/>
          </ac:picMkLst>
        </pc:picChg>
      </pc:sldChg>
      <pc:sldChg chg="addSp delSp modSp add mod modAnim">
        <pc:chgData name="Soban Najam" userId="59c411b0-ccb7-4330-99a9-29cc04a2c185" providerId="ADAL" clId="{9C2905EB-82B6-445C-9853-CE91AFA8E538}" dt="2022-05-31T21:27:40.147" v="2721"/>
        <pc:sldMkLst>
          <pc:docMk/>
          <pc:sldMk cId="392949809" sldId="266"/>
        </pc:sldMkLst>
        <pc:spChg chg="add del">
          <ac:chgData name="Soban Najam" userId="59c411b0-ccb7-4330-99a9-29cc04a2c185" providerId="ADAL" clId="{9C2905EB-82B6-445C-9853-CE91AFA8E538}" dt="2022-05-31T21:23:09.367" v="2440" actId="478"/>
          <ac:spMkLst>
            <pc:docMk/>
            <pc:sldMk cId="392949809" sldId="266"/>
            <ac:spMk id="2" creationId="{2CF9D5F0-FDAD-44B8-97BC-4C78B42B1131}"/>
          </ac:spMkLst>
        </pc:spChg>
        <pc:spChg chg="add mod">
          <ac:chgData name="Soban Najam" userId="59c411b0-ccb7-4330-99a9-29cc04a2c185" providerId="ADAL" clId="{9C2905EB-82B6-445C-9853-CE91AFA8E538}" dt="2022-05-31T21:25:07.330" v="2574" actId="14100"/>
          <ac:spMkLst>
            <pc:docMk/>
            <pc:sldMk cId="392949809" sldId="266"/>
            <ac:spMk id="4" creationId="{1851731F-94E0-471F-9BC6-52AAD4D2515C}"/>
          </ac:spMkLst>
        </pc:spChg>
        <pc:spChg chg="mod">
          <ac:chgData name="Soban Najam" userId="59c411b0-ccb7-4330-99a9-29cc04a2c185" providerId="ADAL" clId="{9C2905EB-82B6-445C-9853-CE91AFA8E538}" dt="2022-05-31T21:22:51.595" v="2437"/>
          <ac:spMkLst>
            <pc:docMk/>
            <pc:sldMk cId="392949809" sldId="266"/>
            <ac:spMk id="5" creationId="{680D5784-AAC3-43E5-B3C6-8A9D8CB6CE29}"/>
          </ac:spMkLst>
        </pc:spChg>
        <pc:spChg chg="mod">
          <ac:chgData name="Soban Najam" userId="59c411b0-ccb7-4330-99a9-29cc04a2c185" providerId="ADAL" clId="{9C2905EB-82B6-445C-9853-CE91AFA8E538}" dt="2022-05-31T21:26:01.819" v="2660" actId="313"/>
          <ac:spMkLst>
            <pc:docMk/>
            <pc:sldMk cId="392949809" sldId="266"/>
            <ac:spMk id="6" creationId="{628BBA39-824D-488B-AE10-EB9F908C928A}"/>
          </ac:spMkLst>
        </pc:spChg>
        <pc:spChg chg="add mod">
          <ac:chgData name="Soban Najam" userId="59c411b0-ccb7-4330-99a9-29cc04a2c185" providerId="ADAL" clId="{9C2905EB-82B6-445C-9853-CE91AFA8E538}" dt="2022-05-31T21:25:03.151" v="2573" actId="404"/>
          <ac:spMkLst>
            <pc:docMk/>
            <pc:sldMk cId="392949809" sldId="266"/>
            <ac:spMk id="9" creationId="{B7DF9F48-3B3F-4D74-85D8-D800CE446939}"/>
          </ac:spMkLst>
        </pc:spChg>
        <pc:spChg chg="add del mod">
          <ac:chgData name="Soban Najam" userId="59c411b0-ccb7-4330-99a9-29cc04a2c185" providerId="ADAL" clId="{9C2905EB-82B6-445C-9853-CE91AFA8E538}" dt="2022-05-31T21:24:58.010" v="2571"/>
          <ac:spMkLst>
            <pc:docMk/>
            <pc:sldMk cId="392949809" sldId="266"/>
            <ac:spMk id="11" creationId="{B11A9CCD-332A-409C-9110-1A5E382A2821}"/>
          </ac:spMkLst>
        </pc:spChg>
        <pc:spChg chg="add del mod">
          <ac:chgData name="Soban Najam" userId="59c411b0-ccb7-4330-99a9-29cc04a2c185" providerId="ADAL" clId="{9C2905EB-82B6-445C-9853-CE91AFA8E538}" dt="2022-05-31T21:24:58.010" v="2571"/>
          <ac:spMkLst>
            <pc:docMk/>
            <pc:sldMk cId="392949809" sldId="266"/>
            <ac:spMk id="12" creationId="{DA6070AE-179E-4A9E-8425-70A1FB145626}"/>
          </ac:spMkLst>
        </pc:spChg>
        <pc:spChg chg="add mod">
          <ac:chgData name="Soban Najam" userId="59c411b0-ccb7-4330-99a9-29cc04a2c185" providerId="ADAL" clId="{9C2905EB-82B6-445C-9853-CE91AFA8E538}" dt="2022-05-31T21:26:37.745" v="2699" actId="20577"/>
          <ac:spMkLst>
            <pc:docMk/>
            <pc:sldMk cId="392949809" sldId="266"/>
            <ac:spMk id="13" creationId="{470F500D-B92D-4F90-A760-8B81F9CE3DA5}"/>
          </ac:spMkLst>
        </pc:spChg>
        <pc:spChg chg="add mod">
          <ac:chgData name="Soban Najam" userId="59c411b0-ccb7-4330-99a9-29cc04a2c185" providerId="ADAL" clId="{9C2905EB-82B6-445C-9853-CE91AFA8E538}" dt="2022-05-31T21:25:36.207" v="2581" actId="20577"/>
          <ac:spMkLst>
            <pc:docMk/>
            <pc:sldMk cId="392949809" sldId="266"/>
            <ac:spMk id="14" creationId="{C7B11100-A25F-4A57-AFC0-0E22065F7CC2}"/>
          </ac:spMkLst>
        </pc:spChg>
        <pc:spChg chg="add mod">
          <ac:chgData name="Soban Najam" userId="59c411b0-ccb7-4330-99a9-29cc04a2c185" providerId="ADAL" clId="{9C2905EB-82B6-445C-9853-CE91AFA8E538}" dt="2022-05-31T21:26:54.881" v="2708"/>
          <ac:spMkLst>
            <pc:docMk/>
            <pc:sldMk cId="392949809" sldId="266"/>
            <ac:spMk id="15" creationId="{B5D1355A-9D30-497A-8C83-9DFEBFFE2FB6}"/>
          </ac:spMkLst>
        </pc:spChg>
        <pc:spChg chg="del">
          <ac:chgData name="Soban Najam" userId="59c411b0-ccb7-4330-99a9-29cc04a2c185" providerId="ADAL" clId="{9C2905EB-82B6-445C-9853-CE91AFA8E538}" dt="2022-05-31T21:22:57.321" v="2438" actId="478"/>
          <ac:spMkLst>
            <pc:docMk/>
            <pc:sldMk cId="392949809" sldId="266"/>
            <ac:spMk id="16" creationId="{368B7589-B8D4-4903-B285-BFF6E152E35E}"/>
          </ac:spMkLst>
        </pc:spChg>
        <pc:spChg chg="add mod">
          <ac:chgData name="Soban Najam" userId="59c411b0-ccb7-4330-99a9-29cc04a2c185" providerId="ADAL" clId="{9C2905EB-82B6-445C-9853-CE91AFA8E538}" dt="2022-05-31T21:25:38.300" v="2582" actId="20577"/>
          <ac:spMkLst>
            <pc:docMk/>
            <pc:sldMk cId="392949809" sldId="266"/>
            <ac:spMk id="17" creationId="{98BAD382-B49D-492E-9B52-311B61A55F39}"/>
          </ac:spMkLst>
        </pc:spChg>
        <pc:spChg chg="del">
          <ac:chgData name="Soban Najam" userId="59c411b0-ccb7-4330-99a9-29cc04a2c185" providerId="ADAL" clId="{9C2905EB-82B6-445C-9853-CE91AFA8E538}" dt="2022-05-31T21:22:57.321" v="2438" actId="478"/>
          <ac:spMkLst>
            <pc:docMk/>
            <pc:sldMk cId="392949809" sldId="266"/>
            <ac:spMk id="18" creationId="{CB9F66BD-C286-48F5-A375-5913207D2CF7}"/>
          </ac:spMkLst>
        </pc:spChg>
        <pc:spChg chg="add mod">
          <ac:chgData name="Soban Najam" userId="59c411b0-ccb7-4330-99a9-29cc04a2c185" providerId="ADAL" clId="{9C2905EB-82B6-445C-9853-CE91AFA8E538}" dt="2022-05-31T21:27:06.174" v="2717"/>
          <ac:spMkLst>
            <pc:docMk/>
            <pc:sldMk cId="392949809" sldId="266"/>
            <ac:spMk id="19" creationId="{83B65BF1-3F3C-4C40-BE60-73DC9031C46E}"/>
          </ac:spMkLst>
        </pc:spChg>
        <pc:spChg chg="add mod">
          <ac:chgData name="Soban Najam" userId="59c411b0-ccb7-4330-99a9-29cc04a2c185" providerId="ADAL" clId="{9C2905EB-82B6-445C-9853-CE91AFA8E538}" dt="2022-05-31T21:25:40.180" v="2583" actId="20577"/>
          <ac:spMkLst>
            <pc:docMk/>
            <pc:sldMk cId="392949809" sldId="266"/>
            <ac:spMk id="20" creationId="{4DE53E9E-61B4-45CD-B877-991C6F260B4B}"/>
          </ac:spMkLst>
        </pc:spChg>
        <pc:picChg chg="del">
          <ac:chgData name="Soban Najam" userId="59c411b0-ccb7-4330-99a9-29cc04a2c185" providerId="ADAL" clId="{9C2905EB-82B6-445C-9853-CE91AFA8E538}" dt="2022-05-31T21:22:57.321" v="2438" actId="478"/>
          <ac:picMkLst>
            <pc:docMk/>
            <pc:sldMk cId="392949809" sldId="266"/>
            <ac:picMk id="3" creationId="{7472FE15-563A-43BF-BF20-EA45CBECBA3B}"/>
          </ac:picMkLst>
        </pc:picChg>
      </pc:sldChg>
      <pc:sldChg chg="add">
        <pc:chgData name="Soban Najam" userId="59c411b0-ccb7-4330-99a9-29cc04a2c185" providerId="ADAL" clId="{9C2905EB-82B6-445C-9853-CE91AFA8E538}" dt="2022-06-01T07:34:23.805" v="2722"/>
        <pc:sldMkLst>
          <pc:docMk/>
          <pc:sldMk cId="879191865" sldId="267"/>
        </pc:sldMkLst>
      </pc:sldChg>
      <pc:sldChg chg="addSp delSp modSp add mod">
        <pc:chgData name="Soban Najam" userId="59c411b0-ccb7-4330-99a9-29cc04a2c185" providerId="ADAL" clId="{9C2905EB-82B6-445C-9853-CE91AFA8E538}" dt="2022-06-01T07:35:04.921" v="2768"/>
        <pc:sldMkLst>
          <pc:docMk/>
          <pc:sldMk cId="527475852" sldId="268"/>
        </pc:sldMkLst>
        <pc:spChg chg="mod">
          <ac:chgData name="Soban Najam" userId="59c411b0-ccb7-4330-99a9-29cc04a2c185" providerId="ADAL" clId="{9C2905EB-82B6-445C-9853-CE91AFA8E538}" dt="2022-06-01T07:34:55.443" v="2744" actId="20577"/>
          <ac:spMkLst>
            <pc:docMk/>
            <pc:sldMk cId="527475852" sldId="268"/>
            <ac:spMk id="2" creationId="{EB510D11-E77F-4CE0-84C4-2FCAAF4F6905}"/>
          </ac:spMkLst>
        </pc:spChg>
        <pc:spChg chg="add mod">
          <ac:chgData name="Soban Najam" userId="59c411b0-ccb7-4330-99a9-29cc04a2c185" providerId="ADAL" clId="{9C2905EB-82B6-445C-9853-CE91AFA8E538}" dt="2022-06-01T07:35:01.993" v="2765" actId="20577"/>
          <ac:spMkLst>
            <pc:docMk/>
            <pc:sldMk cId="527475852" sldId="268"/>
            <ac:spMk id="5" creationId="{1513F2A7-2104-4069-8079-2E2809560514}"/>
          </ac:spMkLst>
        </pc:spChg>
        <pc:spChg chg="add del mod">
          <ac:chgData name="Soban Najam" userId="59c411b0-ccb7-4330-99a9-29cc04a2c185" providerId="ADAL" clId="{9C2905EB-82B6-445C-9853-CE91AFA8E538}" dt="2022-06-01T07:35:04.921" v="2768"/>
          <ac:spMkLst>
            <pc:docMk/>
            <pc:sldMk cId="527475852" sldId="268"/>
            <ac:spMk id="6" creationId="{7760A8E5-E43A-44BD-A48A-0216CB68480C}"/>
          </ac:spMkLst>
        </pc:spChg>
        <pc:spChg chg="add mod">
          <ac:chgData name="Soban Najam" userId="59c411b0-ccb7-4330-99a9-29cc04a2c185" providerId="ADAL" clId="{9C2905EB-82B6-445C-9853-CE91AFA8E538}" dt="2022-06-01T07:34:55.685" v="2745"/>
          <ac:spMkLst>
            <pc:docMk/>
            <pc:sldMk cId="527475852" sldId="268"/>
            <ac:spMk id="7" creationId="{57272E9F-92FC-446C-A67A-48EF13275DAB}"/>
          </ac:spMkLst>
        </pc:spChg>
        <pc:graphicFrameChg chg="mod modGraphic">
          <ac:chgData name="Soban Najam" userId="59c411b0-ccb7-4330-99a9-29cc04a2c185" providerId="ADAL" clId="{9C2905EB-82B6-445C-9853-CE91AFA8E538}" dt="2022-06-01T07:34:42.703" v="2743" actId="1076"/>
          <ac:graphicFrameMkLst>
            <pc:docMk/>
            <pc:sldMk cId="527475852" sldId="268"/>
            <ac:graphicFrameMk id="4" creationId="{2C64A64A-D75C-4BC5-87E6-3EF4722DCCEB}"/>
          </ac:graphicFrameMkLst>
        </pc:graphicFrameChg>
      </pc:sldChg>
      <pc:sldMasterChg chg="addSldLayout modSldLayout">
        <pc:chgData name="Soban Najam" userId="59c411b0-ccb7-4330-99a9-29cc04a2c185" providerId="ADAL" clId="{9C2905EB-82B6-445C-9853-CE91AFA8E538}" dt="2022-05-31T18:58:45.677" v="17" actId="478"/>
        <pc:sldMasterMkLst>
          <pc:docMk/>
          <pc:sldMasterMk cId="3058961570" sldId="2147483648"/>
        </pc:sldMasterMkLst>
        <pc:sldLayoutChg chg="addSp delSp modSp add mod">
          <pc:chgData name="Soban Najam" userId="59c411b0-ccb7-4330-99a9-29cc04a2c185" providerId="ADAL" clId="{9C2905EB-82B6-445C-9853-CE91AFA8E538}" dt="2022-05-31T18:58:45.677" v="17" actId="478"/>
          <pc:sldLayoutMkLst>
            <pc:docMk/>
            <pc:sldMasterMk cId="3058961570" sldId="2147483648"/>
            <pc:sldLayoutMk cId="2718048636" sldId="2147483649"/>
          </pc:sldLayoutMkLst>
          <pc:spChg chg="del">
            <ac:chgData name="Soban Najam" userId="59c411b0-ccb7-4330-99a9-29cc04a2c185" providerId="ADAL" clId="{9C2905EB-82B6-445C-9853-CE91AFA8E538}" dt="2022-05-31T18:58:20.293" v="2" actId="478"/>
            <ac:spMkLst>
              <pc:docMk/>
              <pc:sldMasterMk cId="3058961570" sldId="2147483648"/>
              <pc:sldLayoutMk cId="2718048636" sldId="2147483649"/>
              <ac:spMk id="2" creationId="{62D56DF9-0244-4D11-B8C3-37685BBD0D16}"/>
            </ac:spMkLst>
          </pc:spChg>
          <pc:spChg chg="del">
            <ac:chgData name="Soban Najam" userId="59c411b0-ccb7-4330-99a9-29cc04a2c185" providerId="ADAL" clId="{9C2905EB-82B6-445C-9853-CE91AFA8E538}" dt="2022-05-31T18:58:20.293" v="2" actId="478"/>
            <ac:spMkLst>
              <pc:docMk/>
              <pc:sldMasterMk cId="3058961570" sldId="2147483648"/>
              <pc:sldLayoutMk cId="2718048636" sldId="2147483649"/>
              <ac:spMk id="3" creationId="{822A3BD3-C39E-45A7-A8E2-2DDA10CD35C7}"/>
            </ac:spMkLst>
          </pc:spChg>
          <pc:spChg chg="mod">
            <ac:chgData name="Soban Najam" userId="59c411b0-ccb7-4330-99a9-29cc04a2c185" providerId="ADAL" clId="{9C2905EB-82B6-445C-9853-CE91AFA8E538}" dt="2022-05-31T18:58:28.823" v="5" actId="478"/>
            <ac:spMkLst>
              <pc:docMk/>
              <pc:sldMasterMk cId="3058961570" sldId="2147483648"/>
              <pc:sldLayoutMk cId="2718048636" sldId="2147483649"/>
              <ac:spMk id="5" creationId="{A81F1FF7-B781-4389-885D-9DF55DCF3033}"/>
            </ac:spMkLst>
          </pc:spChg>
          <pc:spChg chg="del mod">
            <ac:chgData name="Soban Najam" userId="59c411b0-ccb7-4330-99a9-29cc04a2c185" providerId="ADAL" clId="{9C2905EB-82B6-445C-9853-CE91AFA8E538}" dt="2022-05-31T18:58:28.823" v="5" actId="478"/>
            <ac:spMkLst>
              <pc:docMk/>
              <pc:sldMasterMk cId="3058961570" sldId="2147483648"/>
              <pc:sldLayoutMk cId="2718048636" sldId="2147483649"/>
              <ac:spMk id="6" creationId="{0059515A-40FD-4177-A3F6-F1AB06D99979}"/>
            </ac:spMkLst>
          </pc:spChg>
          <pc:spChg chg="mod topLvl">
            <ac:chgData name="Soban Najam" userId="59c411b0-ccb7-4330-99a9-29cc04a2c185" providerId="ADAL" clId="{9C2905EB-82B6-445C-9853-CE91AFA8E538}" dt="2022-05-31T18:58:38.022" v="7" actId="165"/>
            <ac:spMkLst>
              <pc:docMk/>
              <pc:sldMasterMk cId="3058961570" sldId="2147483648"/>
              <pc:sldLayoutMk cId="2718048636" sldId="2147483649"/>
              <ac:spMk id="8" creationId="{E59C4C79-01A6-463F-98E3-6906581776CD}"/>
            </ac:spMkLst>
          </pc:spChg>
          <pc:spChg chg="del mod topLvl">
            <ac:chgData name="Soban Najam" userId="59c411b0-ccb7-4330-99a9-29cc04a2c185" providerId="ADAL" clId="{9C2905EB-82B6-445C-9853-CE91AFA8E538}" dt="2022-05-31T18:58:45.677" v="17" actId="478"/>
            <ac:spMkLst>
              <pc:docMk/>
              <pc:sldMasterMk cId="3058961570" sldId="2147483648"/>
              <pc:sldLayoutMk cId="2718048636" sldId="2147483649"/>
              <ac:spMk id="9" creationId="{EE381725-94A9-4E70-B7A3-041BD1F7FF3A}"/>
            </ac:spMkLst>
          </pc:spChg>
          <pc:grpChg chg="add del mod">
            <ac:chgData name="Soban Najam" userId="59c411b0-ccb7-4330-99a9-29cc04a2c185" providerId="ADAL" clId="{9C2905EB-82B6-445C-9853-CE91AFA8E538}" dt="2022-05-31T18:58:28.823" v="5" actId="478"/>
            <ac:grpSpMkLst>
              <pc:docMk/>
              <pc:sldMasterMk cId="3058961570" sldId="2147483648"/>
              <pc:sldLayoutMk cId="2718048636" sldId="2147483649"/>
              <ac:grpSpMk id="4" creationId="{60A7A1FC-B737-4C4C-A945-CC4104567C6A}"/>
            </ac:grpSpMkLst>
          </pc:grpChg>
          <pc:grpChg chg="add del mod">
            <ac:chgData name="Soban Najam" userId="59c411b0-ccb7-4330-99a9-29cc04a2c185" providerId="ADAL" clId="{9C2905EB-82B6-445C-9853-CE91AFA8E538}" dt="2022-05-31T18:58:38.022" v="7" actId="165"/>
            <ac:grpSpMkLst>
              <pc:docMk/>
              <pc:sldMasterMk cId="3058961570" sldId="2147483648"/>
              <pc:sldLayoutMk cId="2718048636" sldId="2147483649"/>
              <ac:grpSpMk id="7" creationId="{56089EE0-84BB-4537-82C7-AED695DCB1C8}"/>
            </ac:grpSpMkLst>
          </pc:grpChg>
        </pc:sldLayoutChg>
      </pc:sldMasterChg>
    </pc:docChg>
  </pc:docChgLst>
  <pc:docChgLst>
    <pc:chgData name="Soban Najam" userId="59c411b0-ccb7-4330-99a9-29cc04a2c185" providerId="ADAL" clId="{7175BE28-6B03-4995-88E8-34BBC4F1360E}"/>
    <pc:docChg chg="undo redo custSel addSld delSld modSld sldOrd">
      <pc:chgData name="Soban Najam" userId="59c411b0-ccb7-4330-99a9-29cc04a2c185" providerId="ADAL" clId="{7175BE28-6B03-4995-88E8-34BBC4F1360E}" dt="2023-09-21T06:44:56.188" v="3454" actId="167"/>
      <pc:docMkLst>
        <pc:docMk/>
      </pc:docMkLst>
      <pc:sldChg chg="addSp modSp mod">
        <pc:chgData name="Soban Najam" userId="59c411b0-ccb7-4330-99a9-29cc04a2c185" providerId="ADAL" clId="{7175BE28-6B03-4995-88E8-34BBC4F1360E}" dt="2023-09-20T20:15:33.803" v="749" actId="1076"/>
        <pc:sldMkLst>
          <pc:docMk/>
          <pc:sldMk cId="584424626" sldId="256"/>
        </pc:sldMkLst>
        <pc:spChg chg="mod">
          <ac:chgData name="Soban Najam" userId="59c411b0-ccb7-4330-99a9-29cc04a2c185" providerId="ADAL" clId="{7175BE28-6B03-4995-88E8-34BBC4F1360E}" dt="2023-09-20T20:10:36.885" v="614" actId="27636"/>
          <ac:spMkLst>
            <pc:docMk/>
            <pc:sldMk cId="584424626" sldId="256"/>
            <ac:spMk id="5" creationId="{0A3EA2A6-68C9-4903-8603-B6161A7EDB85}"/>
          </ac:spMkLst>
        </pc:spChg>
        <pc:spChg chg="mod">
          <ac:chgData name="Soban Najam" userId="59c411b0-ccb7-4330-99a9-29cc04a2c185" providerId="ADAL" clId="{7175BE28-6B03-4995-88E8-34BBC4F1360E}" dt="2023-09-20T20:10:54.472" v="655" actId="20577"/>
          <ac:spMkLst>
            <pc:docMk/>
            <pc:sldMk cId="584424626" sldId="256"/>
            <ac:spMk id="9" creationId="{CD24ADC6-38DA-450E-9302-C391CE1B9E99}"/>
          </ac:spMkLst>
        </pc:spChg>
        <pc:spChg chg="mod">
          <ac:chgData name="Soban Najam" userId="59c411b0-ccb7-4330-99a9-29cc04a2c185" providerId="ADAL" clId="{7175BE28-6B03-4995-88E8-34BBC4F1360E}" dt="2023-09-20T20:10:28.666" v="610" actId="20577"/>
          <ac:spMkLst>
            <pc:docMk/>
            <pc:sldMk cId="584424626" sldId="256"/>
            <ac:spMk id="14" creationId="{6BC42FA8-0823-432D-8C4C-EF5BF53013EB}"/>
          </ac:spMkLst>
        </pc:spChg>
        <pc:picChg chg="add mod">
          <ac:chgData name="Soban Najam" userId="59c411b0-ccb7-4330-99a9-29cc04a2c185" providerId="ADAL" clId="{7175BE28-6B03-4995-88E8-34BBC4F1360E}" dt="2023-09-20T20:15:33.803" v="749" actId="1076"/>
          <ac:picMkLst>
            <pc:docMk/>
            <pc:sldMk cId="584424626" sldId="256"/>
            <ac:picMk id="2" creationId="{73496377-75DB-2B32-FB9A-6642B4BE0CA3}"/>
          </ac:picMkLst>
        </pc:picChg>
      </pc:sldChg>
      <pc:sldChg chg="del">
        <pc:chgData name="Soban Najam" userId="59c411b0-ccb7-4330-99a9-29cc04a2c185" providerId="ADAL" clId="{7175BE28-6B03-4995-88E8-34BBC4F1360E}" dt="2023-09-20T20:07:17.955" v="341" actId="47"/>
        <pc:sldMkLst>
          <pc:docMk/>
          <pc:sldMk cId="2416545273" sldId="257"/>
        </pc:sldMkLst>
      </pc:sldChg>
      <pc:sldChg chg="addSp delSp modSp mod ord delAnim">
        <pc:chgData name="Soban Najam" userId="59c411b0-ccb7-4330-99a9-29cc04a2c185" providerId="ADAL" clId="{7175BE28-6B03-4995-88E8-34BBC4F1360E}" dt="2023-09-21T05:23:40.026" v="2789" actId="1076"/>
        <pc:sldMkLst>
          <pc:docMk/>
          <pc:sldMk cId="3031137102" sldId="260"/>
        </pc:sldMkLst>
        <pc:spChg chg="add mod">
          <ac:chgData name="Soban Najam" userId="59c411b0-ccb7-4330-99a9-29cc04a2c185" providerId="ADAL" clId="{7175BE28-6B03-4995-88E8-34BBC4F1360E}" dt="2023-09-20T19:57:33.857" v="213"/>
          <ac:spMkLst>
            <pc:docMk/>
            <pc:sldMk cId="3031137102" sldId="260"/>
            <ac:spMk id="3" creationId="{6DCF8DF3-5261-F0BB-C073-390FE0D44411}"/>
          </ac:spMkLst>
        </pc:spChg>
        <pc:spChg chg="del">
          <ac:chgData name="Soban Najam" userId="59c411b0-ccb7-4330-99a9-29cc04a2c185" providerId="ADAL" clId="{7175BE28-6B03-4995-88E8-34BBC4F1360E}" dt="2023-09-20T17:51:56.198" v="128" actId="478"/>
          <ac:spMkLst>
            <pc:docMk/>
            <pc:sldMk cId="3031137102" sldId="260"/>
            <ac:spMk id="4" creationId="{4926C478-6C10-429D-8436-8A435556D231}"/>
          </ac:spMkLst>
        </pc:spChg>
        <pc:spChg chg="mod">
          <ac:chgData name="Soban Najam" userId="59c411b0-ccb7-4330-99a9-29cc04a2c185" providerId="ADAL" clId="{7175BE28-6B03-4995-88E8-34BBC4F1360E}" dt="2023-09-20T20:28:18.077" v="834" actId="20577"/>
          <ac:spMkLst>
            <pc:docMk/>
            <pc:sldMk cId="3031137102" sldId="260"/>
            <ac:spMk id="5" creationId="{680D5784-AAC3-43E5-B3C6-8A9D8CB6CE29}"/>
          </ac:spMkLst>
        </pc:spChg>
        <pc:spChg chg="mod">
          <ac:chgData name="Soban Najam" userId="59c411b0-ccb7-4330-99a9-29cc04a2c185" providerId="ADAL" clId="{7175BE28-6B03-4995-88E8-34BBC4F1360E}" dt="2023-09-20T20:16:10.476" v="759" actId="20577"/>
          <ac:spMkLst>
            <pc:docMk/>
            <pc:sldMk cId="3031137102" sldId="260"/>
            <ac:spMk id="6" creationId="{628BBA39-824D-488B-AE10-EB9F908C928A}"/>
          </ac:spMkLst>
        </pc:spChg>
        <pc:spChg chg="del">
          <ac:chgData name="Soban Najam" userId="59c411b0-ccb7-4330-99a9-29cc04a2c185" providerId="ADAL" clId="{7175BE28-6B03-4995-88E8-34BBC4F1360E}" dt="2023-09-20T17:51:56.198" v="128" actId="478"/>
          <ac:spMkLst>
            <pc:docMk/>
            <pc:sldMk cId="3031137102" sldId="260"/>
            <ac:spMk id="8" creationId="{DDB3C4CE-8300-4038-8D77-BAD48CBD8EF4}"/>
          </ac:spMkLst>
        </pc:spChg>
        <pc:spChg chg="del">
          <ac:chgData name="Soban Najam" userId="59c411b0-ccb7-4330-99a9-29cc04a2c185" providerId="ADAL" clId="{7175BE28-6B03-4995-88E8-34BBC4F1360E}" dt="2023-09-20T17:51:56.198" v="128" actId="478"/>
          <ac:spMkLst>
            <pc:docMk/>
            <pc:sldMk cId="3031137102" sldId="260"/>
            <ac:spMk id="9" creationId="{185BF7E2-0B2C-4F92-BA38-2979212EBF62}"/>
          </ac:spMkLst>
        </pc:spChg>
        <pc:spChg chg="add del mod">
          <ac:chgData name="Soban Najam" userId="59c411b0-ccb7-4330-99a9-29cc04a2c185" providerId="ADAL" clId="{7175BE28-6B03-4995-88E8-34BBC4F1360E}" dt="2023-09-21T04:50:38.339" v="1380" actId="478"/>
          <ac:spMkLst>
            <pc:docMk/>
            <pc:sldMk cId="3031137102" sldId="260"/>
            <ac:spMk id="10" creationId="{5D06612A-60C3-E8A9-267D-32FD71B7746F}"/>
          </ac:spMkLst>
        </pc:spChg>
        <pc:spChg chg="add del mod">
          <ac:chgData name="Soban Najam" userId="59c411b0-ccb7-4330-99a9-29cc04a2c185" providerId="ADAL" clId="{7175BE28-6B03-4995-88E8-34BBC4F1360E}" dt="2023-09-21T04:50:42.587" v="1382" actId="478"/>
          <ac:spMkLst>
            <pc:docMk/>
            <pc:sldMk cId="3031137102" sldId="260"/>
            <ac:spMk id="11" creationId="{BF9A89B5-82EB-1061-C18D-6AD2D62BE380}"/>
          </ac:spMkLst>
        </pc:spChg>
        <pc:spChg chg="add del mod">
          <ac:chgData name="Soban Najam" userId="59c411b0-ccb7-4330-99a9-29cc04a2c185" providerId="ADAL" clId="{7175BE28-6B03-4995-88E8-34BBC4F1360E}" dt="2023-09-21T04:50:40.603" v="1381" actId="478"/>
          <ac:spMkLst>
            <pc:docMk/>
            <pc:sldMk cId="3031137102" sldId="260"/>
            <ac:spMk id="12" creationId="{453F78D0-7706-8EBD-37EA-44AD65D2A9C0}"/>
          </ac:spMkLst>
        </pc:spChg>
        <pc:spChg chg="del">
          <ac:chgData name="Soban Najam" userId="59c411b0-ccb7-4330-99a9-29cc04a2c185" providerId="ADAL" clId="{7175BE28-6B03-4995-88E8-34BBC4F1360E}" dt="2023-09-20T17:51:56.198" v="128" actId="478"/>
          <ac:spMkLst>
            <pc:docMk/>
            <pc:sldMk cId="3031137102" sldId="260"/>
            <ac:spMk id="16" creationId="{DE86490F-C361-4BC2-AD5F-B477C261E4AA}"/>
          </ac:spMkLst>
        </pc:spChg>
        <pc:spChg chg="del">
          <ac:chgData name="Soban Najam" userId="59c411b0-ccb7-4330-99a9-29cc04a2c185" providerId="ADAL" clId="{7175BE28-6B03-4995-88E8-34BBC4F1360E}" dt="2023-09-20T17:51:56.198" v="128" actId="478"/>
          <ac:spMkLst>
            <pc:docMk/>
            <pc:sldMk cId="3031137102" sldId="260"/>
            <ac:spMk id="17" creationId="{51FDCAD3-51C8-476B-98E9-2F9722C2DD28}"/>
          </ac:spMkLst>
        </pc:spChg>
        <pc:spChg chg="del">
          <ac:chgData name="Soban Najam" userId="59c411b0-ccb7-4330-99a9-29cc04a2c185" providerId="ADAL" clId="{7175BE28-6B03-4995-88E8-34BBC4F1360E}" dt="2023-09-20T17:51:56.198" v="128" actId="478"/>
          <ac:spMkLst>
            <pc:docMk/>
            <pc:sldMk cId="3031137102" sldId="260"/>
            <ac:spMk id="18" creationId="{01106F1A-7029-4997-86D6-47D9181DC3BA}"/>
          </ac:spMkLst>
        </pc:spChg>
        <pc:spChg chg="add mod">
          <ac:chgData name="Soban Najam" userId="59c411b0-ccb7-4330-99a9-29cc04a2c185" providerId="ADAL" clId="{7175BE28-6B03-4995-88E8-34BBC4F1360E}" dt="2023-09-21T04:56:16.033" v="1437" actId="1076"/>
          <ac:spMkLst>
            <pc:docMk/>
            <pc:sldMk cId="3031137102" sldId="260"/>
            <ac:spMk id="22" creationId="{B2FF66E0-528E-52F0-DF40-108D56998664}"/>
          </ac:spMkLst>
        </pc:spChg>
        <pc:spChg chg="add mod">
          <ac:chgData name="Soban Najam" userId="59c411b0-ccb7-4330-99a9-29cc04a2c185" providerId="ADAL" clId="{7175BE28-6B03-4995-88E8-34BBC4F1360E}" dt="2023-09-21T04:56:31.607" v="1445" actId="1076"/>
          <ac:spMkLst>
            <pc:docMk/>
            <pc:sldMk cId="3031137102" sldId="260"/>
            <ac:spMk id="23" creationId="{B564B7C6-4451-E8C6-7A76-7F0CC322DB8C}"/>
          </ac:spMkLst>
        </pc:spChg>
        <pc:spChg chg="add mod">
          <ac:chgData name="Soban Najam" userId="59c411b0-ccb7-4330-99a9-29cc04a2c185" providerId="ADAL" clId="{7175BE28-6B03-4995-88E8-34BBC4F1360E}" dt="2023-09-21T04:58:01.924" v="1506" actId="33524"/>
          <ac:spMkLst>
            <pc:docMk/>
            <pc:sldMk cId="3031137102" sldId="260"/>
            <ac:spMk id="25" creationId="{F0E49E2E-F709-402C-C810-0E3FADDE5F67}"/>
          </ac:spMkLst>
        </pc:spChg>
        <pc:spChg chg="add mod">
          <ac:chgData name="Soban Najam" userId="59c411b0-ccb7-4330-99a9-29cc04a2c185" providerId="ADAL" clId="{7175BE28-6B03-4995-88E8-34BBC4F1360E}" dt="2023-09-21T05:23:40.026" v="2789" actId="1076"/>
          <ac:spMkLst>
            <pc:docMk/>
            <pc:sldMk cId="3031137102" sldId="260"/>
            <ac:spMk id="26" creationId="{5DE03882-CC88-88AC-3325-AEA18DDAE4C4}"/>
          </ac:spMkLst>
        </pc:spChg>
        <pc:spChg chg="del">
          <ac:chgData name="Soban Najam" userId="59c411b0-ccb7-4330-99a9-29cc04a2c185" providerId="ADAL" clId="{7175BE28-6B03-4995-88E8-34BBC4F1360E}" dt="2023-09-20T17:51:56.198" v="128" actId="478"/>
          <ac:spMkLst>
            <pc:docMk/>
            <pc:sldMk cId="3031137102" sldId="260"/>
            <ac:spMk id="36" creationId="{D3205735-80C2-4905-A167-6097B2436763}"/>
          </ac:spMkLst>
        </pc:spChg>
        <pc:spChg chg="del">
          <ac:chgData name="Soban Najam" userId="59c411b0-ccb7-4330-99a9-29cc04a2c185" providerId="ADAL" clId="{7175BE28-6B03-4995-88E8-34BBC4F1360E}" dt="2023-09-20T17:51:56.198" v="128" actId="478"/>
          <ac:spMkLst>
            <pc:docMk/>
            <pc:sldMk cId="3031137102" sldId="260"/>
            <ac:spMk id="40" creationId="{F5A63B90-E52A-4ED0-8F74-31F16B6E3DDF}"/>
          </ac:spMkLst>
        </pc:spChg>
        <pc:spChg chg="del">
          <ac:chgData name="Soban Najam" userId="59c411b0-ccb7-4330-99a9-29cc04a2c185" providerId="ADAL" clId="{7175BE28-6B03-4995-88E8-34BBC4F1360E}" dt="2023-09-20T17:51:56.198" v="128" actId="478"/>
          <ac:spMkLst>
            <pc:docMk/>
            <pc:sldMk cId="3031137102" sldId="260"/>
            <ac:spMk id="43" creationId="{80E9BED2-CFF0-4706-940C-ACC1815E57EC}"/>
          </ac:spMkLst>
        </pc:spChg>
        <pc:spChg chg="del">
          <ac:chgData name="Soban Najam" userId="59c411b0-ccb7-4330-99a9-29cc04a2c185" providerId="ADAL" clId="{7175BE28-6B03-4995-88E8-34BBC4F1360E}" dt="2023-09-20T17:51:56.198" v="128" actId="478"/>
          <ac:spMkLst>
            <pc:docMk/>
            <pc:sldMk cId="3031137102" sldId="260"/>
            <ac:spMk id="44" creationId="{4B7762FB-9A3D-4B33-877C-ABF0E5461771}"/>
          </ac:spMkLst>
        </pc:spChg>
        <pc:spChg chg="del">
          <ac:chgData name="Soban Najam" userId="59c411b0-ccb7-4330-99a9-29cc04a2c185" providerId="ADAL" clId="{7175BE28-6B03-4995-88E8-34BBC4F1360E}" dt="2023-09-20T17:51:56.198" v="128" actId="478"/>
          <ac:spMkLst>
            <pc:docMk/>
            <pc:sldMk cId="3031137102" sldId="260"/>
            <ac:spMk id="47" creationId="{5636062F-C594-4FEE-8C0F-A864373EE236}"/>
          </ac:spMkLst>
        </pc:spChg>
        <pc:picChg chg="add del mod">
          <ac:chgData name="Soban Najam" userId="59c411b0-ccb7-4330-99a9-29cc04a2c185" providerId="ADAL" clId="{7175BE28-6B03-4995-88E8-34BBC4F1360E}" dt="2023-09-21T04:50:35.326" v="1378" actId="478"/>
          <ac:picMkLst>
            <pc:docMk/>
            <pc:sldMk cId="3031137102" sldId="260"/>
            <ac:picMk id="2" creationId="{24BBF52B-576D-CF52-6115-D080829417F2}"/>
          </ac:picMkLst>
        </pc:picChg>
        <pc:picChg chg="add mod">
          <ac:chgData name="Soban Najam" userId="59c411b0-ccb7-4330-99a9-29cc04a2c185" providerId="ADAL" clId="{7175BE28-6B03-4995-88E8-34BBC4F1360E}" dt="2023-09-20T20:16:01.747" v="758"/>
          <ac:picMkLst>
            <pc:docMk/>
            <pc:sldMk cId="3031137102" sldId="260"/>
            <ac:picMk id="13" creationId="{4E718649-FFA1-3CB6-2D83-A2CABBC4F2F8}"/>
          </ac:picMkLst>
        </pc:picChg>
        <pc:picChg chg="add mod">
          <ac:chgData name="Soban Najam" userId="59c411b0-ccb7-4330-99a9-29cc04a2c185" providerId="ADAL" clId="{7175BE28-6B03-4995-88E8-34BBC4F1360E}" dt="2023-09-21T04:54:22.246" v="1413" actId="208"/>
          <ac:picMkLst>
            <pc:docMk/>
            <pc:sldMk cId="3031137102" sldId="260"/>
            <ac:picMk id="15" creationId="{CACCF937-9843-5427-1569-A716F5DE8A2E}"/>
          </ac:picMkLst>
        </pc:picChg>
        <pc:picChg chg="add mod">
          <ac:chgData name="Soban Najam" userId="59c411b0-ccb7-4330-99a9-29cc04a2c185" providerId="ADAL" clId="{7175BE28-6B03-4995-88E8-34BBC4F1360E}" dt="2023-09-21T04:54:43.302" v="1418" actId="208"/>
          <ac:picMkLst>
            <pc:docMk/>
            <pc:sldMk cId="3031137102" sldId="260"/>
            <ac:picMk id="19" creationId="{21C64ED4-23DE-A933-FA75-87E267AA5EE7}"/>
          </ac:picMkLst>
        </pc:picChg>
        <pc:picChg chg="add mod">
          <ac:chgData name="Soban Najam" userId="59c411b0-ccb7-4330-99a9-29cc04a2c185" providerId="ADAL" clId="{7175BE28-6B03-4995-88E8-34BBC4F1360E}" dt="2023-09-21T04:54:43.302" v="1418" actId="208"/>
          <ac:picMkLst>
            <pc:docMk/>
            <pc:sldMk cId="3031137102" sldId="260"/>
            <ac:picMk id="20" creationId="{41B30F5F-E6C7-6493-530C-0396A543B134}"/>
          </ac:picMkLst>
        </pc:picChg>
        <pc:cxnChg chg="del">
          <ac:chgData name="Soban Najam" userId="59c411b0-ccb7-4330-99a9-29cc04a2c185" providerId="ADAL" clId="{7175BE28-6B03-4995-88E8-34BBC4F1360E}" dt="2023-09-20T17:51:56.198" v="128" actId="478"/>
          <ac:cxnSpMkLst>
            <pc:docMk/>
            <pc:sldMk cId="3031137102" sldId="260"/>
            <ac:cxnSpMk id="38" creationId="{DD732A96-F673-4BC5-8358-8FBFB0843A22}"/>
          </ac:cxnSpMkLst>
        </pc:cxnChg>
        <pc:cxnChg chg="del mod">
          <ac:chgData name="Soban Najam" userId="59c411b0-ccb7-4330-99a9-29cc04a2c185" providerId="ADAL" clId="{7175BE28-6B03-4995-88E8-34BBC4F1360E}" dt="2023-09-20T17:51:56.198" v="128" actId="478"/>
          <ac:cxnSpMkLst>
            <pc:docMk/>
            <pc:sldMk cId="3031137102" sldId="260"/>
            <ac:cxnSpMk id="46" creationId="{6BB2F7E4-E0D1-431E-8FDE-21A2C9CB64FC}"/>
          </ac:cxnSpMkLst>
        </pc:cxnChg>
      </pc:sldChg>
      <pc:sldChg chg="del">
        <pc:chgData name="Soban Najam" userId="59c411b0-ccb7-4330-99a9-29cc04a2c185" providerId="ADAL" clId="{7175BE28-6B03-4995-88E8-34BBC4F1360E}" dt="2023-09-20T17:51:49.963" v="127" actId="47"/>
        <pc:sldMkLst>
          <pc:docMk/>
          <pc:sldMk cId="1960805643" sldId="264"/>
        </pc:sldMkLst>
      </pc:sldChg>
      <pc:sldChg chg="del">
        <pc:chgData name="Soban Najam" userId="59c411b0-ccb7-4330-99a9-29cc04a2c185" providerId="ADAL" clId="{7175BE28-6B03-4995-88E8-34BBC4F1360E}" dt="2023-09-20T17:51:49.963" v="127" actId="47"/>
        <pc:sldMkLst>
          <pc:docMk/>
          <pc:sldMk cId="154443904" sldId="265"/>
        </pc:sldMkLst>
      </pc:sldChg>
      <pc:sldChg chg="del">
        <pc:chgData name="Soban Najam" userId="59c411b0-ccb7-4330-99a9-29cc04a2c185" providerId="ADAL" clId="{7175BE28-6B03-4995-88E8-34BBC4F1360E}" dt="2023-09-20T17:51:49.963" v="127" actId="47"/>
        <pc:sldMkLst>
          <pc:docMk/>
          <pc:sldMk cId="278076207" sldId="266"/>
        </pc:sldMkLst>
      </pc:sldChg>
      <pc:sldChg chg="del">
        <pc:chgData name="Soban Najam" userId="59c411b0-ccb7-4330-99a9-29cc04a2c185" providerId="ADAL" clId="{7175BE28-6B03-4995-88E8-34BBC4F1360E}" dt="2023-09-20T17:51:49.963" v="127" actId="47"/>
        <pc:sldMkLst>
          <pc:docMk/>
          <pc:sldMk cId="128040572" sldId="267"/>
        </pc:sldMkLst>
      </pc:sldChg>
      <pc:sldChg chg="del">
        <pc:chgData name="Soban Najam" userId="59c411b0-ccb7-4330-99a9-29cc04a2c185" providerId="ADAL" clId="{7175BE28-6B03-4995-88E8-34BBC4F1360E}" dt="2023-09-20T17:51:49.963" v="127" actId="47"/>
        <pc:sldMkLst>
          <pc:docMk/>
          <pc:sldMk cId="3579791104" sldId="268"/>
        </pc:sldMkLst>
      </pc:sldChg>
      <pc:sldChg chg="del">
        <pc:chgData name="Soban Najam" userId="59c411b0-ccb7-4330-99a9-29cc04a2c185" providerId="ADAL" clId="{7175BE28-6B03-4995-88E8-34BBC4F1360E}" dt="2023-09-20T17:51:49.963" v="127" actId="47"/>
        <pc:sldMkLst>
          <pc:docMk/>
          <pc:sldMk cId="2107119516" sldId="269"/>
        </pc:sldMkLst>
      </pc:sldChg>
      <pc:sldChg chg="del">
        <pc:chgData name="Soban Najam" userId="59c411b0-ccb7-4330-99a9-29cc04a2c185" providerId="ADAL" clId="{7175BE28-6B03-4995-88E8-34BBC4F1360E}" dt="2023-09-20T17:51:49.963" v="127" actId="47"/>
        <pc:sldMkLst>
          <pc:docMk/>
          <pc:sldMk cId="1634172438" sldId="270"/>
        </pc:sldMkLst>
      </pc:sldChg>
      <pc:sldChg chg="del">
        <pc:chgData name="Soban Najam" userId="59c411b0-ccb7-4330-99a9-29cc04a2c185" providerId="ADAL" clId="{7175BE28-6B03-4995-88E8-34BBC4F1360E}" dt="2023-09-20T17:51:49.963" v="127" actId="47"/>
        <pc:sldMkLst>
          <pc:docMk/>
          <pc:sldMk cId="3127311855" sldId="274"/>
        </pc:sldMkLst>
      </pc:sldChg>
      <pc:sldChg chg="del">
        <pc:chgData name="Soban Najam" userId="59c411b0-ccb7-4330-99a9-29cc04a2c185" providerId="ADAL" clId="{7175BE28-6B03-4995-88E8-34BBC4F1360E}" dt="2023-09-20T17:51:49.963" v="127" actId="47"/>
        <pc:sldMkLst>
          <pc:docMk/>
          <pc:sldMk cId="3166587831" sldId="275"/>
        </pc:sldMkLst>
      </pc:sldChg>
      <pc:sldChg chg="del">
        <pc:chgData name="Soban Najam" userId="59c411b0-ccb7-4330-99a9-29cc04a2c185" providerId="ADAL" clId="{7175BE28-6B03-4995-88E8-34BBC4F1360E}" dt="2023-09-20T17:51:49.963" v="127" actId="47"/>
        <pc:sldMkLst>
          <pc:docMk/>
          <pc:sldMk cId="1944989315" sldId="276"/>
        </pc:sldMkLst>
      </pc:sldChg>
      <pc:sldChg chg="del">
        <pc:chgData name="Soban Najam" userId="59c411b0-ccb7-4330-99a9-29cc04a2c185" providerId="ADAL" clId="{7175BE28-6B03-4995-88E8-34BBC4F1360E}" dt="2023-09-20T17:51:49.963" v="127" actId="47"/>
        <pc:sldMkLst>
          <pc:docMk/>
          <pc:sldMk cId="3049861684" sldId="277"/>
        </pc:sldMkLst>
      </pc:sldChg>
      <pc:sldChg chg="del">
        <pc:chgData name="Soban Najam" userId="59c411b0-ccb7-4330-99a9-29cc04a2c185" providerId="ADAL" clId="{7175BE28-6B03-4995-88E8-34BBC4F1360E}" dt="2023-09-20T17:51:49.963" v="127" actId="47"/>
        <pc:sldMkLst>
          <pc:docMk/>
          <pc:sldMk cId="2985845631" sldId="278"/>
        </pc:sldMkLst>
      </pc:sldChg>
      <pc:sldChg chg="addSp delSp modSp add del mod ord">
        <pc:chgData name="Soban Najam" userId="59c411b0-ccb7-4330-99a9-29cc04a2c185" providerId="ADAL" clId="{7175BE28-6B03-4995-88E8-34BBC4F1360E}" dt="2023-09-20T20:18:26.024" v="830" actId="1076"/>
        <pc:sldMkLst>
          <pc:docMk/>
          <pc:sldMk cId="418853954" sldId="279"/>
        </pc:sldMkLst>
        <pc:spChg chg="del">
          <ac:chgData name="Soban Najam" userId="59c411b0-ccb7-4330-99a9-29cc04a2c185" providerId="ADAL" clId="{7175BE28-6B03-4995-88E8-34BBC4F1360E}" dt="2023-09-20T19:57:40.791" v="214" actId="478"/>
          <ac:spMkLst>
            <pc:docMk/>
            <pc:sldMk cId="418853954" sldId="279"/>
            <ac:spMk id="2" creationId="{B1007AF6-E391-495B-82F7-8C76A70EAE6B}"/>
          </ac:spMkLst>
        </pc:spChg>
        <pc:spChg chg="del">
          <ac:chgData name="Soban Najam" userId="59c411b0-ccb7-4330-99a9-29cc04a2c185" providerId="ADAL" clId="{7175BE28-6B03-4995-88E8-34BBC4F1360E}" dt="2023-09-20T19:57:40.791" v="214" actId="478"/>
          <ac:spMkLst>
            <pc:docMk/>
            <pc:sldMk cId="418853954" sldId="279"/>
            <ac:spMk id="3" creationId="{B913AA79-E770-439D-A297-EA2EEA5A58B0}"/>
          </ac:spMkLst>
        </pc:spChg>
        <pc:spChg chg="mod">
          <ac:chgData name="Soban Najam" userId="59c411b0-ccb7-4330-99a9-29cc04a2c185" providerId="ADAL" clId="{7175BE28-6B03-4995-88E8-34BBC4F1360E}" dt="2023-09-20T20:17:09.429" v="773"/>
          <ac:spMkLst>
            <pc:docMk/>
            <pc:sldMk cId="418853954" sldId="279"/>
            <ac:spMk id="5" creationId="{680D5784-AAC3-43E5-B3C6-8A9D8CB6CE29}"/>
          </ac:spMkLst>
        </pc:spChg>
        <pc:spChg chg="mod">
          <ac:chgData name="Soban Najam" userId="59c411b0-ccb7-4330-99a9-29cc04a2c185" providerId="ADAL" clId="{7175BE28-6B03-4995-88E8-34BBC4F1360E}" dt="2023-09-20T20:17:29.630" v="823" actId="20577"/>
          <ac:spMkLst>
            <pc:docMk/>
            <pc:sldMk cId="418853954" sldId="279"/>
            <ac:spMk id="6" creationId="{628BBA39-824D-488B-AE10-EB9F908C928A}"/>
          </ac:spMkLst>
        </pc:spChg>
        <pc:spChg chg="add mod">
          <ac:chgData name="Soban Najam" userId="59c411b0-ccb7-4330-99a9-29cc04a2c185" providerId="ADAL" clId="{7175BE28-6B03-4995-88E8-34BBC4F1360E}" dt="2023-09-20T20:10:05.069" v="599" actId="20577"/>
          <ac:spMkLst>
            <pc:docMk/>
            <pc:sldMk cId="418853954" sldId="279"/>
            <ac:spMk id="11" creationId="{A3C6A7EA-BB0F-AACC-83B1-E8C1D35BE40F}"/>
          </ac:spMkLst>
        </pc:spChg>
        <pc:spChg chg="add del mod">
          <ac:chgData name="Soban Najam" userId="59c411b0-ccb7-4330-99a9-29cc04a2c185" providerId="ADAL" clId="{7175BE28-6B03-4995-88E8-34BBC4F1360E}" dt="2023-09-20T20:18:20.018" v="829" actId="478"/>
          <ac:spMkLst>
            <pc:docMk/>
            <pc:sldMk cId="418853954" sldId="279"/>
            <ac:spMk id="12" creationId="{66CA81EB-8494-84C9-CF4A-E35C091CB880}"/>
          </ac:spMkLst>
        </pc:spChg>
        <pc:spChg chg="add mod">
          <ac:chgData name="Soban Najam" userId="59c411b0-ccb7-4330-99a9-29cc04a2c185" providerId="ADAL" clId="{7175BE28-6B03-4995-88E8-34BBC4F1360E}" dt="2023-09-20T20:18:26.024" v="830" actId="1076"/>
          <ac:spMkLst>
            <pc:docMk/>
            <pc:sldMk cId="418853954" sldId="279"/>
            <ac:spMk id="13" creationId="{B14FAC33-335E-DE90-0CA9-EFBCBC37B75C}"/>
          </ac:spMkLst>
        </pc:spChg>
        <pc:spChg chg="add mod">
          <ac:chgData name="Soban Najam" userId="59c411b0-ccb7-4330-99a9-29cc04a2c185" providerId="ADAL" clId="{7175BE28-6B03-4995-88E8-34BBC4F1360E}" dt="2023-09-20T20:18:26.024" v="830" actId="1076"/>
          <ac:spMkLst>
            <pc:docMk/>
            <pc:sldMk cId="418853954" sldId="279"/>
            <ac:spMk id="14" creationId="{0E952256-C3E9-1D1E-8469-F80B16067122}"/>
          </ac:spMkLst>
        </pc:spChg>
        <pc:spChg chg="add mod">
          <ac:chgData name="Soban Najam" userId="59c411b0-ccb7-4330-99a9-29cc04a2c185" providerId="ADAL" clId="{7175BE28-6B03-4995-88E8-34BBC4F1360E}" dt="2023-09-20T20:18:26.024" v="830" actId="1076"/>
          <ac:spMkLst>
            <pc:docMk/>
            <pc:sldMk cId="418853954" sldId="279"/>
            <ac:spMk id="16" creationId="{80C6994F-9A14-3879-6F01-FD8CCD02F31D}"/>
          </ac:spMkLst>
        </pc:spChg>
        <pc:spChg chg="add mod">
          <ac:chgData name="Soban Najam" userId="59c411b0-ccb7-4330-99a9-29cc04a2c185" providerId="ADAL" clId="{7175BE28-6B03-4995-88E8-34BBC4F1360E}" dt="2023-09-20T20:18:26.024" v="830" actId="1076"/>
          <ac:spMkLst>
            <pc:docMk/>
            <pc:sldMk cId="418853954" sldId="279"/>
            <ac:spMk id="17" creationId="{E68CFF3E-9B2F-3D06-75BE-DD9AB7FCC20B}"/>
          </ac:spMkLst>
        </pc:spChg>
        <pc:spChg chg="add del mod">
          <ac:chgData name="Soban Najam" userId="59c411b0-ccb7-4330-99a9-29cc04a2c185" providerId="ADAL" clId="{7175BE28-6B03-4995-88E8-34BBC4F1360E}" dt="2023-09-20T20:14:14.596" v="740" actId="478"/>
          <ac:spMkLst>
            <pc:docMk/>
            <pc:sldMk cId="418853954" sldId="279"/>
            <ac:spMk id="18" creationId="{29ABB643-805E-05E9-C1E1-8B5F6B005567}"/>
          </ac:spMkLst>
        </pc:spChg>
        <pc:spChg chg="del">
          <ac:chgData name="Soban Najam" userId="59c411b0-ccb7-4330-99a9-29cc04a2c185" providerId="ADAL" clId="{7175BE28-6B03-4995-88E8-34BBC4F1360E}" dt="2023-09-20T19:57:40.791" v="214" actId="478"/>
          <ac:spMkLst>
            <pc:docMk/>
            <pc:sldMk cId="418853954" sldId="279"/>
            <ac:spMk id="28" creationId="{0B6A8048-4F34-4195-B999-944A53F5A4E0}"/>
          </ac:spMkLst>
        </pc:spChg>
        <pc:spChg chg="del">
          <ac:chgData name="Soban Najam" userId="59c411b0-ccb7-4330-99a9-29cc04a2c185" providerId="ADAL" clId="{7175BE28-6B03-4995-88E8-34BBC4F1360E}" dt="2023-09-20T19:57:40.791" v="214" actId="478"/>
          <ac:spMkLst>
            <pc:docMk/>
            <pc:sldMk cId="418853954" sldId="279"/>
            <ac:spMk id="30" creationId="{91BCB765-F5DB-4B49-BA78-B2BF2EEAA9B0}"/>
          </ac:spMkLst>
        </pc:spChg>
        <pc:spChg chg="del">
          <ac:chgData name="Soban Najam" userId="59c411b0-ccb7-4330-99a9-29cc04a2c185" providerId="ADAL" clId="{7175BE28-6B03-4995-88E8-34BBC4F1360E}" dt="2023-09-20T19:35:18.207" v="154" actId="478"/>
          <ac:spMkLst>
            <pc:docMk/>
            <pc:sldMk cId="418853954" sldId="279"/>
            <ac:spMk id="31" creationId="{25E92267-62E2-4B49-8FC0-6BDD00035DD1}"/>
          </ac:spMkLst>
        </pc:spChg>
        <pc:spChg chg="del">
          <ac:chgData name="Soban Najam" userId="59c411b0-ccb7-4330-99a9-29cc04a2c185" providerId="ADAL" clId="{7175BE28-6B03-4995-88E8-34BBC4F1360E}" dt="2023-09-20T19:35:18.207" v="154" actId="478"/>
          <ac:spMkLst>
            <pc:docMk/>
            <pc:sldMk cId="418853954" sldId="279"/>
            <ac:spMk id="32" creationId="{3A97F44D-B472-4B77-9D9B-9882B33FECB9}"/>
          </ac:spMkLst>
        </pc:spChg>
        <pc:picChg chg="add del mod">
          <ac:chgData name="Soban Najam" userId="59c411b0-ccb7-4330-99a9-29cc04a2c185" providerId="ADAL" clId="{7175BE28-6B03-4995-88E8-34BBC4F1360E}" dt="2023-09-20T19:57:40.791" v="214" actId="478"/>
          <ac:picMkLst>
            <pc:docMk/>
            <pc:sldMk cId="418853954" sldId="279"/>
            <ac:picMk id="8" creationId="{3AEB66E5-1B47-7887-2B7E-712F01C0D9E6}"/>
          </ac:picMkLst>
        </pc:picChg>
        <pc:picChg chg="del">
          <ac:chgData name="Soban Najam" userId="59c411b0-ccb7-4330-99a9-29cc04a2c185" providerId="ADAL" clId="{7175BE28-6B03-4995-88E8-34BBC4F1360E}" dt="2023-09-20T19:35:14.287" v="153" actId="478"/>
          <ac:picMkLst>
            <pc:docMk/>
            <pc:sldMk cId="418853954" sldId="279"/>
            <ac:picMk id="10" creationId="{9DE5FCF7-3B94-46E4-8202-0C4A08AE7BD9}"/>
          </ac:picMkLst>
        </pc:picChg>
        <pc:picChg chg="add del mod">
          <ac:chgData name="Soban Najam" userId="59c411b0-ccb7-4330-99a9-29cc04a2c185" providerId="ADAL" clId="{7175BE28-6B03-4995-88E8-34BBC4F1360E}" dt="2023-09-20T20:15:50.436" v="754" actId="478"/>
          <ac:picMkLst>
            <pc:docMk/>
            <pc:sldMk cId="418853954" sldId="279"/>
            <ac:picMk id="24" creationId="{AA0AB0A1-8A46-4BDE-3A9B-8DFDDC7A5420}"/>
          </ac:picMkLst>
        </pc:picChg>
        <pc:picChg chg="add mod">
          <ac:chgData name="Soban Najam" userId="59c411b0-ccb7-4330-99a9-29cc04a2c185" providerId="ADAL" clId="{7175BE28-6B03-4995-88E8-34BBC4F1360E}" dt="2023-09-20T20:15:44.282" v="753" actId="1076"/>
          <ac:picMkLst>
            <pc:docMk/>
            <pc:sldMk cId="418853954" sldId="279"/>
            <ac:picMk id="25" creationId="{07A12816-B49A-268F-43B0-DFD086459CDC}"/>
          </ac:picMkLst>
        </pc:picChg>
        <pc:cxnChg chg="del">
          <ac:chgData name="Soban Najam" userId="59c411b0-ccb7-4330-99a9-29cc04a2c185" providerId="ADAL" clId="{7175BE28-6B03-4995-88E8-34BBC4F1360E}" dt="2023-09-20T19:35:18.207" v="154" actId="478"/>
          <ac:cxnSpMkLst>
            <pc:docMk/>
            <pc:sldMk cId="418853954" sldId="279"/>
            <ac:cxnSpMk id="15" creationId="{C2B1D619-AFAF-46B1-967B-F73DA5D6737D}"/>
          </ac:cxnSpMkLst>
        </pc:cxnChg>
        <pc:cxnChg chg="add mod">
          <ac:chgData name="Soban Najam" userId="59c411b0-ccb7-4330-99a9-29cc04a2c185" providerId="ADAL" clId="{7175BE28-6B03-4995-88E8-34BBC4F1360E}" dt="2023-09-20T20:08:04.716" v="433" actId="1076"/>
          <ac:cxnSpMkLst>
            <pc:docMk/>
            <pc:sldMk cId="418853954" sldId="279"/>
            <ac:cxnSpMk id="19" creationId="{EF4BE0C4-C246-2954-B927-7548F2E33CD3}"/>
          </ac:cxnSpMkLst>
        </pc:cxnChg>
      </pc:sldChg>
      <pc:sldChg chg="del">
        <pc:chgData name="Soban Najam" userId="59c411b0-ccb7-4330-99a9-29cc04a2c185" providerId="ADAL" clId="{7175BE28-6B03-4995-88E8-34BBC4F1360E}" dt="2023-09-20T17:51:49.963" v="127" actId="47"/>
        <pc:sldMkLst>
          <pc:docMk/>
          <pc:sldMk cId="409841883" sldId="280"/>
        </pc:sldMkLst>
      </pc:sldChg>
      <pc:sldChg chg="addSp delSp modSp add mod">
        <pc:chgData name="Soban Najam" userId="59c411b0-ccb7-4330-99a9-29cc04a2c185" providerId="ADAL" clId="{7175BE28-6B03-4995-88E8-34BBC4F1360E}" dt="2023-09-21T06:24:52.937" v="3298" actId="20577"/>
        <pc:sldMkLst>
          <pc:docMk/>
          <pc:sldMk cId="3325807211" sldId="280"/>
        </pc:sldMkLst>
        <pc:spChg chg="add mod">
          <ac:chgData name="Soban Najam" userId="59c411b0-ccb7-4330-99a9-29cc04a2c185" providerId="ADAL" clId="{7175BE28-6B03-4995-88E8-34BBC4F1360E}" dt="2023-09-21T05:24:43.101" v="2793" actId="207"/>
          <ac:spMkLst>
            <pc:docMk/>
            <pc:sldMk cId="3325807211" sldId="280"/>
            <ac:spMk id="3" creationId="{F0AFB385-DCC5-58A5-A6B7-C23437E3C578}"/>
          </ac:spMkLst>
        </pc:spChg>
        <pc:spChg chg="add mod">
          <ac:chgData name="Soban Najam" userId="59c411b0-ccb7-4330-99a9-29cc04a2c185" providerId="ADAL" clId="{7175BE28-6B03-4995-88E8-34BBC4F1360E}" dt="2023-09-21T05:24:43.101" v="2793" actId="207"/>
          <ac:spMkLst>
            <pc:docMk/>
            <pc:sldMk cId="3325807211" sldId="280"/>
            <ac:spMk id="4" creationId="{49C4CC59-5525-C0E5-292C-1E91912ED8EB}"/>
          </ac:spMkLst>
        </pc:spChg>
        <pc:spChg chg="mod">
          <ac:chgData name="Soban Najam" userId="59c411b0-ccb7-4330-99a9-29cc04a2c185" providerId="ADAL" clId="{7175BE28-6B03-4995-88E8-34BBC4F1360E}" dt="2023-09-21T06:24:52.937" v="3298" actId="20577"/>
          <ac:spMkLst>
            <pc:docMk/>
            <pc:sldMk cId="3325807211" sldId="280"/>
            <ac:spMk id="5" creationId="{680D5784-AAC3-43E5-B3C6-8A9D8CB6CE29}"/>
          </ac:spMkLst>
        </pc:spChg>
        <pc:spChg chg="mod">
          <ac:chgData name="Soban Najam" userId="59c411b0-ccb7-4330-99a9-29cc04a2c185" providerId="ADAL" clId="{7175BE28-6B03-4995-88E8-34BBC4F1360E}" dt="2023-09-21T05:26:15.896" v="2920" actId="20577"/>
          <ac:spMkLst>
            <pc:docMk/>
            <pc:sldMk cId="3325807211" sldId="280"/>
            <ac:spMk id="6" creationId="{628BBA39-824D-488B-AE10-EB9F908C928A}"/>
          </ac:spMkLst>
        </pc:spChg>
        <pc:spChg chg="add mod">
          <ac:chgData name="Soban Najam" userId="59c411b0-ccb7-4330-99a9-29cc04a2c185" providerId="ADAL" clId="{7175BE28-6B03-4995-88E8-34BBC4F1360E}" dt="2023-09-21T05:24:43.101" v="2793" actId="207"/>
          <ac:spMkLst>
            <pc:docMk/>
            <pc:sldMk cId="3325807211" sldId="280"/>
            <ac:spMk id="8" creationId="{60AED418-7642-184C-80F2-4B1956A32267}"/>
          </ac:spMkLst>
        </pc:spChg>
        <pc:spChg chg="add mod">
          <ac:chgData name="Soban Najam" userId="59c411b0-ccb7-4330-99a9-29cc04a2c185" providerId="ADAL" clId="{7175BE28-6B03-4995-88E8-34BBC4F1360E}" dt="2023-09-21T05:24:43.101" v="2793" actId="207"/>
          <ac:spMkLst>
            <pc:docMk/>
            <pc:sldMk cId="3325807211" sldId="280"/>
            <ac:spMk id="12" creationId="{AB3C822A-0698-7A57-38B6-70F6E6A3E5FC}"/>
          </ac:spMkLst>
        </pc:spChg>
        <pc:spChg chg="add mod">
          <ac:chgData name="Soban Najam" userId="59c411b0-ccb7-4330-99a9-29cc04a2c185" providerId="ADAL" clId="{7175BE28-6B03-4995-88E8-34BBC4F1360E}" dt="2023-09-21T05:25:09.081" v="2798" actId="404"/>
          <ac:spMkLst>
            <pc:docMk/>
            <pc:sldMk cId="3325807211" sldId="280"/>
            <ac:spMk id="13" creationId="{7C435AA7-4209-C3A9-2BE3-04A01C1F8EED}"/>
          </ac:spMkLst>
        </pc:spChg>
        <pc:spChg chg="add mod">
          <ac:chgData name="Soban Najam" userId="59c411b0-ccb7-4330-99a9-29cc04a2c185" providerId="ADAL" clId="{7175BE28-6B03-4995-88E8-34BBC4F1360E}" dt="2023-09-21T05:25:09.081" v="2798" actId="404"/>
          <ac:spMkLst>
            <pc:docMk/>
            <pc:sldMk cId="3325807211" sldId="280"/>
            <ac:spMk id="14" creationId="{D65FAACE-D7D6-3BD8-E1FA-73AC2DEA0578}"/>
          </ac:spMkLst>
        </pc:spChg>
        <pc:spChg chg="add mod">
          <ac:chgData name="Soban Najam" userId="59c411b0-ccb7-4330-99a9-29cc04a2c185" providerId="ADAL" clId="{7175BE28-6B03-4995-88E8-34BBC4F1360E}" dt="2023-09-21T05:25:09.081" v="2798" actId="404"/>
          <ac:spMkLst>
            <pc:docMk/>
            <pc:sldMk cId="3325807211" sldId="280"/>
            <ac:spMk id="15" creationId="{FB06B7E4-8BB7-26FA-9555-E27E60701688}"/>
          </ac:spMkLst>
        </pc:spChg>
        <pc:spChg chg="add mod">
          <ac:chgData name="Soban Najam" userId="59c411b0-ccb7-4330-99a9-29cc04a2c185" providerId="ADAL" clId="{7175BE28-6B03-4995-88E8-34BBC4F1360E}" dt="2023-09-21T05:24:43.101" v="2793" actId="207"/>
          <ac:spMkLst>
            <pc:docMk/>
            <pc:sldMk cId="3325807211" sldId="280"/>
            <ac:spMk id="16" creationId="{437E2381-1B54-03A9-F247-39DAFDF405C0}"/>
          </ac:spMkLst>
        </pc:spChg>
        <pc:spChg chg="add mod">
          <ac:chgData name="Soban Najam" userId="59c411b0-ccb7-4330-99a9-29cc04a2c185" providerId="ADAL" clId="{7175BE28-6B03-4995-88E8-34BBC4F1360E}" dt="2023-09-21T05:24:48.843" v="2795" actId="207"/>
          <ac:spMkLst>
            <pc:docMk/>
            <pc:sldMk cId="3325807211" sldId="280"/>
            <ac:spMk id="17" creationId="{37E42448-735F-49FA-04A7-8737D864FDDD}"/>
          </ac:spMkLst>
        </pc:spChg>
        <pc:spChg chg="add del mod">
          <ac:chgData name="Soban Najam" userId="59c411b0-ccb7-4330-99a9-29cc04a2c185" providerId="ADAL" clId="{7175BE28-6B03-4995-88E8-34BBC4F1360E}" dt="2023-09-21T06:21:59.300" v="3293" actId="478"/>
          <ac:spMkLst>
            <pc:docMk/>
            <pc:sldMk cId="3325807211" sldId="280"/>
            <ac:spMk id="18" creationId="{95F2C82E-E311-499E-D0CD-76DAEB7F4C4A}"/>
          </ac:spMkLst>
        </pc:spChg>
        <pc:spChg chg="add del mod">
          <ac:chgData name="Soban Najam" userId="59c411b0-ccb7-4330-99a9-29cc04a2c185" providerId="ADAL" clId="{7175BE28-6B03-4995-88E8-34BBC4F1360E}" dt="2023-09-21T06:21:59.300" v="3293" actId="478"/>
          <ac:spMkLst>
            <pc:docMk/>
            <pc:sldMk cId="3325807211" sldId="280"/>
            <ac:spMk id="19" creationId="{60B27E26-03A5-37BD-A07D-8B33C14B8D65}"/>
          </ac:spMkLst>
        </pc:spChg>
        <pc:spChg chg="add del mod">
          <ac:chgData name="Soban Najam" userId="59c411b0-ccb7-4330-99a9-29cc04a2c185" providerId="ADAL" clId="{7175BE28-6B03-4995-88E8-34BBC4F1360E}" dt="2023-09-21T06:21:59.300" v="3293" actId="478"/>
          <ac:spMkLst>
            <pc:docMk/>
            <pc:sldMk cId="3325807211" sldId="280"/>
            <ac:spMk id="20" creationId="{084D0763-0D92-BCCD-E3D9-02BC1F54C7CB}"/>
          </ac:spMkLst>
        </pc:spChg>
        <pc:spChg chg="add del mod">
          <ac:chgData name="Soban Najam" userId="59c411b0-ccb7-4330-99a9-29cc04a2c185" providerId="ADAL" clId="{7175BE28-6B03-4995-88E8-34BBC4F1360E}" dt="2023-09-21T06:21:59.300" v="3293" actId="478"/>
          <ac:spMkLst>
            <pc:docMk/>
            <pc:sldMk cId="3325807211" sldId="280"/>
            <ac:spMk id="21" creationId="{4ACCE155-37F4-D38D-D34E-3D0F5EC2AEB1}"/>
          </ac:spMkLst>
        </pc:spChg>
        <pc:spChg chg="add del mod">
          <ac:chgData name="Soban Najam" userId="59c411b0-ccb7-4330-99a9-29cc04a2c185" providerId="ADAL" clId="{7175BE28-6B03-4995-88E8-34BBC4F1360E}" dt="2023-09-21T06:21:59.300" v="3293" actId="478"/>
          <ac:spMkLst>
            <pc:docMk/>
            <pc:sldMk cId="3325807211" sldId="280"/>
            <ac:spMk id="22" creationId="{7541C034-569E-C15E-C49C-378C746B294D}"/>
          </ac:spMkLst>
        </pc:spChg>
        <pc:spChg chg="add del mod">
          <ac:chgData name="Soban Najam" userId="59c411b0-ccb7-4330-99a9-29cc04a2c185" providerId="ADAL" clId="{7175BE28-6B03-4995-88E8-34BBC4F1360E}" dt="2023-09-21T05:26:28.981" v="2922"/>
          <ac:spMkLst>
            <pc:docMk/>
            <pc:sldMk cId="3325807211" sldId="280"/>
            <ac:spMk id="23" creationId="{A7B3240F-6F28-2AD7-CC2F-463C490373E7}"/>
          </ac:spMkLst>
        </pc:spChg>
        <pc:picChg chg="add mod">
          <ac:chgData name="Soban Najam" userId="59c411b0-ccb7-4330-99a9-29cc04a2c185" providerId="ADAL" clId="{7175BE28-6B03-4995-88E8-34BBC4F1360E}" dt="2023-09-20T20:16:21.975" v="760"/>
          <ac:picMkLst>
            <pc:docMk/>
            <pc:sldMk cId="3325807211" sldId="280"/>
            <ac:picMk id="2" creationId="{0574E47C-EB8D-35B1-3329-43AB0CE3B6FB}"/>
          </ac:picMkLst>
        </pc:picChg>
        <pc:cxnChg chg="add del mod">
          <ac:chgData name="Soban Najam" userId="59c411b0-ccb7-4330-99a9-29cc04a2c185" providerId="ADAL" clId="{7175BE28-6B03-4995-88E8-34BBC4F1360E}" dt="2023-09-21T06:21:59.300" v="3293" actId="478"/>
          <ac:cxnSpMkLst>
            <pc:docMk/>
            <pc:sldMk cId="3325807211" sldId="280"/>
            <ac:cxnSpMk id="9" creationId="{2BFBD29F-19F7-6AF0-DDC9-3A828E363526}"/>
          </ac:cxnSpMkLst>
        </pc:cxnChg>
        <pc:cxnChg chg="add del mod">
          <ac:chgData name="Soban Najam" userId="59c411b0-ccb7-4330-99a9-29cc04a2c185" providerId="ADAL" clId="{7175BE28-6B03-4995-88E8-34BBC4F1360E}" dt="2023-09-21T06:21:59.300" v="3293" actId="478"/>
          <ac:cxnSpMkLst>
            <pc:docMk/>
            <pc:sldMk cId="3325807211" sldId="280"/>
            <ac:cxnSpMk id="10" creationId="{17C06BCE-83A1-89F7-D5EE-5026E2843CFB}"/>
          </ac:cxnSpMkLst>
        </pc:cxnChg>
        <pc:cxnChg chg="add mod">
          <ac:chgData name="Soban Najam" userId="59c411b0-ccb7-4330-99a9-29cc04a2c185" providerId="ADAL" clId="{7175BE28-6B03-4995-88E8-34BBC4F1360E}" dt="2023-09-21T05:25:00.157" v="2796" actId="208"/>
          <ac:cxnSpMkLst>
            <pc:docMk/>
            <pc:sldMk cId="3325807211" sldId="280"/>
            <ac:cxnSpMk id="11" creationId="{EE761BB3-7588-01F7-E882-71A1FF1C75ED}"/>
          </ac:cxnSpMkLst>
        </pc:cxnChg>
      </pc:sldChg>
      <pc:sldChg chg="addSp modSp add del mod">
        <pc:chgData name="Soban Najam" userId="59c411b0-ccb7-4330-99a9-29cc04a2c185" providerId="ADAL" clId="{7175BE28-6B03-4995-88E8-34BBC4F1360E}" dt="2023-09-20T20:18:33.240" v="831" actId="47"/>
        <pc:sldMkLst>
          <pc:docMk/>
          <pc:sldMk cId="2414861018" sldId="281"/>
        </pc:sldMkLst>
        <pc:spChg chg="mod">
          <ac:chgData name="Soban Najam" userId="59c411b0-ccb7-4330-99a9-29cc04a2c185" providerId="ADAL" clId="{7175BE28-6B03-4995-88E8-34BBC4F1360E}" dt="2023-09-20T20:11:30.641" v="667"/>
          <ac:spMkLst>
            <pc:docMk/>
            <pc:sldMk cId="2414861018" sldId="281"/>
            <ac:spMk id="5" creationId="{680D5784-AAC3-43E5-B3C6-8A9D8CB6CE29}"/>
          </ac:spMkLst>
        </pc:spChg>
        <pc:picChg chg="add mod">
          <ac:chgData name="Soban Najam" userId="59c411b0-ccb7-4330-99a9-29cc04a2c185" providerId="ADAL" clId="{7175BE28-6B03-4995-88E8-34BBC4F1360E}" dt="2023-09-20T20:15:57.931" v="755"/>
          <ac:picMkLst>
            <pc:docMk/>
            <pc:sldMk cId="2414861018" sldId="281"/>
            <ac:picMk id="2" creationId="{2CC8658C-3762-528D-F7E6-6377C3F157A7}"/>
          </ac:picMkLst>
        </pc:picChg>
      </pc:sldChg>
      <pc:sldChg chg="del">
        <pc:chgData name="Soban Najam" userId="59c411b0-ccb7-4330-99a9-29cc04a2c185" providerId="ADAL" clId="{7175BE28-6B03-4995-88E8-34BBC4F1360E}" dt="2023-09-20T17:51:49.963" v="127" actId="47"/>
        <pc:sldMkLst>
          <pc:docMk/>
          <pc:sldMk cId="2668234889" sldId="281"/>
        </pc:sldMkLst>
      </pc:sldChg>
      <pc:sldChg chg="addSp delSp modSp add mod">
        <pc:chgData name="Soban Najam" userId="59c411b0-ccb7-4330-99a9-29cc04a2c185" providerId="ADAL" clId="{7175BE28-6B03-4995-88E8-34BBC4F1360E}" dt="2023-09-21T05:03:34.852" v="1590"/>
        <pc:sldMkLst>
          <pc:docMk/>
          <pc:sldMk cId="1795567631" sldId="282"/>
        </pc:sldMkLst>
        <pc:spChg chg="mod">
          <ac:chgData name="Soban Najam" userId="59c411b0-ccb7-4330-99a9-29cc04a2c185" providerId="ADAL" clId="{7175BE28-6B03-4995-88E8-34BBC4F1360E}" dt="2023-09-20T20:18:35.243" v="832" actId="20577"/>
          <ac:spMkLst>
            <pc:docMk/>
            <pc:sldMk cId="1795567631" sldId="282"/>
            <ac:spMk id="5" creationId="{680D5784-AAC3-43E5-B3C6-8A9D8CB6CE29}"/>
          </ac:spMkLst>
        </pc:spChg>
        <pc:spChg chg="mod">
          <ac:chgData name="Soban Najam" userId="59c411b0-ccb7-4330-99a9-29cc04a2c185" providerId="ADAL" clId="{7175BE28-6B03-4995-88E8-34BBC4F1360E}" dt="2023-09-21T04:13:29.857" v="896" actId="20577"/>
          <ac:spMkLst>
            <pc:docMk/>
            <pc:sldMk cId="1795567631" sldId="282"/>
            <ac:spMk id="6" creationId="{628BBA39-824D-488B-AE10-EB9F908C928A}"/>
          </ac:spMkLst>
        </pc:spChg>
        <pc:spChg chg="add mod">
          <ac:chgData name="Soban Najam" userId="59c411b0-ccb7-4330-99a9-29cc04a2c185" providerId="ADAL" clId="{7175BE28-6B03-4995-88E8-34BBC4F1360E}" dt="2023-09-21T04:46:19.889" v="1189" actId="1076"/>
          <ac:spMkLst>
            <pc:docMk/>
            <pc:sldMk cId="1795567631" sldId="282"/>
            <ac:spMk id="8" creationId="{6EDA276D-B4BE-B259-8587-E7DE132DBB0F}"/>
          </ac:spMkLst>
        </pc:spChg>
        <pc:spChg chg="add mod">
          <ac:chgData name="Soban Najam" userId="59c411b0-ccb7-4330-99a9-29cc04a2c185" providerId="ADAL" clId="{7175BE28-6B03-4995-88E8-34BBC4F1360E}" dt="2023-09-21T05:03:25.296" v="1585" actId="21"/>
          <ac:spMkLst>
            <pc:docMk/>
            <pc:sldMk cId="1795567631" sldId="282"/>
            <ac:spMk id="9" creationId="{9B1F7CE3-2026-7244-78E9-FA46D3928B6D}"/>
          </ac:spMkLst>
        </pc:spChg>
        <pc:spChg chg="add mod">
          <ac:chgData name="Soban Najam" userId="59c411b0-ccb7-4330-99a9-29cc04a2c185" providerId="ADAL" clId="{7175BE28-6B03-4995-88E8-34BBC4F1360E}" dt="2023-09-21T05:03:28.772" v="1587" actId="20577"/>
          <ac:spMkLst>
            <pc:docMk/>
            <pc:sldMk cId="1795567631" sldId="282"/>
            <ac:spMk id="10" creationId="{366DE7C7-D67A-CF92-3E35-292B3D701ED1}"/>
          </ac:spMkLst>
        </pc:spChg>
        <pc:spChg chg="add del mod">
          <ac:chgData name="Soban Najam" userId="59c411b0-ccb7-4330-99a9-29cc04a2c185" providerId="ADAL" clId="{7175BE28-6B03-4995-88E8-34BBC4F1360E}" dt="2023-09-21T04:16:16.810" v="1032"/>
          <ac:spMkLst>
            <pc:docMk/>
            <pc:sldMk cId="1795567631" sldId="282"/>
            <ac:spMk id="11" creationId="{6AF035DB-C7AD-0541-1BB2-2530461C8054}"/>
          </ac:spMkLst>
        </pc:spChg>
        <pc:spChg chg="add del mod">
          <ac:chgData name="Soban Najam" userId="59c411b0-ccb7-4330-99a9-29cc04a2c185" providerId="ADAL" clId="{7175BE28-6B03-4995-88E8-34BBC4F1360E}" dt="2023-09-21T04:16:16.810" v="1032"/>
          <ac:spMkLst>
            <pc:docMk/>
            <pc:sldMk cId="1795567631" sldId="282"/>
            <ac:spMk id="12" creationId="{FEC8E635-6FFA-A8E1-26F4-E242D104754D}"/>
          </ac:spMkLst>
        </pc:spChg>
        <pc:spChg chg="add del mod">
          <ac:chgData name="Soban Najam" userId="59c411b0-ccb7-4330-99a9-29cc04a2c185" providerId="ADAL" clId="{7175BE28-6B03-4995-88E8-34BBC4F1360E}" dt="2023-09-21T04:16:16.810" v="1032"/>
          <ac:spMkLst>
            <pc:docMk/>
            <pc:sldMk cId="1795567631" sldId="282"/>
            <ac:spMk id="13" creationId="{CE0F398C-1926-BBAA-769C-1EEC9EBE439D}"/>
          </ac:spMkLst>
        </pc:spChg>
        <pc:spChg chg="add mod">
          <ac:chgData name="Soban Najam" userId="59c411b0-ccb7-4330-99a9-29cc04a2c185" providerId="ADAL" clId="{7175BE28-6B03-4995-88E8-34BBC4F1360E}" dt="2023-09-21T04:46:19.889" v="1189" actId="1076"/>
          <ac:spMkLst>
            <pc:docMk/>
            <pc:sldMk cId="1795567631" sldId="282"/>
            <ac:spMk id="14" creationId="{7DF0499A-57DC-512A-7A86-C0029D926836}"/>
          </ac:spMkLst>
        </pc:spChg>
        <pc:spChg chg="add mod">
          <ac:chgData name="Soban Najam" userId="59c411b0-ccb7-4330-99a9-29cc04a2c185" providerId="ADAL" clId="{7175BE28-6B03-4995-88E8-34BBC4F1360E}" dt="2023-09-21T05:03:33.324" v="1589" actId="21"/>
          <ac:spMkLst>
            <pc:docMk/>
            <pc:sldMk cId="1795567631" sldId="282"/>
            <ac:spMk id="15" creationId="{BEA7CE72-AC4C-E5EB-7090-CAC48AA8CF8E}"/>
          </ac:spMkLst>
        </pc:spChg>
        <pc:spChg chg="add mod">
          <ac:chgData name="Soban Najam" userId="59c411b0-ccb7-4330-99a9-29cc04a2c185" providerId="ADAL" clId="{7175BE28-6B03-4995-88E8-34BBC4F1360E}" dt="2023-09-21T05:03:34.852" v="1590"/>
          <ac:spMkLst>
            <pc:docMk/>
            <pc:sldMk cId="1795567631" sldId="282"/>
            <ac:spMk id="16" creationId="{F26F687E-BFBB-D24B-C976-17DC16B32043}"/>
          </ac:spMkLst>
        </pc:spChg>
        <pc:spChg chg="add mod">
          <ac:chgData name="Soban Najam" userId="59c411b0-ccb7-4330-99a9-29cc04a2c185" providerId="ADAL" clId="{7175BE28-6B03-4995-88E8-34BBC4F1360E}" dt="2023-09-21T04:47:38.901" v="1278" actId="21"/>
          <ac:spMkLst>
            <pc:docMk/>
            <pc:sldMk cId="1795567631" sldId="282"/>
            <ac:spMk id="17" creationId="{950EE33D-A0BE-B769-11B4-00BF573BB933}"/>
          </ac:spMkLst>
        </pc:spChg>
        <pc:spChg chg="add mod">
          <ac:chgData name="Soban Najam" userId="59c411b0-ccb7-4330-99a9-29cc04a2c185" providerId="ADAL" clId="{7175BE28-6B03-4995-88E8-34BBC4F1360E}" dt="2023-09-21T04:47:20.502" v="1276" actId="1035"/>
          <ac:spMkLst>
            <pc:docMk/>
            <pc:sldMk cId="1795567631" sldId="282"/>
            <ac:spMk id="18" creationId="{4AB36CF7-6411-B4EC-B581-FFA55756EFCC}"/>
          </ac:spMkLst>
        </pc:spChg>
        <pc:spChg chg="add mod">
          <ac:chgData name="Soban Najam" userId="59c411b0-ccb7-4330-99a9-29cc04a2c185" providerId="ADAL" clId="{7175BE28-6B03-4995-88E8-34BBC4F1360E}" dt="2023-09-21T04:47:47.580" v="1282"/>
          <ac:spMkLst>
            <pc:docMk/>
            <pc:sldMk cId="1795567631" sldId="282"/>
            <ac:spMk id="19" creationId="{036827AB-BBF8-D83B-C2B5-678F762BB2A1}"/>
          </ac:spMkLst>
        </pc:spChg>
        <pc:spChg chg="add mod">
          <ac:chgData name="Soban Najam" userId="59c411b0-ccb7-4330-99a9-29cc04a2c185" providerId="ADAL" clId="{7175BE28-6B03-4995-88E8-34BBC4F1360E}" dt="2023-09-21T04:47:20.502" v="1276" actId="1035"/>
          <ac:spMkLst>
            <pc:docMk/>
            <pc:sldMk cId="1795567631" sldId="282"/>
            <ac:spMk id="20" creationId="{9183A7AF-2400-493C-90B7-898A737B0126}"/>
          </ac:spMkLst>
        </pc:spChg>
        <pc:picChg chg="add mod">
          <ac:chgData name="Soban Najam" userId="59c411b0-ccb7-4330-99a9-29cc04a2c185" providerId="ADAL" clId="{7175BE28-6B03-4995-88E8-34BBC4F1360E}" dt="2023-09-20T20:15:58.822" v="756"/>
          <ac:picMkLst>
            <pc:docMk/>
            <pc:sldMk cId="1795567631" sldId="282"/>
            <ac:picMk id="2" creationId="{EE55D29C-5FC2-9CEC-0883-AAC1A4BA1DF6}"/>
          </ac:picMkLst>
        </pc:picChg>
        <pc:picChg chg="add del mod">
          <ac:chgData name="Soban Najam" userId="59c411b0-ccb7-4330-99a9-29cc04a2c185" providerId="ADAL" clId="{7175BE28-6B03-4995-88E8-34BBC4F1360E}" dt="2023-09-21T04:13:54.588" v="898" actId="478"/>
          <ac:picMkLst>
            <pc:docMk/>
            <pc:sldMk cId="1795567631" sldId="282"/>
            <ac:picMk id="4" creationId="{7878B47F-BE9F-CC1E-AB32-3F2336C4F1A7}"/>
          </ac:picMkLst>
        </pc:picChg>
      </pc:sldChg>
      <pc:sldChg chg="del">
        <pc:chgData name="Soban Najam" userId="59c411b0-ccb7-4330-99a9-29cc04a2c185" providerId="ADAL" clId="{7175BE28-6B03-4995-88E8-34BBC4F1360E}" dt="2023-09-20T17:51:49.963" v="127" actId="47"/>
        <pc:sldMkLst>
          <pc:docMk/>
          <pc:sldMk cId="3441209444" sldId="282"/>
        </pc:sldMkLst>
      </pc:sldChg>
      <pc:sldChg chg="addSp modSp add mod">
        <pc:chgData name="Soban Najam" userId="59c411b0-ccb7-4330-99a9-29cc04a2c185" providerId="ADAL" clId="{7175BE28-6B03-4995-88E8-34BBC4F1360E}" dt="2023-09-21T06:18:34.008" v="3066"/>
        <pc:sldMkLst>
          <pc:docMk/>
          <pc:sldMk cId="2288498887" sldId="283"/>
        </pc:sldMkLst>
        <pc:spChg chg="mod">
          <ac:chgData name="Soban Najam" userId="59c411b0-ccb7-4330-99a9-29cc04a2c185" providerId="ADAL" clId="{7175BE28-6B03-4995-88E8-34BBC4F1360E}" dt="2023-09-20T20:28:14.506" v="833" actId="20577"/>
          <ac:spMkLst>
            <pc:docMk/>
            <pc:sldMk cId="2288498887" sldId="283"/>
            <ac:spMk id="5" creationId="{680D5784-AAC3-43E5-B3C6-8A9D8CB6CE29}"/>
          </ac:spMkLst>
        </pc:spChg>
        <pc:spChg chg="mod">
          <ac:chgData name="Soban Najam" userId="59c411b0-ccb7-4330-99a9-29cc04a2c185" providerId="ADAL" clId="{7175BE28-6B03-4995-88E8-34BBC4F1360E}" dt="2023-09-21T06:18:34.008" v="3066"/>
          <ac:spMkLst>
            <pc:docMk/>
            <pc:sldMk cId="2288498887" sldId="283"/>
            <ac:spMk id="6" creationId="{628BBA39-824D-488B-AE10-EB9F908C928A}"/>
          </ac:spMkLst>
        </pc:spChg>
        <pc:spChg chg="mod">
          <ac:chgData name="Soban Najam" userId="59c411b0-ccb7-4330-99a9-29cc04a2c185" providerId="ADAL" clId="{7175BE28-6B03-4995-88E8-34BBC4F1360E}" dt="2023-09-21T04:55:06.727" v="1426" actId="2711"/>
          <ac:spMkLst>
            <pc:docMk/>
            <pc:sldMk cId="2288498887" sldId="283"/>
            <ac:spMk id="25" creationId="{6F315839-6CF7-6663-1F0A-B1724EDEB3C2}"/>
          </ac:spMkLst>
        </pc:spChg>
        <pc:spChg chg="mod">
          <ac:chgData name="Soban Najam" userId="59c411b0-ccb7-4330-99a9-29cc04a2c185" providerId="ADAL" clId="{7175BE28-6B03-4995-88E8-34BBC4F1360E}" dt="2023-09-21T04:55:06.727" v="1426" actId="2711"/>
          <ac:spMkLst>
            <pc:docMk/>
            <pc:sldMk cId="2288498887" sldId="283"/>
            <ac:spMk id="26" creationId="{48F60BDA-118A-8373-7B1C-BA29D46C1EEB}"/>
          </ac:spMkLst>
        </pc:spChg>
        <pc:spChg chg="mod">
          <ac:chgData name="Soban Najam" userId="59c411b0-ccb7-4330-99a9-29cc04a2c185" providerId="ADAL" clId="{7175BE28-6B03-4995-88E8-34BBC4F1360E}" dt="2023-09-21T04:55:06.727" v="1426" actId="2711"/>
          <ac:spMkLst>
            <pc:docMk/>
            <pc:sldMk cId="2288498887" sldId="283"/>
            <ac:spMk id="27" creationId="{D86BC661-0588-CAA4-AEFF-D35F609BC0DA}"/>
          </ac:spMkLst>
        </pc:spChg>
        <pc:spChg chg="mod">
          <ac:chgData name="Soban Najam" userId="59c411b0-ccb7-4330-99a9-29cc04a2c185" providerId="ADAL" clId="{7175BE28-6B03-4995-88E8-34BBC4F1360E}" dt="2023-09-21T04:55:06.727" v="1426" actId="2711"/>
          <ac:spMkLst>
            <pc:docMk/>
            <pc:sldMk cId="2288498887" sldId="283"/>
            <ac:spMk id="28" creationId="{8DA947C3-209C-8395-398E-766FE47ABEDC}"/>
          </ac:spMkLst>
        </pc:spChg>
        <pc:spChg chg="mod">
          <ac:chgData name="Soban Najam" userId="59c411b0-ccb7-4330-99a9-29cc04a2c185" providerId="ADAL" clId="{7175BE28-6B03-4995-88E8-34BBC4F1360E}" dt="2023-09-21T04:55:06.727" v="1426" actId="2711"/>
          <ac:spMkLst>
            <pc:docMk/>
            <pc:sldMk cId="2288498887" sldId="283"/>
            <ac:spMk id="29" creationId="{56F1E652-E4E1-F50E-8C1E-4C0B12D71D5F}"/>
          </ac:spMkLst>
        </pc:spChg>
        <pc:spChg chg="mod">
          <ac:chgData name="Soban Najam" userId="59c411b0-ccb7-4330-99a9-29cc04a2c185" providerId="ADAL" clId="{7175BE28-6B03-4995-88E8-34BBC4F1360E}" dt="2023-09-21T04:55:06.727" v="1426" actId="2711"/>
          <ac:spMkLst>
            <pc:docMk/>
            <pc:sldMk cId="2288498887" sldId="283"/>
            <ac:spMk id="30" creationId="{48CB6C5B-061F-36E3-E858-67B52CBECCA6}"/>
          </ac:spMkLst>
        </pc:spChg>
        <pc:spChg chg="mod">
          <ac:chgData name="Soban Najam" userId="59c411b0-ccb7-4330-99a9-29cc04a2c185" providerId="ADAL" clId="{7175BE28-6B03-4995-88E8-34BBC4F1360E}" dt="2023-09-21T04:55:06.727" v="1426" actId="2711"/>
          <ac:spMkLst>
            <pc:docMk/>
            <pc:sldMk cId="2288498887" sldId="283"/>
            <ac:spMk id="31" creationId="{46AFFE92-9468-8A8C-D9B8-B9FEF0B3FC23}"/>
          </ac:spMkLst>
        </pc:spChg>
        <pc:spChg chg="mod">
          <ac:chgData name="Soban Najam" userId="59c411b0-ccb7-4330-99a9-29cc04a2c185" providerId="ADAL" clId="{7175BE28-6B03-4995-88E8-34BBC4F1360E}" dt="2023-09-21T04:55:06.727" v="1426" actId="2711"/>
          <ac:spMkLst>
            <pc:docMk/>
            <pc:sldMk cId="2288498887" sldId="283"/>
            <ac:spMk id="32" creationId="{8B17F59F-E66D-3B47-3CB7-BCCD76485348}"/>
          </ac:spMkLst>
        </pc:spChg>
        <pc:spChg chg="mod">
          <ac:chgData name="Soban Najam" userId="59c411b0-ccb7-4330-99a9-29cc04a2c185" providerId="ADAL" clId="{7175BE28-6B03-4995-88E8-34BBC4F1360E}" dt="2023-09-21T04:55:06.727" v="1426" actId="2711"/>
          <ac:spMkLst>
            <pc:docMk/>
            <pc:sldMk cId="2288498887" sldId="283"/>
            <ac:spMk id="34" creationId="{88F149AE-1DBD-8735-091C-ED9350B04958}"/>
          </ac:spMkLst>
        </pc:spChg>
        <pc:spChg chg="mod">
          <ac:chgData name="Soban Najam" userId="59c411b0-ccb7-4330-99a9-29cc04a2c185" providerId="ADAL" clId="{7175BE28-6B03-4995-88E8-34BBC4F1360E}" dt="2023-09-21T04:55:06.727" v="1426" actId="2711"/>
          <ac:spMkLst>
            <pc:docMk/>
            <pc:sldMk cId="2288498887" sldId="283"/>
            <ac:spMk id="35" creationId="{3DB614CC-29DE-2AA0-0F93-149FB607218D}"/>
          </ac:spMkLst>
        </pc:spChg>
        <pc:spChg chg="mod">
          <ac:chgData name="Soban Najam" userId="59c411b0-ccb7-4330-99a9-29cc04a2c185" providerId="ADAL" clId="{7175BE28-6B03-4995-88E8-34BBC4F1360E}" dt="2023-09-21T04:55:06.727" v="1426" actId="2711"/>
          <ac:spMkLst>
            <pc:docMk/>
            <pc:sldMk cId="2288498887" sldId="283"/>
            <ac:spMk id="36" creationId="{A335C7A5-73CD-A666-EA21-B196ACD7C6A3}"/>
          </ac:spMkLst>
        </pc:spChg>
        <pc:spChg chg="mod">
          <ac:chgData name="Soban Najam" userId="59c411b0-ccb7-4330-99a9-29cc04a2c185" providerId="ADAL" clId="{7175BE28-6B03-4995-88E8-34BBC4F1360E}" dt="2023-09-21T04:55:06.727" v="1426" actId="2711"/>
          <ac:spMkLst>
            <pc:docMk/>
            <pc:sldMk cId="2288498887" sldId="283"/>
            <ac:spMk id="38" creationId="{29E6C094-47DA-4DAE-3DA8-7D40880AD619}"/>
          </ac:spMkLst>
        </pc:spChg>
        <pc:spChg chg="mod">
          <ac:chgData name="Soban Najam" userId="59c411b0-ccb7-4330-99a9-29cc04a2c185" providerId="ADAL" clId="{7175BE28-6B03-4995-88E8-34BBC4F1360E}" dt="2023-09-21T04:55:06.727" v="1426" actId="2711"/>
          <ac:spMkLst>
            <pc:docMk/>
            <pc:sldMk cId="2288498887" sldId="283"/>
            <ac:spMk id="39" creationId="{76F6D4E9-DCA3-8843-BB01-F7F71FF159A1}"/>
          </ac:spMkLst>
        </pc:spChg>
        <pc:spChg chg="mod">
          <ac:chgData name="Soban Najam" userId="59c411b0-ccb7-4330-99a9-29cc04a2c185" providerId="ADAL" clId="{7175BE28-6B03-4995-88E8-34BBC4F1360E}" dt="2023-09-21T04:55:06.727" v="1426" actId="2711"/>
          <ac:spMkLst>
            <pc:docMk/>
            <pc:sldMk cId="2288498887" sldId="283"/>
            <ac:spMk id="41" creationId="{2BF8967C-A6C6-BC26-B51D-31A72B7D2EA9}"/>
          </ac:spMkLst>
        </pc:spChg>
        <pc:spChg chg="mod">
          <ac:chgData name="Soban Najam" userId="59c411b0-ccb7-4330-99a9-29cc04a2c185" providerId="ADAL" clId="{7175BE28-6B03-4995-88E8-34BBC4F1360E}" dt="2023-09-21T04:55:06.727" v="1426" actId="2711"/>
          <ac:spMkLst>
            <pc:docMk/>
            <pc:sldMk cId="2288498887" sldId="283"/>
            <ac:spMk id="42" creationId="{C9F9C76B-CBE3-9D2C-CE91-A21F0B0B6E5C}"/>
          </ac:spMkLst>
        </pc:spChg>
        <pc:spChg chg="mod">
          <ac:chgData name="Soban Najam" userId="59c411b0-ccb7-4330-99a9-29cc04a2c185" providerId="ADAL" clId="{7175BE28-6B03-4995-88E8-34BBC4F1360E}" dt="2023-09-21T04:55:06.727" v="1426" actId="2711"/>
          <ac:spMkLst>
            <pc:docMk/>
            <pc:sldMk cId="2288498887" sldId="283"/>
            <ac:spMk id="43" creationId="{554EECFC-C10C-E194-FBC5-0959D4069A6E}"/>
          </ac:spMkLst>
        </pc:spChg>
        <pc:spChg chg="mod">
          <ac:chgData name="Soban Najam" userId="59c411b0-ccb7-4330-99a9-29cc04a2c185" providerId="ADAL" clId="{7175BE28-6B03-4995-88E8-34BBC4F1360E}" dt="2023-09-21T04:55:06.727" v="1426" actId="2711"/>
          <ac:spMkLst>
            <pc:docMk/>
            <pc:sldMk cId="2288498887" sldId="283"/>
            <ac:spMk id="44" creationId="{52BB382D-78BE-D862-AF19-DD59B71C722D}"/>
          </ac:spMkLst>
        </pc:spChg>
        <pc:spChg chg="mod">
          <ac:chgData name="Soban Najam" userId="59c411b0-ccb7-4330-99a9-29cc04a2c185" providerId="ADAL" clId="{7175BE28-6B03-4995-88E8-34BBC4F1360E}" dt="2023-09-21T04:55:06.727" v="1426" actId="2711"/>
          <ac:spMkLst>
            <pc:docMk/>
            <pc:sldMk cId="2288498887" sldId="283"/>
            <ac:spMk id="45" creationId="{5EBEBBA9-EAD9-B054-95FF-A8FA865DF1B5}"/>
          </ac:spMkLst>
        </pc:spChg>
        <pc:spChg chg="mod">
          <ac:chgData name="Soban Najam" userId="59c411b0-ccb7-4330-99a9-29cc04a2c185" providerId="ADAL" clId="{7175BE28-6B03-4995-88E8-34BBC4F1360E}" dt="2023-09-21T04:55:06.727" v="1426" actId="2711"/>
          <ac:spMkLst>
            <pc:docMk/>
            <pc:sldMk cId="2288498887" sldId="283"/>
            <ac:spMk id="47" creationId="{39E30CC1-91B3-CB82-D01A-F6BFE5761301}"/>
          </ac:spMkLst>
        </pc:spChg>
        <pc:spChg chg="mod">
          <ac:chgData name="Soban Najam" userId="59c411b0-ccb7-4330-99a9-29cc04a2c185" providerId="ADAL" clId="{7175BE28-6B03-4995-88E8-34BBC4F1360E}" dt="2023-09-21T04:55:06.727" v="1426" actId="2711"/>
          <ac:spMkLst>
            <pc:docMk/>
            <pc:sldMk cId="2288498887" sldId="283"/>
            <ac:spMk id="48" creationId="{6CDB89C8-B55C-235C-F2E5-34E6840AF3B6}"/>
          </ac:spMkLst>
        </pc:spChg>
        <pc:spChg chg="mod">
          <ac:chgData name="Soban Najam" userId="59c411b0-ccb7-4330-99a9-29cc04a2c185" providerId="ADAL" clId="{7175BE28-6B03-4995-88E8-34BBC4F1360E}" dt="2023-09-21T04:55:06.727" v="1426" actId="2711"/>
          <ac:spMkLst>
            <pc:docMk/>
            <pc:sldMk cId="2288498887" sldId="283"/>
            <ac:spMk id="49" creationId="{BFCBCBC0-9595-EFE4-5907-A81C45200235}"/>
          </ac:spMkLst>
        </pc:spChg>
        <pc:spChg chg="mod">
          <ac:chgData name="Soban Najam" userId="59c411b0-ccb7-4330-99a9-29cc04a2c185" providerId="ADAL" clId="{7175BE28-6B03-4995-88E8-34BBC4F1360E}" dt="2023-09-21T04:55:06.727" v="1426" actId="2711"/>
          <ac:spMkLst>
            <pc:docMk/>
            <pc:sldMk cId="2288498887" sldId="283"/>
            <ac:spMk id="50" creationId="{A428A654-7D1C-42BC-5366-72875E571BF7}"/>
          </ac:spMkLst>
        </pc:spChg>
        <pc:spChg chg="mod">
          <ac:chgData name="Soban Najam" userId="59c411b0-ccb7-4330-99a9-29cc04a2c185" providerId="ADAL" clId="{7175BE28-6B03-4995-88E8-34BBC4F1360E}" dt="2023-09-21T04:55:06.727" v="1426" actId="2711"/>
          <ac:spMkLst>
            <pc:docMk/>
            <pc:sldMk cId="2288498887" sldId="283"/>
            <ac:spMk id="51" creationId="{68D353CD-A4D2-9A65-04C8-572DFA3DA692}"/>
          </ac:spMkLst>
        </pc:spChg>
        <pc:spChg chg="mod">
          <ac:chgData name="Soban Najam" userId="59c411b0-ccb7-4330-99a9-29cc04a2c185" providerId="ADAL" clId="{7175BE28-6B03-4995-88E8-34BBC4F1360E}" dt="2023-09-21T04:55:06.727" v="1426" actId="2711"/>
          <ac:spMkLst>
            <pc:docMk/>
            <pc:sldMk cId="2288498887" sldId="283"/>
            <ac:spMk id="52" creationId="{EDFF4313-A864-8F1D-2B02-60FF5269530E}"/>
          </ac:spMkLst>
        </pc:spChg>
        <pc:spChg chg="mod">
          <ac:chgData name="Soban Najam" userId="59c411b0-ccb7-4330-99a9-29cc04a2c185" providerId="ADAL" clId="{7175BE28-6B03-4995-88E8-34BBC4F1360E}" dt="2023-09-21T04:55:06.727" v="1426" actId="2711"/>
          <ac:spMkLst>
            <pc:docMk/>
            <pc:sldMk cId="2288498887" sldId="283"/>
            <ac:spMk id="53" creationId="{B851CBD0-896C-41AA-AE6C-A46CAFD4F7B1}"/>
          </ac:spMkLst>
        </pc:spChg>
        <pc:spChg chg="mod">
          <ac:chgData name="Soban Najam" userId="59c411b0-ccb7-4330-99a9-29cc04a2c185" providerId="ADAL" clId="{7175BE28-6B03-4995-88E8-34BBC4F1360E}" dt="2023-09-21T04:55:06.727" v="1426" actId="2711"/>
          <ac:spMkLst>
            <pc:docMk/>
            <pc:sldMk cId="2288498887" sldId="283"/>
            <ac:spMk id="54" creationId="{44C78093-69D5-8387-8A8A-034478104E56}"/>
          </ac:spMkLst>
        </pc:spChg>
        <pc:spChg chg="mod">
          <ac:chgData name="Soban Najam" userId="59c411b0-ccb7-4330-99a9-29cc04a2c185" providerId="ADAL" clId="{7175BE28-6B03-4995-88E8-34BBC4F1360E}" dt="2023-09-21T04:55:06.727" v="1426" actId="2711"/>
          <ac:spMkLst>
            <pc:docMk/>
            <pc:sldMk cId="2288498887" sldId="283"/>
            <ac:spMk id="55" creationId="{F66161C5-4A0A-49D4-2817-C7B8028D2F18}"/>
          </ac:spMkLst>
        </pc:spChg>
        <pc:spChg chg="mod">
          <ac:chgData name="Soban Najam" userId="59c411b0-ccb7-4330-99a9-29cc04a2c185" providerId="ADAL" clId="{7175BE28-6B03-4995-88E8-34BBC4F1360E}" dt="2023-09-21T04:55:06.727" v="1426" actId="2711"/>
          <ac:spMkLst>
            <pc:docMk/>
            <pc:sldMk cId="2288498887" sldId="283"/>
            <ac:spMk id="56" creationId="{897F1DCD-E6DA-AE1C-1F86-6330550D1570}"/>
          </ac:spMkLst>
        </pc:spChg>
        <pc:spChg chg="mod">
          <ac:chgData name="Soban Najam" userId="59c411b0-ccb7-4330-99a9-29cc04a2c185" providerId="ADAL" clId="{7175BE28-6B03-4995-88E8-34BBC4F1360E}" dt="2023-09-21T04:55:06.727" v="1426" actId="2711"/>
          <ac:spMkLst>
            <pc:docMk/>
            <pc:sldMk cId="2288498887" sldId="283"/>
            <ac:spMk id="57" creationId="{6708BC70-D194-5BF6-8872-C70FE4FB766A}"/>
          </ac:spMkLst>
        </pc:spChg>
        <pc:spChg chg="mod">
          <ac:chgData name="Soban Najam" userId="59c411b0-ccb7-4330-99a9-29cc04a2c185" providerId="ADAL" clId="{7175BE28-6B03-4995-88E8-34BBC4F1360E}" dt="2023-09-21T04:55:06.727" v="1426" actId="2711"/>
          <ac:spMkLst>
            <pc:docMk/>
            <pc:sldMk cId="2288498887" sldId="283"/>
            <ac:spMk id="58" creationId="{FAFA4AA8-3810-7F36-B0C4-4AF5A44EBDF2}"/>
          </ac:spMkLst>
        </pc:spChg>
        <pc:spChg chg="mod">
          <ac:chgData name="Soban Najam" userId="59c411b0-ccb7-4330-99a9-29cc04a2c185" providerId="ADAL" clId="{7175BE28-6B03-4995-88E8-34BBC4F1360E}" dt="2023-09-21T04:55:06.727" v="1426" actId="2711"/>
          <ac:spMkLst>
            <pc:docMk/>
            <pc:sldMk cId="2288498887" sldId="283"/>
            <ac:spMk id="59" creationId="{019A1F76-1989-F5EE-30CA-6758ADC8C868}"/>
          </ac:spMkLst>
        </pc:spChg>
        <pc:spChg chg="mod">
          <ac:chgData name="Soban Najam" userId="59c411b0-ccb7-4330-99a9-29cc04a2c185" providerId="ADAL" clId="{7175BE28-6B03-4995-88E8-34BBC4F1360E}" dt="2023-09-21T04:55:06.727" v="1426" actId="2711"/>
          <ac:spMkLst>
            <pc:docMk/>
            <pc:sldMk cId="2288498887" sldId="283"/>
            <ac:spMk id="60" creationId="{C207F77D-11C2-FA3A-DE0C-8862BB8C8709}"/>
          </ac:spMkLst>
        </pc:spChg>
        <pc:spChg chg="mod">
          <ac:chgData name="Soban Najam" userId="59c411b0-ccb7-4330-99a9-29cc04a2c185" providerId="ADAL" clId="{7175BE28-6B03-4995-88E8-34BBC4F1360E}" dt="2023-09-21T04:55:06.727" v="1426" actId="2711"/>
          <ac:spMkLst>
            <pc:docMk/>
            <pc:sldMk cId="2288498887" sldId="283"/>
            <ac:spMk id="61" creationId="{9E4B1482-724D-0E45-E4DA-C68372FA8459}"/>
          </ac:spMkLst>
        </pc:spChg>
        <pc:spChg chg="mod">
          <ac:chgData name="Soban Najam" userId="59c411b0-ccb7-4330-99a9-29cc04a2c185" providerId="ADAL" clId="{7175BE28-6B03-4995-88E8-34BBC4F1360E}" dt="2023-09-21T04:55:06.727" v="1426" actId="2711"/>
          <ac:spMkLst>
            <pc:docMk/>
            <pc:sldMk cId="2288498887" sldId="283"/>
            <ac:spMk id="62" creationId="{D70DF92B-D7F6-1115-FBF2-B031DDA2BB42}"/>
          </ac:spMkLst>
        </pc:spChg>
        <pc:spChg chg="mod">
          <ac:chgData name="Soban Najam" userId="59c411b0-ccb7-4330-99a9-29cc04a2c185" providerId="ADAL" clId="{7175BE28-6B03-4995-88E8-34BBC4F1360E}" dt="2023-09-21T04:55:06.727" v="1426" actId="2711"/>
          <ac:spMkLst>
            <pc:docMk/>
            <pc:sldMk cId="2288498887" sldId="283"/>
            <ac:spMk id="63" creationId="{1669A248-282F-1A5A-BDD1-E85DACBE0E75}"/>
          </ac:spMkLst>
        </pc:spChg>
        <pc:spChg chg="mod">
          <ac:chgData name="Soban Najam" userId="59c411b0-ccb7-4330-99a9-29cc04a2c185" providerId="ADAL" clId="{7175BE28-6B03-4995-88E8-34BBC4F1360E}" dt="2023-09-21T04:55:06.727" v="1426" actId="2711"/>
          <ac:spMkLst>
            <pc:docMk/>
            <pc:sldMk cId="2288498887" sldId="283"/>
            <ac:spMk id="64" creationId="{A2155639-3D6E-F1A7-B4C6-CCAEE22C6CE2}"/>
          </ac:spMkLst>
        </pc:spChg>
        <pc:spChg chg="mod">
          <ac:chgData name="Soban Najam" userId="59c411b0-ccb7-4330-99a9-29cc04a2c185" providerId="ADAL" clId="{7175BE28-6B03-4995-88E8-34BBC4F1360E}" dt="2023-09-21T04:55:06.727" v="1426" actId="2711"/>
          <ac:spMkLst>
            <pc:docMk/>
            <pc:sldMk cId="2288498887" sldId="283"/>
            <ac:spMk id="65" creationId="{6A8878B3-F645-CC43-9BEE-573071456FB2}"/>
          </ac:spMkLst>
        </pc:spChg>
        <pc:spChg chg="mod">
          <ac:chgData name="Soban Najam" userId="59c411b0-ccb7-4330-99a9-29cc04a2c185" providerId="ADAL" clId="{7175BE28-6B03-4995-88E8-34BBC4F1360E}" dt="2023-09-21T04:55:06.727" v="1426" actId="2711"/>
          <ac:spMkLst>
            <pc:docMk/>
            <pc:sldMk cId="2288498887" sldId="283"/>
            <ac:spMk id="66" creationId="{00DA24BD-29BB-B0B0-DF04-0BA87A1B8544}"/>
          </ac:spMkLst>
        </pc:spChg>
        <pc:spChg chg="mod">
          <ac:chgData name="Soban Najam" userId="59c411b0-ccb7-4330-99a9-29cc04a2c185" providerId="ADAL" clId="{7175BE28-6B03-4995-88E8-34BBC4F1360E}" dt="2023-09-21T04:55:06.727" v="1426" actId="2711"/>
          <ac:spMkLst>
            <pc:docMk/>
            <pc:sldMk cId="2288498887" sldId="283"/>
            <ac:spMk id="67" creationId="{9516F266-1684-A5F7-9254-EA932A66F37C}"/>
          </ac:spMkLst>
        </pc:spChg>
        <pc:spChg chg="mod">
          <ac:chgData name="Soban Najam" userId="59c411b0-ccb7-4330-99a9-29cc04a2c185" providerId="ADAL" clId="{7175BE28-6B03-4995-88E8-34BBC4F1360E}" dt="2023-09-21T04:55:06.727" v="1426" actId="2711"/>
          <ac:spMkLst>
            <pc:docMk/>
            <pc:sldMk cId="2288498887" sldId="283"/>
            <ac:spMk id="68" creationId="{85021B42-A765-A317-18A7-0E74D8EDEF1D}"/>
          </ac:spMkLst>
        </pc:spChg>
        <pc:spChg chg="mod">
          <ac:chgData name="Soban Najam" userId="59c411b0-ccb7-4330-99a9-29cc04a2c185" providerId="ADAL" clId="{7175BE28-6B03-4995-88E8-34BBC4F1360E}" dt="2023-09-21T04:55:06.727" v="1426" actId="2711"/>
          <ac:spMkLst>
            <pc:docMk/>
            <pc:sldMk cId="2288498887" sldId="283"/>
            <ac:spMk id="69" creationId="{D6F6F50F-3F06-6D9D-7E84-87F25E0A1D32}"/>
          </ac:spMkLst>
        </pc:spChg>
        <pc:spChg chg="mod">
          <ac:chgData name="Soban Najam" userId="59c411b0-ccb7-4330-99a9-29cc04a2c185" providerId="ADAL" clId="{7175BE28-6B03-4995-88E8-34BBC4F1360E}" dt="2023-09-21T04:55:06.727" v="1426" actId="2711"/>
          <ac:spMkLst>
            <pc:docMk/>
            <pc:sldMk cId="2288498887" sldId="283"/>
            <ac:spMk id="70" creationId="{EBBF12B4-8785-2CD6-DB68-E3436D1DF5AA}"/>
          </ac:spMkLst>
        </pc:spChg>
        <pc:spChg chg="mod">
          <ac:chgData name="Soban Najam" userId="59c411b0-ccb7-4330-99a9-29cc04a2c185" providerId="ADAL" clId="{7175BE28-6B03-4995-88E8-34BBC4F1360E}" dt="2023-09-21T04:55:06.727" v="1426" actId="2711"/>
          <ac:spMkLst>
            <pc:docMk/>
            <pc:sldMk cId="2288498887" sldId="283"/>
            <ac:spMk id="71" creationId="{DDE8D210-F6AA-F38A-2312-3293F3A00FDC}"/>
          </ac:spMkLst>
        </pc:spChg>
        <pc:spChg chg="mod">
          <ac:chgData name="Soban Najam" userId="59c411b0-ccb7-4330-99a9-29cc04a2c185" providerId="ADAL" clId="{7175BE28-6B03-4995-88E8-34BBC4F1360E}" dt="2023-09-21T04:55:06.727" v="1426" actId="2711"/>
          <ac:spMkLst>
            <pc:docMk/>
            <pc:sldMk cId="2288498887" sldId="283"/>
            <ac:spMk id="72" creationId="{4FEA6A26-1714-6673-5FBD-2DE5910282C7}"/>
          </ac:spMkLst>
        </pc:spChg>
        <pc:spChg chg="mod">
          <ac:chgData name="Soban Najam" userId="59c411b0-ccb7-4330-99a9-29cc04a2c185" providerId="ADAL" clId="{7175BE28-6B03-4995-88E8-34BBC4F1360E}" dt="2023-09-21T04:55:06.727" v="1426" actId="2711"/>
          <ac:spMkLst>
            <pc:docMk/>
            <pc:sldMk cId="2288498887" sldId="283"/>
            <ac:spMk id="73" creationId="{CF5987C7-3B87-4A37-DE8F-AC5AC7BFBF5C}"/>
          </ac:spMkLst>
        </pc:spChg>
        <pc:spChg chg="mod">
          <ac:chgData name="Soban Najam" userId="59c411b0-ccb7-4330-99a9-29cc04a2c185" providerId="ADAL" clId="{7175BE28-6B03-4995-88E8-34BBC4F1360E}" dt="2023-09-21T04:55:06.727" v="1426" actId="2711"/>
          <ac:spMkLst>
            <pc:docMk/>
            <pc:sldMk cId="2288498887" sldId="283"/>
            <ac:spMk id="74" creationId="{0066E702-904A-5396-5395-121CFD96A0EC}"/>
          </ac:spMkLst>
        </pc:spChg>
        <pc:spChg chg="mod">
          <ac:chgData name="Soban Najam" userId="59c411b0-ccb7-4330-99a9-29cc04a2c185" providerId="ADAL" clId="{7175BE28-6B03-4995-88E8-34BBC4F1360E}" dt="2023-09-21T04:55:06.727" v="1426" actId="2711"/>
          <ac:spMkLst>
            <pc:docMk/>
            <pc:sldMk cId="2288498887" sldId="283"/>
            <ac:spMk id="75" creationId="{9B25CA42-53E0-DE89-4210-8607A94339A3}"/>
          </ac:spMkLst>
        </pc:spChg>
        <pc:spChg chg="mod">
          <ac:chgData name="Soban Najam" userId="59c411b0-ccb7-4330-99a9-29cc04a2c185" providerId="ADAL" clId="{7175BE28-6B03-4995-88E8-34BBC4F1360E}" dt="2023-09-21T04:55:06.727" v="1426" actId="2711"/>
          <ac:spMkLst>
            <pc:docMk/>
            <pc:sldMk cId="2288498887" sldId="283"/>
            <ac:spMk id="76" creationId="{2C6AABB2-396C-0550-9809-E40D15A179FF}"/>
          </ac:spMkLst>
        </pc:spChg>
        <pc:spChg chg="mod">
          <ac:chgData name="Soban Najam" userId="59c411b0-ccb7-4330-99a9-29cc04a2c185" providerId="ADAL" clId="{7175BE28-6B03-4995-88E8-34BBC4F1360E}" dt="2023-09-21T04:55:06.727" v="1426" actId="2711"/>
          <ac:spMkLst>
            <pc:docMk/>
            <pc:sldMk cId="2288498887" sldId="283"/>
            <ac:spMk id="77" creationId="{D670658A-729B-E379-375A-5619A1F69154}"/>
          </ac:spMkLst>
        </pc:spChg>
        <pc:spChg chg="mod">
          <ac:chgData name="Soban Najam" userId="59c411b0-ccb7-4330-99a9-29cc04a2c185" providerId="ADAL" clId="{7175BE28-6B03-4995-88E8-34BBC4F1360E}" dt="2023-09-21T04:55:06.727" v="1426" actId="2711"/>
          <ac:spMkLst>
            <pc:docMk/>
            <pc:sldMk cId="2288498887" sldId="283"/>
            <ac:spMk id="78" creationId="{97E11A6C-5BB7-5EE2-6192-B6B0E461064D}"/>
          </ac:spMkLst>
        </pc:spChg>
        <pc:spChg chg="mod">
          <ac:chgData name="Soban Najam" userId="59c411b0-ccb7-4330-99a9-29cc04a2c185" providerId="ADAL" clId="{7175BE28-6B03-4995-88E8-34BBC4F1360E}" dt="2023-09-21T04:55:06.727" v="1426" actId="2711"/>
          <ac:spMkLst>
            <pc:docMk/>
            <pc:sldMk cId="2288498887" sldId="283"/>
            <ac:spMk id="79" creationId="{648F4C41-2246-6B92-4D31-C421DA29C0AD}"/>
          </ac:spMkLst>
        </pc:spChg>
        <pc:spChg chg="mod">
          <ac:chgData name="Soban Najam" userId="59c411b0-ccb7-4330-99a9-29cc04a2c185" providerId="ADAL" clId="{7175BE28-6B03-4995-88E8-34BBC4F1360E}" dt="2023-09-21T04:55:06.727" v="1426" actId="2711"/>
          <ac:spMkLst>
            <pc:docMk/>
            <pc:sldMk cId="2288498887" sldId="283"/>
            <ac:spMk id="80" creationId="{EE92D889-D186-AB5D-3B11-35247DADD22F}"/>
          </ac:spMkLst>
        </pc:spChg>
        <pc:spChg chg="mod">
          <ac:chgData name="Soban Najam" userId="59c411b0-ccb7-4330-99a9-29cc04a2c185" providerId="ADAL" clId="{7175BE28-6B03-4995-88E8-34BBC4F1360E}" dt="2023-09-21T04:55:06.727" v="1426" actId="2711"/>
          <ac:spMkLst>
            <pc:docMk/>
            <pc:sldMk cId="2288498887" sldId="283"/>
            <ac:spMk id="81" creationId="{CC4336F3-2054-8F6A-77C6-FF87F77081AD}"/>
          </ac:spMkLst>
        </pc:spChg>
        <pc:spChg chg="mod">
          <ac:chgData name="Soban Najam" userId="59c411b0-ccb7-4330-99a9-29cc04a2c185" providerId="ADAL" clId="{7175BE28-6B03-4995-88E8-34BBC4F1360E}" dt="2023-09-21T04:55:06.727" v="1426" actId="2711"/>
          <ac:spMkLst>
            <pc:docMk/>
            <pc:sldMk cId="2288498887" sldId="283"/>
            <ac:spMk id="82" creationId="{F2934055-5468-2E5E-9A15-3A2D58E04480}"/>
          </ac:spMkLst>
        </pc:spChg>
        <pc:spChg chg="mod">
          <ac:chgData name="Soban Najam" userId="59c411b0-ccb7-4330-99a9-29cc04a2c185" providerId="ADAL" clId="{7175BE28-6B03-4995-88E8-34BBC4F1360E}" dt="2023-09-21T04:55:06.727" v="1426" actId="2711"/>
          <ac:spMkLst>
            <pc:docMk/>
            <pc:sldMk cId="2288498887" sldId="283"/>
            <ac:spMk id="83" creationId="{33CE9167-18BB-D095-83A7-485F1DA30E3F}"/>
          </ac:spMkLst>
        </pc:spChg>
        <pc:spChg chg="mod">
          <ac:chgData name="Soban Najam" userId="59c411b0-ccb7-4330-99a9-29cc04a2c185" providerId="ADAL" clId="{7175BE28-6B03-4995-88E8-34BBC4F1360E}" dt="2023-09-21T04:55:06.727" v="1426" actId="2711"/>
          <ac:spMkLst>
            <pc:docMk/>
            <pc:sldMk cId="2288498887" sldId="283"/>
            <ac:spMk id="84" creationId="{6A46D924-8857-2491-513B-F2986BE664EA}"/>
          </ac:spMkLst>
        </pc:spChg>
        <pc:spChg chg="mod">
          <ac:chgData name="Soban Najam" userId="59c411b0-ccb7-4330-99a9-29cc04a2c185" providerId="ADAL" clId="{7175BE28-6B03-4995-88E8-34BBC4F1360E}" dt="2023-09-21T04:55:06.727" v="1426" actId="2711"/>
          <ac:spMkLst>
            <pc:docMk/>
            <pc:sldMk cId="2288498887" sldId="283"/>
            <ac:spMk id="91" creationId="{05850304-44E0-AB01-A206-ED4EA8A02E15}"/>
          </ac:spMkLst>
        </pc:spChg>
        <pc:spChg chg="mod">
          <ac:chgData name="Soban Najam" userId="59c411b0-ccb7-4330-99a9-29cc04a2c185" providerId="ADAL" clId="{7175BE28-6B03-4995-88E8-34BBC4F1360E}" dt="2023-09-21T04:55:06.727" v="1426" actId="2711"/>
          <ac:spMkLst>
            <pc:docMk/>
            <pc:sldMk cId="2288498887" sldId="283"/>
            <ac:spMk id="92" creationId="{F0D8D87E-5C42-602D-EFF7-B4169FD6FB36}"/>
          </ac:spMkLst>
        </pc:spChg>
        <pc:spChg chg="mod">
          <ac:chgData name="Soban Najam" userId="59c411b0-ccb7-4330-99a9-29cc04a2c185" providerId="ADAL" clId="{7175BE28-6B03-4995-88E8-34BBC4F1360E}" dt="2023-09-21T04:55:06.727" v="1426" actId="2711"/>
          <ac:spMkLst>
            <pc:docMk/>
            <pc:sldMk cId="2288498887" sldId="283"/>
            <ac:spMk id="93" creationId="{7B3A13CB-8D17-CE0C-97D5-2A13CF2B573B}"/>
          </ac:spMkLst>
        </pc:spChg>
        <pc:spChg chg="mod">
          <ac:chgData name="Soban Najam" userId="59c411b0-ccb7-4330-99a9-29cc04a2c185" providerId="ADAL" clId="{7175BE28-6B03-4995-88E8-34BBC4F1360E}" dt="2023-09-21T04:55:06.727" v="1426" actId="2711"/>
          <ac:spMkLst>
            <pc:docMk/>
            <pc:sldMk cId="2288498887" sldId="283"/>
            <ac:spMk id="94" creationId="{16955382-9FEA-F5F1-25EE-EAA71D9D5704}"/>
          </ac:spMkLst>
        </pc:spChg>
        <pc:spChg chg="mod">
          <ac:chgData name="Soban Najam" userId="59c411b0-ccb7-4330-99a9-29cc04a2c185" providerId="ADAL" clId="{7175BE28-6B03-4995-88E8-34BBC4F1360E}" dt="2023-09-21T04:55:06.727" v="1426" actId="2711"/>
          <ac:spMkLst>
            <pc:docMk/>
            <pc:sldMk cId="2288498887" sldId="283"/>
            <ac:spMk id="95" creationId="{27461F48-6D5B-7B14-8E42-A6D51A5E1DBF}"/>
          </ac:spMkLst>
        </pc:spChg>
        <pc:spChg chg="mod">
          <ac:chgData name="Soban Najam" userId="59c411b0-ccb7-4330-99a9-29cc04a2c185" providerId="ADAL" clId="{7175BE28-6B03-4995-88E8-34BBC4F1360E}" dt="2023-09-21T04:55:06.727" v="1426" actId="2711"/>
          <ac:spMkLst>
            <pc:docMk/>
            <pc:sldMk cId="2288498887" sldId="283"/>
            <ac:spMk id="96" creationId="{371C3516-73B5-5927-6585-344CCB52A487}"/>
          </ac:spMkLst>
        </pc:spChg>
        <pc:spChg chg="mod">
          <ac:chgData name="Soban Najam" userId="59c411b0-ccb7-4330-99a9-29cc04a2c185" providerId="ADAL" clId="{7175BE28-6B03-4995-88E8-34BBC4F1360E}" dt="2023-09-21T04:55:06.727" v="1426" actId="2711"/>
          <ac:spMkLst>
            <pc:docMk/>
            <pc:sldMk cId="2288498887" sldId="283"/>
            <ac:spMk id="97" creationId="{07B51CAA-205B-6F09-793D-EE834DFC5609}"/>
          </ac:spMkLst>
        </pc:spChg>
        <pc:spChg chg="mod">
          <ac:chgData name="Soban Najam" userId="59c411b0-ccb7-4330-99a9-29cc04a2c185" providerId="ADAL" clId="{7175BE28-6B03-4995-88E8-34BBC4F1360E}" dt="2023-09-21T04:55:06.727" v="1426" actId="2711"/>
          <ac:spMkLst>
            <pc:docMk/>
            <pc:sldMk cId="2288498887" sldId="283"/>
            <ac:spMk id="98" creationId="{81DCA0C8-C104-C7EE-AFCA-8F1C901FE1F8}"/>
          </ac:spMkLst>
        </pc:spChg>
        <pc:spChg chg="mod">
          <ac:chgData name="Soban Najam" userId="59c411b0-ccb7-4330-99a9-29cc04a2c185" providerId="ADAL" clId="{7175BE28-6B03-4995-88E8-34BBC4F1360E}" dt="2023-09-21T04:55:06.727" v="1426" actId="2711"/>
          <ac:spMkLst>
            <pc:docMk/>
            <pc:sldMk cId="2288498887" sldId="283"/>
            <ac:spMk id="99" creationId="{C868526C-A13E-7667-D193-A8658CD7B686}"/>
          </ac:spMkLst>
        </pc:spChg>
        <pc:spChg chg="mod">
          <ac:chgData name="Soban Najam" userId="59c411b0-ccb7-4330-99a9-29cc04a2c185" providerId="ADAL" clId="{7175BE28-6B03-4995-88E8-34BBC4F1360E}" dt="2023-09-21T04:55:06.727" v="1426" actId="2711"/>
          <ac:spMkLst>
            <pc:docMk/>
            <pc:sldMk cId="2288498887" sldId="283"/>
            <ac:spMk id="100" creationId="{E0A7E4B0-04D0-8DC4-B961-747E7DCA26DD}"/>
          </ac:spMkLst>
        </pc:spChg>
        <pc:spChg chg="mod">
          <ac:chgData name="Soban Najam" userId="59c411b0-ccb7-4330-99a9-29cc04a2c185" providerId="ADAL" clId="{7175BE28-6B03-4995-88E8-34BBC4F1360E}" dt="2023-09-21T04:55:06.727" v="1426" actId="2711"/>
          <ac:spMkLst>
            <pc:docMk/>
            <pc:sldMk cId="2288498887" sldId="283"/>
            <ac:spMk id="101" creationId="{BAF18B8F-F1E5-DFB8-7B9C-631231C4ABEB}"/>
          </ac:spMkLst>
        </pc:spChg>
        <pc:spChg chg="mod">
          <ac:chgData name="Soban Najam" userId="59c411b0-ccb7-4330-99a9-29cc04a2c185" providerId="ADAL" clId="{7175BE28-6B03-4995-88E8-34BBC4F1360E}" dt="2023-09-21T04:55:06.727" v="1426" actId="2711"/>
          <ac:spMkLst>
            <pc:docMk/>
            <pc:sldMk cId="2288498887" sldId="283"/>
            <ac:spMk id="102" creationId="{E3237C70-DC57-4F73-7ACF-39A9AAEB66DA}"/>
          </ac:spMkLst>
        </pc:spChg>
        <pc:spChg chg="mod">
          <ac:chgData name="Soban Najam" userId="59c411b0-ccb7-4330-99a9-29cc04a2c185" providerId="ADAL" clId="{7175BE28-6B03-4995-88E8-34BBC4F1360E}" dt="2023-09-21T04:55:06.727" v="1426" actId="2711"/>
          <ac:spMkLst>
            <pc:docMk/>
            <pc:sldMk cId="2288498887" sldId="283"/>
            <ac:spMk id="103" creationId="{C95A8AB8-34D7-E421-C148-18FB57B76536}"/>
          </ac:spMkLst>
        </pc:spChg>
        <pc:spChg chg="mod">
          <ac:chgData name="Soban Najam" userId="59c411b0-ccb7-4330-99a9-29cc04a2c185" providerId="ADAL" clId="{7175BE28-6B03-4995-88E8-34BBC4F1360E}" dt="2023-09-21T04:55:06.727" v="1426" actId="2711"/>
          <ac:spMkLst>
            <pc:docMk/>
            <pc:sldMk cId="2288498887" sldId="283"/>
            <ac:spMk id="104" creationId="{E2359F9B-736B-5385-7F35-57E92177D7F4}"/>
          </ac:spMkLst>
        </pc:spChg>
        <pc:spChg chg="mod">
          <ac:chgData name="Soban Najam" userId="59c411b0-ccb7-4330-99a9-29cc04a2c185" providerId="ADAL" clId="{7175BE28-6B03-4995-88E8-34BBC4F1360E}" dt="2023-09-21T04:55:06.727" v="1426" actId="2711"/>
          <ac:spMkLst>
            <pc:docMk/>
            <pc:sldMk cId="2288498887" sldId="283"/>
            <ac:spMk id="105" creationId="{3107C1EA-7F3E-ED2B-877E-B9FE82B92955}"/>
          </ac:spMkLst>
        </pc:spChg>
        <pc:spChg chg="mod">
          <ac:chgData name="Soban Najam" userId="59c411b0-ccb7-4330-99a9-29cc04a2c185" providerId="ADAL" clId="{7175BE28-6B03-4995-88E8-34BBC4F1360E}" dt="2023-09-21T04:55:06.727" v="1426" actId="2711"/>
          <ac:spMkLst>
            <pc:docMk/>
            <pc:sldMk cId="2288498887" sldId="283"/>
            <ac:spMk id="106" creationId="{115038D6-CBB0-E27A-92FF-03D04B421615}"/>
          </ac:spMkLst>
        </pc:spChg>
        <pc:spChg chg="mod">
          <ac:chgData name="Soban Najam" userId="59c411b0-ccb7-4330-99a9-29cc04a2c185" providerId="ADAL" clId="{7175BE28-6B03-4995-88E8-34BBC4F1360E}" dt="2023-09-21T04:55:06.727" v="1426" actId="2711"/>
          <ac:spMkLst>
            <pc:docMk/>
            <pc:sldMk cId="2288498887" sldId="283"/>
            <ac:spMk id="107" creationId="{566E787A-3735-FC79-E4E4-B491A4CA1BD9}"/>
          </ac:spMkLst>
        </pc:spChg>
        <pc:spChg chg="mod">
          <ac:chgData name="Soban Najam" userId="59c411b0-ccb7-4330-99a9-29cc04a2c185" providerId="ADAL" clId="{7175BE28-6B03-4995-88E8-34BBC4F1360E}" dt="2023-09-21T04:55:06.727" v="1426" actId="2711"/>
          <ac:spMkLst>
            <pc:docMk/>
            <pc:sldMk cId="2288498887" sldId="283"/>
            <ac:spMk id="108" creationId="{EE1C834A-BE58-6DD9-E782-EAC6AF5E3E51}"/>
          </ac:spMkLst>
        </pc:spChg>
        <pc:spChg chg="mod">
          <ac:chgData name="Soban Najam" userId="59c411b0-ccb7-4330-99a9-29cc04a2c185" providerId="ADAL" clId="{7175BE28-6B03-4995-88E8-34BBC4F1360E}" dt="2023-09-21T04:55:06.727" v="1426" actId="2711"/>
          <ac:spMkLst>
            <pc:docMk/>
            <pc:sldMk cId="2288498887" sldId="283"/>
            <ac:spMk id="109" creationId="{AA0DE79A-007A-494C-8598-FE7149CB4452}"/>
          </ac:spMkLst>
        </pc:spChg>
        <pc:spChg chg="mod">
          <ac:chgData name="Soban Najam" userId="59c411b0-ccb7-4330-99a9-29cc04a2c185" providerId="ADAL" clId="{7175BE28-6B03-4995-88E8-34BBC4F1360E}" dt="2023-09-21T04:55:06.727" v="1426" actId="2711"/>
          <ac:spMkLst>
            <pc:docMk/>
            <pc:sldMk cId="2288498887" sldId="283"/>
            <ac:spMk id="110" creationId="{E243D7FF-FE1F-B536-F7F6-B6DB163BA144}"/>
          </ac:spMkLst>
        </pc:spChg>
        <pc:spChg chg="mod">
          <ac:chgData name="Soban Najam" userId="59c411b0-ccb7-4330-99a9-29cc04a2c185" providerId="ADAL" clId="{7175BE28-6B03-4995-88E8-34BBC4F1360E}" dt="2023-09-21T04:55:06.727" v="1426" actId="2711"/>
          <ac:spMkLst>
            <pc:docMk/>
            <pc:sldMk cId="2288498887" sldId="283"/>
            <ac:spMk id="111" creationId="{9A98DDDF-7BB1-2E65-8ACD-887138753B37}"/>
          </ac:spMkLst>
        </pc:spChg>
        <pc:spChg chg="mod">
          <ac:chgData name="Soban Najam" userId="59c411b0-ccb7-4330-99a9-29cc04a2c185" providerId="ADAL" clId="{7175BE28-6B03-4995-88E8-34BBC4F1360E}" dt="2023-09-21T04:55:06.727" v="1426" actId="2711"/>
          <ac:spMkLst>
            <pc:docMk/>
            <pc:sldMk cId="2288498887" sldId="283"/>
            <ac:spMk id="112" creationId="{90EFEBA1-7AE6-1210-71C8-D8EEF066D0DF}"/>
          </ac:spMkLst>
        </pc:spChg>
        <pc:spChg chg="mod">
          <ac:chgData name="Soban Najam" userId="59c411b0-ccb7-4330-99a9-29cc04a2c185" providerId="ADAL" clId="{7175BE28-6B03-4995-88E8-34BBC4F1360E}" dt="2023-09-21T04:55:06.727" v="1426" actId="2711"/>
          <ac:spMkLst>
            <pc:docMk/>
            <pc:sldMk cId="2288498887" sldId="283"/>
            <ac:spMk id="113" creationId="{66101F23-C19A-57E3-E694-D8DBCD237B80}"/>
          </ac:spMkLst>
        </pc:spChg>
        <pc:spChg chg="mod">
          <ac:chgData name="Soban Najam" userId="59c411b0-ccb7-4330-99a9-29cc04a2c185" providerId="ADAL" clId="{7175BE28-6B03-4995-88E8-34BBC4F1360E}" dt="2023-09-21T04:55:06.727" v="1426" actId="2711"/>
          <ac:spMkLst>
            <pc:docMk/>
            <pc:sldMk cId="2288498887" sldId="283"/>
            <ac:spMk id="114" creationId="{AC579FBB-1592-CFA1-45B6-3D00D6232934}"/>
          </ac:spMkLst>
        </pc:spChg>
        <pc:spChg chg="mod">
          <ac:chgData name="Soban Najam" userId="59c411b0-ccb7-4330-99a9-29cc04a2c185" providerId="ADAL" clId="{7175BE28-6B03-4995-88E8-34BBC4F1360E}" dt="2023-09-21T04:55:06.727" v="1426" actId="2711"/>
          <ac:spMkLst>
            <pc:docMk/>
            <pc:sldMk cId="2288498887" sldId="283"/>
            <ac:spMk id="115" creationId="{A101E360-DFDB-B011-FD98-707BEF74C60A}"/>
          </ac:spMkLst>
        </pc:spChg>
        <pc:spChg chg="mod">
          <ac:chgData name="Soban Najam" userId="59c411b0-ccb7-4330-99a9-29cc04a2c185" providerId="ADAL" clId="{7175BE28-6B03-4995-88E8-34BBC4F1360E}" dt="2023-09-21T04:55:06.727" v="1426" actId="2711"/>
          <ac:spMkLst>
            <pc:docMk/>
            <pc:sldMk cId="2288498887" sldId="283"/>
            <ac:spMk id="117" creationId="{AEB43286-2C59-B376-5877-2A84C8CDF0F0}"/>
          </ac:spMkLst>
        </pc:spChg>
        <pc:spChg chg="mod">
          <ac:chgData name="Soban Najam" userId="59c411b0-ccb7-4330-99a9-29cc04a2c185" providerId="ADAL" clId="{7175BE28-6B03-4995-88E8-34BBC4F1360E}" dt="2023-09-21T04:55:06.727" v="1426" actId="2711"/>
          <ac:spMkLst>
            <pc:docMk/>
            <pc:sldMk cId="2288498887" sldId="283"/>
            <ac:spMk id="118" creationId="{A6C6CC5F-7103-CCC0-87C3-96AA5AA3E597}"/>
          </ac:spMkLst>
        </pc:spChg>
        <pc:spChg chg="mod">
          <ac:chgData name="Soban Najam" userId="59c411b0-ccb7-4330-99a9-29cc04a2c185" providerId="ADAL" clId="{7175BE28-6B03-4995-88E8-34BBC4F1360E}" dt="2023-09-21T04:55:06.727" v="1426" actId="2711"/>
          <ac:spMkLst>
            <pc:docMk/>
            <pc:sldMk cId="2288498887" sldId="283"/>
            <ac:spMk id="119" creationId="{D57DA060-0E74-C5E4-530E-0C7B4D60E848}"/>
          </ac:spMkLst>
        </pc:spChg>
        <pc:spChg chg="mod">
          <ac:chgData name="Soban Najam" userId="59c411b0-ccb7-4330-99a9-29cc04a2c185" providerId="ADAL" clId="{7175BE28-6B03-4995-88E8-34BBC4F1360E}" dt="2023-09-21T04:55:06.727" v="1426" actId="2711"/>
          <ac:spMkLst>
            <pc:docMk/>
            <pc:sldMk cId="2288498887" sldId="283"/>
            <ac:spMk id="120" creationId="{E4CD16C0-CA52-18EB-83F5-B1629F119160}"/>
          </ac:spMkLst>
        </pc:spChg>
        <pc:spChg chg="mod">
          <ac:chgData name="Soban Najam" userId="59c411b0-ccb7-4330-99a9-29cc04a2c185" providerId="ADAL" clId="{7175BE28-6B03-4995-88E8-34BBC4F1360E}" dt="2023-09-21T04:55:06.727" v="1426" actId="2711"/>
          <ac:spMkLst>
            <pc:docMk/>
            <pc:sldMk cId="2288498887" sldId="283"/>
            <ac:spMk id="121" creationId="{ECDBF572-D9FE-B334-544E-7A65BDA15394}"/>
          </ac:spMkLst>
        </pc:spChg>
        <pc:spChg chg="mod">
          <ac:chgData name="Soban Najam" userId="59c411b0-ccb7-4330-99a9-29cc04a2c185" providerId="ADAL" clId="{7175BE28-6B03-4995-88E8-34BBC4F1360E}" dt="2023-09-21T04:55:06.727" v="1426" actId="2711"/>
          <ac:spMkLst>
            <pc:docMk/>
            <pc:sldMk cId="2288498887" sldId="283"/>
            <ac:spMk id="122" creationId="{A959CDD7-C50E-357D-94C2-41A99E036D34}"/>
          </ac:spMkLst>
        </pc:spChg>
        <pc:spChg chg="mod">
          <ac:chgData name="Soban Najam" userId="59c411b0-ccb7-4330-99a9-29cc04a2c185" providerId="ADAL" clId="{7175BE28-6B03-4995-88E8-34BBC4F1360E}" dt="2023-09-21T04:55:06.727" v="1426" actId="2711"/>
          <ac:spMkLst>
            <pc:docMk/>
            <pc:sldMk cId="2288498887" sldId="283"/>
            <ac:spMk id="123" creationId="{4E2F82CF-6FD5-4623-6143-23E7F6804694}"/>
          </ac:spMkLst>
        </pc:spChg>
        <pc:spChg chg="mod">
          <ac:chgData name="Soban Najam" userId="59c411b0-ccb7-4330-99a9-29cc04a2c185" providerId="ADAL" clId="{7175BE28-6B03-4995-88E8-34BBC4F1360E}" dt="2023-09-21T04:55:06.727" v="1426" actId="2711"/>
          <ac:spMkLst>
            <pc:docMk/>
            <pc:sldMk cId="2288498887" sldId="283"/>
            <ac:spMk id="124" creationId="{F8F8417C-3540-CE1E-5BEE-59873D768326}"/>
          </ac:spMkLst>
        </pc:spChg>
        <pc:spChg chg="mod">
          <ac:chgData name="Soban Najam" userId="59c411b0-ccb7-4330-99a9-29cc04a2c185" providerId="ADAL" clId="{7175BE28-6B03-4995-88E8-34BBC4F1360E}" dt="2023-09-21T04:55:06.727" v="1426" actId="2711"/>
          <ac:spMkLst>
            <pc:docMk/>
            <pc:sldMk cId="2288498887" sldId="283"/>
            <ac:spMk id="125" creationId="{76451120-914A-43D0-55C6-07F0445DB96E}"/>
          </ac:spMkLst>
        </pc:spChg>
        <pc:spChg chg="mod">
          <ac:chgData name="Soban Najam" userId="59c411b0-ccb7-4330-99a9-29cc04a2c185" providerId="ADAL" clId="{7175BE28-6B03-4995-88E8-34BBC4F1360E}" dt="2023-09-21T04:55:06.727" v="1426" actId="2711"/>
          <ac:spMkLst>
            <pc:docMk/>
            <pc:sldMk cId="2288498887" sldId="283"/>
            <ac:spMk id="126" creationId="{39375327-D946-A575-BBD1-FB66122C94A6}"/>
          </ac:spMkLst>
        </pc:spChg>
        <pc:spChg chg="mod">
          <ac:chgData name="Soban Najam" userId="59c411b0-ccb7-4330-99a9-29cc04a2c185" providerId="ADAL" clId="{7175BE28-6B03-4995-88E8-34BBC4F1360E}" dt="2023-09-21T04:55:06.727" v="1426" actId="2711"/>
          <ac:spMkLst>
            <pc:docMk/>
            <pc:sldMk cId="2288498887" sldId="283"/>
            <ac:spMk id="127" creationId="{24C74335-B300-8BC8-472F-21E8B76BAB01}"/>
          </ac:spMkLst>
        </pc:spChg>
        <pc:spChg chg="mod">
          <ac:chgData name="Soban Najam" userId="59c411b0-ccb7-4330-99a9-29cc04a2c185" providerId="ADAL" clId="{7175BE28-6B03-4995-88E8-34BBC4F1360E}" dt="2023-09-21T04:55:06.727" v="1426" actId="2711"/>
          <ac:spMkLst>
            <pc:docMk/>
            <pc:sldMk cId="2288498887" sldId="283"/>
            <ac:spMk id="128" creationId="{5726F3D2-688F-BD38-44FD-A9817838909C}"/>
          </ac:spMkLst>
        </pc:spChg>
        <pc:spChg chg="mod">
          <ac:chgData name="Soban Najam" userId="59c411b0-ccb7-4330-99a9-29cc04a2c185" providerId="ADAL" clId="{7175BE28-6B03-4995-88E8-34BBC4F1360E}" dt="2023-09-21T04:55:06.727" v="1426" actId="2711"/>
          <ac:spMkLst>
            <pc:docMk/>
            <pc:sldMk cId="2288498887" sldId="283"/>
            <ac:spMk id="129" creationId="{B6110399-A5DE-5A97-01AF-7555F93F8FE0}"/>
          </ac:spMkLst>
        </pc:spChg>
        <pc:spChg chg="mod">
          <ac:chgData name="Soban Najam" userId="59c411b0-ccb7-4330-99a9-29cc04a2c185" providerId="ADAL" clId="{7175BE28-6B03-4995-88E8-34BBC4F1360E}" dt="2023-09-21T04:55:06.727" v="1426" actId="2711"/>
          <ac:spMkLst>
            <pc:docMk/>
            <pc:sldMk cId="2288498887" sldId="283"/>
            <ac:spMk id="130" creationId="{D0C8F74C-4CBE-2298-092E-17FADB4AD0DA}"/>
          </ac:spMkLst>
        </pc:spChg>
        <pc:spChg chg="mod">
          <ac:chgData name="Soban Najam" userId="59c411b0-ccb7-4330-99a9-29cc04a2c185" providerId="ADAL" clId="{7175BE28-6B03-4995-88E8-34BBC4F1360E}" dt="2023-09-21T04:55:06.727" v="1426" actId="2711"/>
          <ac:spMkLst>
            <pc:docMk/>
            <pc:sldMk cId="2288498887" sldId="283"/>
            <ac:spMk id="131" creationId="{C931C604-35C3-F47D-5B0E-3D0C0C309103}"/>
          </ac:spMkLst>
        </pc:spChg>
        <pc:spChg chg="mod">
          <ac:chgData name="Soban Najam" userId="59c411b0-ccb7-4330-99a9-29cc04a2c185" providerId="ADAL" clId="{7175BE28-6B03-4995-88E8-34BBC4F1360E}" dt="2023-09-21T04:55:06.727" v="1426" actId="2711"/>
          <ac:spMkLst>
            <pc:docMk/>
            <pc:sldMk cId="2288498887" sldId="283"/>
            <ac:spMk id="132" creationId="{2EB9B2A4-D00D-47BF-E544-2EC18BC3FC1A}"/>
          </ac:spMkLst>
        </pc:spChg>
        <pc:spChg chg="mod">
          <ac:chgData name="Soban Najam" userId="59c411b0-ccb7-4330-99a9-29cc04a2c185" providerId="ADAL" clId="{7175BE28-6B03-4995-88E8-34BBC4F1360E}" dt="2023-09-21T04:55:06.727" v="1426" actId="2711"/>
          <ac:spMkLst>
            <pc:docMk/>
            <pc:sldMk cId="2288498887" sldId="283"/>
            <ac:spMk id="133" creationId="{EAA6BC87-869A-E0AE-862C-31049D62BA7B}"/>
          </ac:spMkLst>
        </pc:spChg>
        <pc:spChg chg="mod">
          <ac:chgData name="Soban Najam" userId="59c411b0-ccb7-4330-99a9-29cc04a2c185" providerId="ADAL" clId="{7175BE28-6B03-4995-88E8-34BBC4F1360E}" dt="2023-09-21T04:55:06.727" v="1426" actId="2711"/>
          <ac:spMkLst>
            <pc:docMk/>
            <pc:sldMk cId="2288498887" sldId="283"/>
            <ac:spMk id="134" creationId="{846431F0-C877-B5D8-C75E-6E05E8B7ABEE}"/>
          </ac:spMkLst>
        </pc:spChg>
        <pc:spChg chg="mod">
          <ac:chgData name="Soban Najam" userId="59c411b0-ccb7-4330-99a9-29cc04a2c185" providerId="ADAL" clId="{7175BE28-6B03-4995-88E8-34BBC4F1360E}" dt="2023-09-21T04:55:06.727" v="1426" actId="2711"/>
          <ac:spMkLst>
            <pc:docMk/>
            <pc:sldMk cId="2288498887" sldId="283"/>
            <ac:spMk id="135" creationId="{F00A1D88-152A-3598-EACA-4EE75D37F88C}"/>
          </ac:spMkLst>
        </pc:spChg>
        <pc:spChg chg="mod">
          <ac:chgData name="Soban Najam" userId="59c411b0-ccb7-4330-99a9-29cc04a2c185" providerId="ADAL" clId="{7175BE28-6B03-4995-88E8-34BBC4F1360E}" dt="2023-09-21T04:55:06.727" v="1426" actId="2711"/>
          <ac:spMkLst>
            <pc:docMk/>
            <pc:sldMk cId="2288498887" sldId="283"/>
            <ac:spMk id="136" creationId="{96EFA7B2-E2A2-55B4-28F9-72E1C57DF566}"/>
          </ac:spMkLst>
        </pc:spChg>
        <pc:spChg chg="mod">
          <ac:chgData name="Soban Najam" userId="59c411b0-ccb7-4330-99a9-29cc04a2c185" providerId="ADAL" clId="{7175BE28-6B03-4995-88E8-34BBC4F1360E}" dt="2023-09-21T04:55:06.727" v="1426" actId="2711"/>
          <ac:spMkLst>
            <pc:docMk/>
            <pc:sldMk cId="2288498887" sldId="283"/>
            <ac:spMk id="137" creationId="{893F1041-69CF-549D-8E87-482B66E37EFB}"/>
          </ac:spMkLst>
        </pc:spChg>
        <pc:spChg chg="mod">
          <ac:chgData name="Soban Najam" userId="59c411b0-ccb7-4330-99a9-29cc04a2c185" providerId="ADAL" clId="{7175BE28-6B03-4995-88E8-34BBC4F1360E}" dt="2023-09-21T04:55:06.727" v="1426" actId="2711"/>
          <ac:spMkLst>
            <pc:docMk/>
            <pc:sldMk cId="2288498887" sldId="283"/>
            <ac:spMk id="138" creationId="{68B820F7-0DB8-EC1D-1112-1E95E7E8A736}"/>
          </ac:spMkLst>
        </pc:spChg>
        <pc:spChg chg="mod">
          <ac:chgData name="Soban Najam" userId="59c411b0-ccb7-4330-99a9-29cc04a2c185" providerId="ADAL" clId="{7175BE28-6B03-4995-88E8-34BBC4F1360E}" dt="2023-09-21T04:55:06.727" v="1426" actId="2711"/>
          <ac:spMkLst>
            <pc:docMk/>
            <pc:sldMk cId="2288498887" sldId="283"/>
            <ac:spMk id="139" creationId="{D53F2978-59B8-A5F6-3F8F-5EEC0ABD913D}"/>
          </ac:spMkLst>
        </pc:spChg>
        <pc:spChg chg="mod">
          <ac:chgData name="Soban Najam" userId="59c411b0-ccb7-4330-99a9-29cc04a2c185" providerId="ADAL" clId="{7175BE28-6B03-4995-88E8-34BBC4F1360E}" dt="2023-09-21T04:55:06.727" v="1426" actId="2711"/>
          <ac:spMkLst>
            <pc:docMk/>
            <pc:sldMk cId="2288498887" sldId="283"/>
            <ac:spMk id="140" creationId="{D7021220-4801-EE84-FF22-976DD2410548}"/>
          </ac:spMkLst>
        </pc:spChg>
        <pc:spChg chg="mod">
          <ac:chgData name="Soban Najam" userId="59c411b0-ccb7-4330-99a9-29cc04a2c185" providerId="ADAL" clId="{7175BE28-6B03-4995-88E8-34BBC4F1360E}" dt="2023-09-21T04:55:06.727" v="1426" actId="2711"/>
          <ac:spMkLst>
            <pc:docMk/>
            <pc:sldMk cId="2288498887" sldId="283"/>
            <ac:spMk id="141" creationId="{9E404834-548E-0740-4FF0-783E1C1D7040}"/>
          </ac:spMkLst>
        </pc:spChg>
        <pc:spChg chg="mod">
          <ac:chgData name="Soban Najam" userId="59c411b0-ccb7-4330-99a9-29cc04a2c185" providerId="ADAL" clId="{7175BE28-6B03-4995-88E8-34BBC4F1360E}" dt="2023-09-21T04:55:06.727" v="1426" actId="2711"/>
          <ac:spMkLst>
            <pc:docMk/>
            <pc:sldMk cId="2288498887" sldId="283"/>
            <ac:spMk id="142" creationId="{144260D4-C844-02E6-2A0B-07F96225FCB0}"/>
          </ac:spMkLst>
        </pc:spChg>
        <pc:spChg chg="mod">
          <ac:chgData name="Soban Najam" userId="59c411b0-ccb7-4330-99a9-29cc04a2c185" providerId="ADAL" clId="{7175BE28-6B03-4995-88E8-34BBC4F1360E}" dt="2023-09-21T04:55:06.727" v="1426" actId="2711"/>
          <ac:spMkLst>
            <pc:docMk/>
            <pc:sldMk cId="2288498887" sldId="283"/>
            <ac:spMk id="143" creationId="{26B1E6AB-8B6A-C0CB-D668-FB170FA7332D}"/>
          </ac:spMkLst>
        </pc:spChg>
        <pc:spChg chg="mod">
          <ac:chgData name="Soban Najam" userId="59c411b0-ccb7-4330-99a9-29cc04a2c185" providerId="ADAL" clId="{7175BE28-6B03-4995-88E8-34BBC4F1360E}" dt="2023-09-21T04:55:06.727" v="1426" actId="2711"/>
          <ac:spMkLst>
            <pc:docMk/>
            <pc:sldMk cId="2288498887" sldId="283"/>
            <ac:spMk id="144" creationId="{7C2D143C-AF82-9356-7006-EDC71FDF97F0}"/>
          </ac:spMkLst>
        </pc:spChg>
        <pc:spChg chg="mod">
          <ac:chgData name="Soban Najam" userId="59c411b0-ccb7-4330-99a9-29cc04a2c185" providerId="ADAL" clId="{7175BE28-6B03-4995-88E8-34BBC4F1360E}" dt="2023-09-21T04:55:06.727" v="1426" actId="2711"/>
          <ac:spMkLst>
            <pc:docMk/>
            <pc:sldMk cId="2288498887" sldId="283"/>
            <ac:spMk id="145" creationId="{DD97687B-99C6-78DC-C002-5728DFA8A0AD}"/>
          </ac:spMkLst>
        </pc:spChg>
        <pc:spChg chg="mod">
          <ac:chgData name="Soban Najam" userId="59c411b0-ccb7-4330-99a9-29cc04a2c185" providerId="ADAL" clId="{7175BE28-6B03-4995-88E8-34BBC4F1360E}" dt="2023-09-21T04:55:06.727" v="1426" actId="2711"/>
          <ac:spMkLst>
            <pc:docMk/>
            <pc:sldMk cId="2288498887" sldId="283"/>
            <ac:spMk id="146" creationId="{6301941D-4AAC-1816-51E9-35689AF27CAA}"/>
          </ac:spMkLst>
        </pc:spChg>
        <pc:spChg chg="mod">
          <ac:chgData name="Soban Najam" userId="59c411b0-ccb7-4330-99a9-29cc04a2c185" providerId="ADAL" clId="{7175BE28-6B03-4995-88E8-34BBC4F1360E}" dt="2023-09-21T04:55:06.727" v="1426" actId="2711"/>
          <ac:spMkLst>
            <pc:docMk/>
            <pc:sldMk cId="2288498887" sldId="283"/>
            <ac:spMk id="147" creationId="{C889BBE1-762C-0B8B-5894-E079E98938A8}"/>
          </ac:spMkLst>
        </pc:spChg>
        <pc:spChg chg="mod">
          <ac:chgData name="Soban Najam" userId="59c411b0-ccb7-4330-99a9-29cc04a2c185" providerId="ADAL" clId="{7175BE28-6B03-4995-88E8-34BBC4F1360E}" dt="2023-09-21T04:55:06.727" v="1426" actId="2711"/>
          <ac:spMkLst>
            <pc:docMk/>
            <pc:sldMk cId="2288498887" sldId="283"/>
            <ac:spMk id="148" creationId="{757275C3-4147-7832-6482-AFE4E94202A9}"/>
          </ac:spMkLst>
        </pc:spChg>
        <pc:spChg chg="mod">
          <ac:chgData name="Soban Najam" userId="59c411b0-ccb7-4330-99a9-29cc04a2c185" providerId="ADAL" clId="{7175BE28-6B03-4995-88E8-34BBC4F1360E}" dt="2023-09-21T04:55:06.727" v="1426" actId="2711"/>
          <ac:spMkLst>
            <pc:docMk/>
            <pc:sldMk cId="2288498887" sldId="283"/>
            <ac:spMk id="149" creationId="{5D288888-81B1-A551-A1C7-D65C7DACC1D7}"/>
          </ac:spMkLst>
        </pc:spChg>
        <pc:spChg chg="mod">
          <ac:chgData name="Soban Najam" userId="59c411b0-ccb7-4330-99a9-29cc04a2c185" providerId="ADAL" clId="{7175BE28-6B03-4995-88E8-34BBC4F1360E}" dt="2023-09-21T04:55:06.727" v="1426" actId="2711"/>
          <ac:spMkLst>
            <pc:docMk/>
            <pc:sldMk cId="2288498887" sldId="283"/>
            <ac:spMk id="150" creationId="{87A91E9E-8063-6FA2-1AFD-5872B898E185}"/>
          </ac:spMkLst>
        </pc:spChg>
        <pc:spChg chg="mod">
          <ac:chgData name="Soban Najam" userId="59c411b0-ccb7-4330-99a9-29cc04a2c185" providerId="ADAL" clId="{7175BE28-6B03-4995-88E8-34BBC4F1360E}" dt="2023-09-21T04:55:06.727" v="1426" actId="2711"/>
          <ac:spMkLst>
            <pc:docMk/>
            <pc:sldMk cId="2288498887" sldId="283"/>
            <ac:spMk id="151" creationId="{3B38E621-A580-0839-1082-16CC0B634385}"/>
          </ac:spMkLst>
        </pc:spChg>
        <pc:spChg chg="mod">
          <ac:chgData name="Soban Najam" userId="59c411b0-ccb7-4330-99a9-29cc04a2c185" providerId="ADAL" clId="{7175BE28-6B03-4995-88E8-34BBC4F1360E}" dt="2023-09-21T04:55:06.727" v="1426" actId="2711"/>
          <ac:spMkLst>
            <pc:docMk/>
            <pc:sldMk cId="2288498887" sldId="283"/>
            <ac:spMk id="157" creationId="{CA274ADA-EC81-08EC-15F2-ECA3B4FC1BDD}"/>
          </ac:spMkLst>
        </pc:spChg>
        <pc:spChg chg="mod">
          <ac:chgData name="Soban Najam" userId="59c411b0-ccb7-4330-99a9-29cc04a2c185" providerId="ADAL" clId="{7175BE28-6B03-4995-88E8-34BBC4F1360E}" dt="2023-09-21T04:55:06.727" v="1426" actId="2711"/>
          <ac:spMkLst>
            <pc:docMk/>
            <pc:sldMk cId="2288498887" sldId="283"/>
            <ac:spMk id="158" creationId="{99F14E24-54F1-0FDE-8F40-86154D2736C2}"/>
          </ac:spMkLst>
        </pc:spChg>
        <pc:spChg chg="mod">
          <ac:chgData name="Soban Najam" userId="59c411b0-ccb7-4330-99a9-29cc04a2c185" providerId="ADAL" clId="{7175BE28-6B03-4995-88E8-34BBC4F1360E}" dt="2023-09-21T04:55:06.727" v="1426" actId="2711"/>
          <ac:spMkLst>
            <pc:docMk/>
            <pc:sldMk cId="2288498887" sldId="283"/>
            <ac:spMk id="159" creationId="{DDAFF783-E2D1-D2EB-2035-F9AAF984BBAA}"/>
          </ac:spMkLst>
        </pc:spChg>
        <pc:spChg chg="mod">
          <ac:chgData name="Soban Najam" userId="59c411b0-ccb7-4330-99a9-29cc04a2c185" providerId="ADAL" clId="{7175BE28-6B03-4995-88E8-34BBC4F1360E}" dt="2023-09-21T04:55:06.727" v="1426" actId="2711"/>
          <ac:spMkLst>
            <pc:docMk/>
            <pc:sldMk cId="2288498887" sldId="283"/>
            <ac:spMk id="160" creationId="{A9B0C7D4-D6B8-6C3A-593A-869FA86950CA}"/>
          </ac:spMkLst>
        </pc:spChg>
        <pc:spChg chg="mod">
          <ac:chgData name="Soban Najam" userId="59c411b0-ccb7-4330-99a9-29cc04a2c185" providerId="ADAL" clId="{7175BE28-6B03-4995-88E8-34BBC4F1360E}" dt="2023-09-21T04:55:06.727" v="1426" actId="2711"/>
          <ac:spMkLst>
            <pc:docMk/>
            <pc:sldMk cId="2288498887" sldId="283"/>
            <ac:spMk id="161" creationId="{981FC97A-21AD-E57E-A7A3-111E98F53797}"/>
          </ac:spMkLst>
        </pc:spChg>
        <pc:spChg chg="mod">
          <ac:chgData name="Soban Najam" userId="59c411b0-ccb7-4330-99a9-29cc04a2c185" providerId="ADAL" clId="{7175BE28-6B03-4995-88E8-34BBC4F1360E}" dt="2023-09-21T04:55:06.727" v="1426" actId="2711"/>
          <ac:spMkLst>
            <pc:docMk/>
            <pc:sldMk cId="2288498887" sldId="283"/>
            <ac:spMk id="162" creationId="{EA411FAE-754D-99AD-3CCE-899A8824F7BA}"/>
          </ac:spMkLst>
        </pc:spChg>
        <pc:spChg chg="mod">
          <ac:chgData name="Soban Najam" userId="59c411b0-ccb7-4330-99a9-29cc04a2c185" providerId="ADAL" clId="{7175BE28-6B03-4995-88E8-34BBC4F1360E}" dt="2023-09-21T04:55:06.727" v="1426" actId="2711"/>
          <ac:spMkLst>
            <pc:docMk/>
            <pc:sldMk cId="2288498887" sldId="283"/>
            <ac:spMk id="163" creationId="{46506739-9647-7AF4-340D-0D32D9C2CE3B}"/>
          </ac:spMkLst>
        </pc:spChg>
        <pc:spChg chg="mod">
          <ac:chgData name="Soban Najam" userId="59c411b0-ccb7-4330-99a9-29cc04a2c185" providerId="ADAL" clId="{7175BE28-6B03-4995-88E8-34BBC4F1360E}" dt="2023-09-21T04:55:06.727" v="1426" actId="2711"/>
          <ac:spMkLst>
            <pc:docMk/>
            <pc:sldMk cId="2288498887" sldId="283"/>
            <ac:spMk id="164" creationId="{A3E69453-6863-E047-F0D9-C5C3D9A52526}"/>
          </ac:spMkLst>
        </pc:spChg>
        <pc:spChg chg="mod">
          <ac:chgData name="Soban Najam" userId="59c411b0-ccb7-4330-99a9-29cc04a2c185" providerId="ADAL" clId="{7175BE28-6B03-4995-88E8-34BBC4F1360E}" dt="2023-09-21T04:55:06.727" v="1426" actId="2711"/>
          <ac:spMkLst>
            <pc:docMk/>
            <pc:sldMk cId="2288498887" sldId="283"/>
            <ac:spMk id="165" creationId="{BB32C710-1EA9-FC0A-0587-748F65010EF9}"/>
          </ac:spMkLst>
        </pc:spChg>
        <pc:spChg chg="mod">
          <ac:chgData name="Soban Najam" userId="59c411b0-ccb7-4330-99a9-29cc04a2c185" providerId="ADAL" clId="{7175BE28-6B03-4995-88E8-34BBC4F1360E}" dt="2023-09-21T04:55:06.727" v="1426" actId="2711"/>
          <ac:spMkLst>
            <pc:docMk/>
            <pc:sldMk cId="2288498887" sldId="283"/>
            <ac:spMk id="166" creationId="{1A4FD41D-C07A-F6B0-413B-E4E8BB7F4382}"/>
          </ac:spMkLst>
        </pc:spChg>
        <pc:spChg chg="mod">
          <ac:chgData name="Soban Najam" userId="59c411b0-ccb7-4330-99a9-29cc04a2c185" providerId="ADAL" clId="{7175BE28-6B03-4995-88E8-34BBC4F1360E}" dt="2023-09-21T04:55:06.727" v="1426" actId="2711"/>
          <ac:spMkLst>
            <pc:docMk/>
            <pc:sldMk cId="2288498887" sldId="283"/>
            <ac:spMk id="167" creationId="{A8B1106D-9394-97B8-D516-6ABCF682CEB5}"/>
          </ac:spMkLst>
        </pc:spChg>
        <pc:spChg chg="mod">
          <ac:chgData name="Soban Najam" userId="59c411b0-ccb7-4330-99a9-29cc04a2c185" providerId="ADAL" clId="{7175BE28-6B03-4995-88E8-34BBC4F1360E}" dt="2023-09-21T04:55:06.727" v="1426" actId="2711"/>
          <ac:spMkLst>
            <pc:docMk/>
            <pc:sldMk cId="2288498887" sldId="283"/>
            <ac:spMk id="168" creationId="{A68029CB-52D2-DEE0-026A-13EF21FCD09B}"/>
          </ac:spMkLst>
        </pc:spChg>
        <pc:spChg chg="mod">
          <ac:chgData name="Soban Najam" userId="59c411b0-ccb7-4330-99a9-29cc04a2c185" providerId="ADAL" clId="{7175BE28-6B03-4995-88E8-34BBC4F1360E}" dt="2023-09-21T04:55:06.727" v="1426" actId="2711"/>
          <ac:spMkLst>
            <pc:docMk/>
            <pc:sldMk cId="2288498887" sldId="283"/>
            <ac:spMk id="169" creationId="{3BBEDE19-300C-CF03-3345-D02E2B9A91D6}"/>
          </ac:spMkLst>
        </pc:spChg>
        <pc:spChg chg="mod">
          <ac:chgData name="Soban Najam" userId="59c411b0-ccb7-4330-99a9-29cc04a2c185" providerId="ADAL" clId="{7175BE28-6B03-4995-88E8-34BBC4F1360E}" dt="2023-09-21T04:55:06.727" v="1426" actId="2711"/>
          <ac:spMkLst>
            <pc:docMk/>
            <pc:sldMk cId="2288498887" sldId="283"/>
            <ac:spMk id="170" creationId="{EB8054F5-2F77-4EC1-AFFA-C56D44DBACD8}"/>
          </ac:spMkLst>
        </pc:spChg>
        <pc:spChg chg="mod">
          <ac:chgData name="Soban Najam" userId="59c411b0-ccb7-4330-99a9-29cc04a2c185" providerId="ADAL" clId="{7175BE28-6B03-4995-88E8-34BBC4F1360E}" dt="2023-09-21T04:55:06.727" v="1426" actId="2711"/>
          <ac:spMkLst>
            <pc:docMk/>
            <pc:sldMk cId="2288498887" sldId="283"/>
            <ac:spMk id="171" creationId="{D35D35A9-DDA4-091D-F53C-A87C89006CE7}"/>
          </ac:spMkLst>
        </pc:spChg>
        <pc:spChg chg="mod">
          <ac:chgData name="Soban Najam" userId="59c411b0-ccb7-4330-99a9-29cc04a2c185" providerId="ADAL" clId="{7175BE28-6B03-4995-88E8-34BBC4F1360E}" dt="2023-09-21T04:55:06.727" v="1426" actId="2711"/>
          <ac:spMkLst>
            <pc:docMk/>
            <pc:sldMk cId="2288498887" sldId="283"/>
            <ac:spMk id="172" creationId="{1E616CE7-0F83-4FA7-C068-42941FE8CB11}"/>
          </ac:spMkLst>
        </pc:spChg>
        <pc:spChg chg="mod">
          <ac:chgData name="Soban Najam" userId="59c411b0-ccb7-4330-99a9-29cc04a2c185" providerId="ADAL" clId="{7175BE28-6B03-4995-88E8-34BBC4F1360E}" dt="2023-09-21T04:55:06.727" v="1426" actId="2711"/>
          <ac:spMkLst>
            <pc:docMk/>
            <pc:sldMk cId="2288498887" sldId="283"/>
            <ac:spMk id="173" creationId="{C1FAE96D-7074-55AE-A1BD-EEB159C917DE}"/>
          </ac:spMkLst>
        </pc:spChg>
        <pc:spChg chg="mod">
          <ac:chgData name="Soban Najam" userId="59c411b0-ccb7-4330-99a9-29cc04a2c185" providerId="ADAL" clId="{7175BE28-6B03-4995-88E8-34BBC4F1360E}" dt="2023-09-21T04:55:06.727" v="1426" actId="2711"/>
          <ac:spMkLst>
            <pc:docMk/>
            <pc:sldMk cId="2288498887" sldId="283"/>
            <ac:spMk id="174" creationId="{8802AE0B-3E62-B081-3AB7-E008E97FFBA1}"/>
          </ac:spMkLst>
        </pc:spChg>
        <pc:spChg chg="mod">
          <ac:chgData name="Soban Najam" userId="59c411b0-ccb7-4330-99a9-29cc04a2c185" providerId="ADAL" clId="{7175BE28-6B03-4995-88E8-34BBC4F1360E}" dt="2023-09-21T04:55:06.727" v="1426" actId="2711"/>
          <ac:spMkLst>
            <pc:docMk/>
            <pc:sldMk cId="2288498887" sldId="283"/>
            <ac:spMk id="175" creationId="{D43DAED6-305C-6136-BC18-53AC141F8CE8}"/>
          </ac:spMkLst>
        </pc:spChg>
        <pc:spChg chg="mod">
          <ac:chgData name="Soban Najam" userId="59c411b0-ccb7-4330-99a9-29cc04a2c185" providerId="ADAL" clId="{7175BE28-6B03-4995-88E8-34BBC4F1360E}" dt="2023-09-21T04:55:06.727" v="1426" actId="2711"/>
          <ac:spMkLst>
            <pc:docMk/>
            <pc:sldMk cId="2288498887" sldId="283"/>
            <ac:spMk id="176" creationId="{497B5CEE-A008-411C-137A-1C54458D2FE5}"/>
          </ac:spMkLst>
        </pc:spChg>
        <pc:spChg chg="mod">
          <ac:chgData name="Soban Najam" userId="59c411b0-ccb7-4330-99a9-29cc04a2c185" providerId="ADAL" clId="{7175BE28-6B03-4995-88E8-34BBC4F1360E}" dt="2023-09-21T04:55:06.727" v="1426" actId="2711"/>
          <ac:spMkLst>
            <pc:docMk/>
            <pc:sldMk cId="2288498887" sldId="283"/>
            <ac:spMk id="177" creationId="{56369234-6838-B9D3-DA9F-3C560194B72D}"/>
          </ac:spMkLst>
        </pc:spChg>
        <pc:spChg chg="mod">
          <ac:chgData name="Soban Najam" userId="59c411b0-ccb7-4330-99a9-29cc04a2c185" providerId="ADAL" clId="{7175BE28-6B03-4995-88E8-34BBC4F1360E}" dt="2023-09-21T04:55:06.727" v="1426" actId="2711"/>
          <ac:spMkLst>
            <pc:docMk/>
            <pc:sldMk cId="2288498887" sldId="283"/>
            <ac:spMk id="178" creationId="{08561AAB-FDD2-C555-9BFD-CEFC50057FB9}"/>
          </ac:spMkLst>
        </pc:spChg>
        <pc:spChg chg="mod">
          <ac:chgData name="Soban Najam" userId="59c411b0-ccb7-4330-99a9-29cc04a2c185" providerId="ADAL" clId="{7175BE28-6B03-4995-88E8-34BBC4F1360E}" dt="2023-09-21T04:55:06.727" v="1426" actId="2711"/>
          <ac:spMkLst>
            <pc:docMk/>
            <pc:sldMk cId="2288498887" sldId="283"/>
            <ac:spMk id="179" creationId="{A5D5B1F5-2789-6B58-3AE5-0F3AC0C18F9D}"/>
          </ac:spMkLst>
        </pc:spChg>
        <pc:spChg chg="mod">
          <ac:chgData name="Soban Najam" userId="59c411b0-ccb7-4330-99a9-29cc04a2c185" providerId="ADAL" clId="{7175BE28-6B03-4995-88E8-34BBC4F1360E}" dt="2023-09-21T04:55:06.727" v="1426" actId="2711"/>
          <ac:spMkLst>
            <pc:docMk/>
            <pc:sldMk cId="2288498887" sldId="283"/>
            <ac:spMk id="180" creationId="{A0620EA0-DF84-319D-1504-4DBD80A1F131}"/>
          </ac:spMkLst>
        </pc:spChg>
        <pc:spChg chg="mod">
          <ac:chgData name="Soban Najam" userId="59c411b0-ccb7-4330-99a9-29cc04a2c185" providerId="ADAL" clId="{7175BE28-6B03-4995-88E8-34BBC4F1360E}" dt="2023-09-21T04:55:06.727" v="1426" actId="2711"/>
          <ac:spMkLst>
            <pc:docMk/>
            <pc:sldMk cId="2288498887" sldId="283"/>
            <ac:spMk id="181" creationId="{775BAF98-D5B5-DBA6-8655-D4C695849B39}"/>
          </ac:spMkLst>
        </pc:spChg>
        <pc:spChg chg="mod">
          <ac:chgData name="Soban Najam" userId="59c411b0-ccb7-4330-99a9-29cc04a2c185" providerId="ADAL" clId="{7175BE28-6B03-4995-88E8-34BBC4F1360E}" dt="2023-09-21T04:55:06.727" v="1426" actId="2711"/>
          <ac:spMkLst>
            <pc:docMk/>
            <pc:sldMk cId="2288498887" sldId="283"/>
            <ac:spMk id="182" creationId="{2D22F9B8-C99B-D532-136F-F2010418FA4D}"/>
          </ac:spMkLst>
        </pc:spChg>
        <pc:spChg chg="mod">
          <ac:chgData name="Soban Najam" userId="59c411b0-ccb7-4330-99a9-29cc04a2c185" providerId="ADAL" clId="{7175BE28-6B03-4995-88E8-34BBC4F1360E}" dt="2023-09-21T04:55:06.727" v="1426" actId="2711"/>
          <ac:spMkLst>
            <pc:docMk/>
            <pc:sldMk cId="2288498887" sldId="283"/>
            <ac:spMk id="183" creationId="{896AD6BB-135D-F01C-320A-56B0A98D9AEE}"/>
          </ac:spMkLst>
        </pc:spChg>
        <pc:spChg chg="mod">
          <ac:chgData name="Soban Najam" userId="59c411b0-ccb7-4330-99a9-29cc04a2c185" providerId="ADAL" clId="{7175BE28-6B03-4995-88E8-34BBC4F1360E}" dt="2023-09-21T04:55:06.727" v="1426" actId="2711"/>
          <ac:spMkLst>
            <pc:docMk/>
            <pc:sldMk cId="2288498887" sldId="283"/>
            <ac:spMk id="184" creationId="{51014F13-CE4B-266F-9B47-580ADA0E45FD}"/>
          </ac:spMkLst>
        </pc:spChg>
        <pc:spChg chg="mod">
          <ac:chgData name="Soban Najam" userId="59c411b0-ccb7-4330-99a9-29cc04a2c185" providerId="ADAL" clId="{7175BE28-6B03-4995-88E8-34BBC4F1360E}" dt="2023-09-21T04:55:06.727" v="1426" actId="2711"/>
          <ac:spMkLst>
            <pc:docMk/>
            <pc:sldMk cId="2288498887" sldId="283"/>
            <ac:spMk id="185" creationId="{BA9767B5-3FAF-0513-0FCA-A06C742D2B98}"/>
          </ac:spMkLst>
        </pc:spChg>
        <pc:spChg chg="mod">
          <ac:chgData name="Soban Najam" userId="59c411b0-ccb7-4330-99a9-29cc04a2c185" providerId="ADAL" clId="{7175BE28-6B03-4995-88E8-34BBC4F1360E}" dt="2023-09-21T04:55:06.727" v="1426" actId="2711"/>
          <ac:spMkLst>
            <pc:docMk/>
            <pc:sldMk cId="2288498887" sldId="283"/>
            <ac:spMk id="186" creationId="{495C14B1-C779-67D2-C84D-EF252C19A328}"/>
          </ac:spMkLst>
        </pc:spChg>
        <pc:spChg chg="mod">
          <ac:chgData name="Soban Najam" userId="59c411b0-ccb7-4330-99a9-29cc04a2c185" providerId="ADAL" clId="{7175BE28-6B03-4995-88E8-34BBC4F1360E}" dt="2023-09-21T04:55:06.727" v="1426" actId="2711"/>
          <ac:spMkLst>
            <pc:docMk/>
            <pc:sldMk cId="2288498887" sldId="283"/>
            <ac:spMk id="187" creationId="{E5FB7C38-D829-A620-909B-BA82A8439849}"/>
          </ac:spMkLst>
        </pc:spChg>
        <pc:spChg chg="mod">
          <ac:chgData name="Soban Najam" userId="59c411b0-ccb7-4330-99a9-29cc04a2c185" providerId="ADAL" clId="{7175BE28-6B03-4995-88E8-34BBC4F1360E}" dt="2023-09-21T04:55:06.727" v="1426" actId="2711"/>
          <ac:spMkLst>
            <pc:docMk/>
            <pc:sldMk cId="2288498887" sldId="283"/>
            <ac:spMk id="188" creationId="{5A8DC2BF-EF8D-91D3-0432-3314EE2FCF50}"/>
          </ac:spMkLst>
        </pc:spChg>
        <pc:spChg chg="mod">
          <ac:chgData name="Soban Najam" userId="59c411b0-ccb7-4330-99a9-29cc04a2c185" providerId="ADAL" clId="{7175BE28-6B03-4995-88E8-34BBC4F1360E}" dt="2023-09-21T04:55:06.727" v="1426" actId="2711"/>
          <ac:spMkLst>
            <pc:docMk/>
            <pc:sldMk cId="2288498887" sldId="283"/>
            <ac:spMk id="189" creationId="{E4101E09-049C-46C6-8861-6396342DD7CA}"/>
          </ac:spMkLst>
        </pc:spChg>
        <pc:spChg chg="mod">
          <ac:chgData name="Soban Najam" userId="59c411b0-ccb7-4330-99a9-29cc04a2c185" providerId="ADAL" clId="{7175BE28-6B03-4995-88E8-34BBC4F1360E}" dt="2023-09-21T04:55:06.727" v="1426" actId="2711"/>
          <ac:spMkLst>
            <pc:docMk/>
            <pc:sldMk cId="2288498887" sldId="283"/>
            <ac:spMk id="190" creationId="{6B6D9190-8DE6-77D4-EE3A-29376DC581A6}"/>
          </ac:spMkLst>
        </pc:spChg>
        <pc:spChg chg="mod">
          <ac:chgData name="Soban Najam" userId="59c411b0-ccb7-4330-99a9-29cc04a2c185" providerId="ADAL" clId="{7175BE28-6B03-4995-88E8-34BBC4F1360E}" dt="2023-09-21T04:55:06.727" v="1426" actId="2711"/>
          <ac:spMkLst>
            <pc:docMk/>
            <pc:sldMk cId="2288498887" sldId="283"/>
            <ac:spMk id="191" creationId="{948930AA-C472-0666-6273-D452D1615E47}"/>
          </ac:spMkLst>
        </pc:spChg>
        <pc:spChg chg="mod">
          <ac:chgData name="Soban Najam" userId="59c411b0-ccb7-4330-99a9-29cc04a2c185" providerId="ADAL" clId="{7175BE28-6B03-4995-88E8-34BBC4F1360E}" dt="2023-09-21T04:55:06.727" v="1426" actId="2711"/>
          <ac:spMkLst>
            <pc:docMk/>
            <pc:sldMk cId="2288498887" sldId="283"/>
            <ac:spMk id="198" creationId="{14D2B0B1-F8A9-A35E-F07F-7462CC9D6A46}"/>
          </ac:spMkLst>
        </pc:spChg>
        <pc:spChg chg="mod">
          <ac:chgData name="Soban Najam" userId="59c411b0-ccb7-4330-99a9-29cc04a2c185" providerId="ADAL" clId="{7175BE28-6B03-4995-88E8-34BBC4F1360E}" dt="2023-09-21T04:55:06.727" v="1426" actId="2711"/>
          <ac:spMkLst>
            <pc:docMk/>
            <pc:sldMk cId="2288498887" sldId="283"/>
            <ac:spMk id="199" creationId="{33D2D03E-31E4-6A3B-C83C-1EFC61D53F6C}"/>
          </ac:spMkLst>
        </pc:spChg>
        <pc:spChg chg="mod">
          <ac:chgData name="Soban Najam" userId="59c411b0-ccb7-4330-99a9-29cc04a2c185" providerId="ADAL" clId="{7175BE28-6B03-4995-88E8-34BBC4F1360E}" dt="2023-09-21T04:55:06.727" v="1426" actId="2711"/>
          <ac:spMkLst>
            <pc:docMk/>
            <pc:sldMk cId="2288498887" sldId="283"/>
            <ac:spMk id="200" creationId="{B6E8BBF6-1E9A-FB2F-2032-2F84968EB849}"/>
          </ac:spMkLst>
        </pc:spChg>
        <pc:spChg chg="mod">
          <ac:chgData name="Soban Najam" userId="59c411b0-ccb7-4330-99a9-29cc04a2c185" providerId="ADAL" clId="{7175BE28-6B03-4995-88E8-34BBC4F1360E}" dt="2023-09-21T04:55:06.727" v="1426" actId="2711"/>
          <ac:spMkLst>
            <pc:docMk/>
            <pc:sldMk cId="2288498887" sldId="283"/>
            <ac:spMk id="201" creationId="{A527B8BB-8B88-AF5E-60B8-588B40FD3653}"/>
          </ac:spMkLst>
        </pc:spChg>
        <pc:spChg chg="mod">
          <ac:chgData name="Soban Najam" userId="59c411b0-ccb7-4330-99a9-29cc04a2c185" providerId="ADAL" clId="{7175BE28-6B03-4995-88E8-34BBC4F1360E}" dt="2023-09-21T04:55:06.727" v="1426" actId="2711"/>
          <ac:spMkLst>
            <pc:docMk/>
            <pc:sldMk cId="2288498887" sldId="283"/>
            <ac:spMk id="202" creationId="{344A6239-F440-B106-24F5-887490E30324}"/>
          </ac:spMkLst>
        </pc:spChg>
        <pc:spChg chg="mod">
          <ac:chgData name="Soban Najam" userId="59c411b0-ccb7-4330-99a9-29cc04a2c185" providerId="ADAL" clId="{7175BE28-6B03-4995-88E8-34BBC4F1360E}" dt="2023-09-21T04:55:06.727" v="1426" actId="2711"/>
          <ac:spMkLst>
            <pc:docMk/>
            <pc:sldMk cId="2288498887" sldId="283"/>
            <ac:spMk id="203" creationId="{17F36D74-77FD-8E15-13A9-991B2769EA1D}"/>
          </ac:spMkLst>
        </pc:spChg>
        <pc:spChg chg="mod">
          <ac:chgData name="Soban Najam" userId="59c411b0-ccb7-4330-99a9-29cc04a2c185" providerId="ADAL" clId="{7175BE28-6B03-4995-88E8-34BBC4F1360E}" dt="2023-09-21T04:55:06.727" v="1426" actId="2711"/>
          <ac:spMkLst>
            <pc:docMk/>
            <pc:sldMk cId="2288498887" sldId="283"/>
            <ac:spMk id="204" creationId="{DACC55E5-CB67-0EE6-54BA-3D4B7EEA066E}"/>
          </ac:spMkLst>
        </pc:spChg>
        <pc:spChg chg="mod">
          <ac:chgData name="Soban Najam" userId="59c411b0-ccb7-4330-99a9-29cc04a2c185" providerId="ADAL" clId="{7175BE28-6B03-4995-88E8-34BBC4F1360E}" dt="2023-09-21T04:55:06.727" v="1426" actId="2711"/>
          <ac:spMkLst>
            <pc:docMk/>
            <pc:sldMk cId="2288498887" sldId="283"/>
            <ac:spMk id="205" creationId="{13943F72-BFB3-1E40-FED4-FDA6492E1615}"/>
          </ac:spMkLst>
        </pc:spChg>
        <pc:spChg chg="mod">
          <ac:chgData name="Soban Najam" userId="59c411b0-ccb7-4330-99a9-29cc04a2c185" providerId="ADAL" clId="{7175BE28-6B03-4995-88E8-34BBC4F1360E}" dt="2023-09-21T04:55:06.727" v="1426" actId="2711"/>
          <ac:spMkLst>
            <pc:docMk/>
            <pc:sldMk cId="2288498887" sldId="283"/>
            <ac:spMk id="206" creationId="{1E0F55FC-F6A2-5ADE-C1F4-805B5CACDF01}"/>
          </ac:spMkLst>
        </pc:spChg>
        <pc:spChg chg="mod">
          <ac:chgData name="Soban Najam" userId="59c411b0-ccb7-4330-99a9-29cc04a2c185" providerId="ADAL" clId="{7175BE28-6B03-4995-88E8-34BBC4F1360E}" dt="2023-09-21T04:55:06.727" v="1426" actId="2711"/>
          <ac:spMkLst>
            <pc:docMk/>
            <pc:sldMk cId="2288498887" sldId="283"/>
            <ac:spMk id="207" creationId="{03913663-9181-8BFD-2171-A99A1D51F22C}"/>
          </ac:spMkLst>
        </pc:spChg>
        <pc:spChg chg="mod">
          <ac:chgData name="Soban Najam" userId="59c411b0-ccb7-4330-99a9-29cc04a2c185" providerId="ADAL" clId="{7175BE28-6B03-4995-88E8-34BBC4F1360E}" dt="2023-09-21T04:55:06.727" v="1426" actId="2711"/>
          <ac:spMkLst>
            <pc:docMk/>
            <pc:sldMk cId="2288498887" sldId="283"/>
            <ac:spMk id="208" creationId="{E0C6C5FC-6AB3-45BB-C1E4-4956B2094932}"/>
          </ac:spMkLst>
        </pc:spChg>
        <pc:spChg chg="mod">
          <ac:chgData name="Soban Najam" userId="59c411b0-ccb7-4330-99a9-29cc04a2c185" providerId="ADAL" clId="{7175BE28-6B03-4995-88E8-34BBC4F1360E}" dt="2023-09-21T04:55:06.727" v="1426" actId="2711"/>
          <ac:spMkLst>
            <pc:docMk/>
            <pc:sldMk cId="2288498887" sldId="283"/>
            <ac:spMk id="209" creationId="{4371CEF2-175F-9648-3270-CF9DDF422697}"/>
          </ac:spMkLst>
        </pc:spChg>
        <pc:spChg chg="mod">
          <ac:chgData name="Soban Najam" userId="59c411b0-ccb7-4330-99a9-29cc04a2c185" providerId="ADAL" clId="{7175BE28-6B03-4995-88E8-34BBC4F1360E}" dt="2023-09-21T04:55:06.727" v="1426" actId="2711"/>
          <ac:spMkLst>
            <pc:docMk/>
            <pc:sldMk cId="2288498887" sldId="283"/>
            <ac:spMk id="210" creationId="{C0F31D6A-A491-5D4D-717A-2EFEBAB00E2F}"/>
          </ac:spMkLst>
        </pc:spChg>
        <pc:spChg chg="mod">
          <ac:chgData name="Soban Najam" userId="59c411b0-ccb7-4330-99a9-29cc04a2c185" providerId="ADAL" clId="{7175BE28-6B03-4995-88E8-34BBC4F1360E}" dt="2023-09-21T04:55:06.727" v="1426" actId="2711"/>
          <ac:spMkLst>
            <pc:docMk/>
            <pc:sldMk cId="2288498887" sldId="283"/>
            <ac:spMk id="211" creationId="{58B3D3EE-B12E-8D7C-B92A-C5D3886EFA57}"/>
          </ac:spMkLst>
        </pc:spChg>
        <pc:spChg chg="mod">
          <ac:chgData name="Soban Najam" userId="59c411b0-ccb7-4330-99a9-29cc04a2c185" providerId="ADAL" clId="{7175BE28-6B03-4995-88E8-34BBC4F1360E}" dt="2023-09-21T04:55:06.727" v="1426" actId="2711"/>
          <ac:spMkLst>
            <pc:docMk/>
            <pc:sldMk cId="2288498887" sldId="283"/>
            <ac:spMk id="212" creationId="{F94C28FC-D377-2851-6741-55C5CE59CB32}"/>
          </ac:spMkLst>
        </pc:spChg>
        <pc:spChg chg="mod">
          <ac:chgData name="Soban Najam" userId="59c411b0-ccb7-4330-99a9-29cc04a2c185" providerId="ADAL" clId="{7175BE28-6B03-4995-88E8-34BBC4F1360E}" dt="2023-09-21T04:55:06.727" v="1426" actId="2711"/>
          <ac:spMkLst>
            <pc:docMk/>
            <pc:sldMk cId="2288498887" sldId="283"/>
            <ac:spMk id="213" creationId="{1B7E157B-025E-E071-A14C-E86BE0A9958C}"/>
          </ac:spMkLst>
        </pc:spChg>
        <pc:spChg chg="mod">
          <ac:chgData name="Soban Najam" userId="59c411b0-ccb7-4330-99a9-29cc04a2c185" providerId="ADAL" clId="{7175BE28-6B03-4995-88E8-34BBC4F1360E}" dt="2023-09-21T04:55:06.727" v="1426" actId="2711"/>
          <ac:spMkLst>
            <pc:docMk/>
            <pc:sldMk cId="2288498887" sldId="283"/>
            <ac:spMk id="214" creationId="{D3FDD711-9366-2F41-61A5-1A6A9ADD494D}"/>
          </ac:spMkLst>
        </pc:spChg>
        <pc:spChg chg="mod">
          <ac:chgData name="Soban Najam" userId="59c411b0-ccb7-4330-99a9-29cc04a2c185" providerId="ADAL" clId="{7175BE28-6B03-4995-88E8-34BBC4F1360E}" dt="2023-09-21T04:55:06.727" v="1426" actId="2711"/>
          <ac:spMkLst>
            <pc:docMk/>
            <pc:sldMk cId="2288498887" sldId="283"/>
            <ac:spMk id="215" creationId="{A2170343-E115-2C14-1547-AD9BD08AA564}"/>
          </ac:spMkLst>
        </pc:spChg>
        <pc:spChg chg="mod">
          <ac:chgData name="Soban Najam" userId="59c411b0-ccb7-4330-99a9-29cc04a2c185" providerId="ADAL" clId="{7175BE28-6B03-4995-88E8-34BBC4F1360E}" dt="2023-09-21T04:55:06.727" v="1426" actId="2711"/>
          <ac:spMkLst>
            <pc:docMk/>
            <pc:sldMk cId="2288498887" sldId="283"/>
            <ac:spMk id="216" creationId="{BC0E3292-0090-2E19-643F-14BDA82F06BF}"/>
          </ac:spMkLst>
        </pc:spChg>
        <pc:spChg chg="mod">
          <ac:chgData name="Soban Najam" userId="59c411b0-ccb7-4330-99a9-29cc04a2c185" providerId="ADAL" clId="{7175BE28-6B03-4995-88E8-34BBC4F1360E}" dt="2023-09-21T04:55:06.727" v="1426" actId="2711"/>
          <ac:spMkLst>
            <pc:docMk/>
            <pc:sldMk cId="2288498887" sldId="283"/>
            <ac:spMk id="217" creationId="{FA8ED940-9C29-9EAB-8190-336324F09F76}"/>
          </ac:spMkLst>
        </pc:spChg>
        <pc:spChg chg="mod">
          <ac:chgData name="Soban Najam" userId="59c411b0-ccb7-4330-99a9-29cc04a2c185" providerId="ADAL" clId="{7175BE28-6B03-4995-88E8-34BBC4F1360E}" dt="2023-09-21T04:55:06.727" v="1426" actId="2711"/>
          <ac:spMkLst>
            <pc:docMk/>
            <pc:sldMk cId="2288498887" sldId="283"/>
            <ac:spMk id="218" creationId="{96E9F4A5-7E38-6FC3-865F-E397B87A0BFC}"/>
          </ac:spMkLst>
        </pc:spChg>
        <pc:spChg chg="mod">
          <ac:chgData name="Soban Najam" userId="59c411b0-ccb7-4330-99a9-29cc04a2c185" providerId="ADAL" clId="{7175BE28-6B03-4995-88E8-34BBC4F1360E}" dt="2023-09-21T04:55:06.727" v="1426" actId="2711"/>
          <ac:spMkLst>
            <pc:docMk/>
            <pc:sldMk cId="2288498887" sldId="283"/>
            <ac:spMk id="219" creationId="{C30F29A0-173B-A57B-FE4F-8FAEE9DC89A3}"/>
          </ac:spMkLst>
        </pc:spChg>
        <pc:spChg chg="mod">
          <ac:chgData name="Soban Najam" userId="59c411b0-ccb7-4330-99a9-29cc04a2c185" providerId="ADAL" clId="{7175BE28-6B03-4995-88E8-34BBC4F1360E}" dt="2023-09-21T04:55:06.727" v="1426" actId="2711"/>
          <ac:spMkLst>
            <pc:docMk/>
            <pc:sldMk cId="2288498887" sldId="283"/>
            <ac:spMk id="220" creationId="{9E02ADD2-A051-6AEE-90CB-E4BAC99C2E80}"/>
          </ac:spMkLst>
        </pc:spChg>
        <pc:spChg chg="mod">
          <ac:chgData name="Soban Najam" userId="59c411b0-ccb7-4330-99a9-29cc04a2c185" providerId="ADAL" clId="{7175BE28-6B03-4995-88E8-34BBC4F1360E}" dt="2023-09-21T04:55:06.727" v="1426" actId="2711"/>
          <ac:spMkLst>
            <pc:docMk/>
            <pc:sldMk cId="2288498887" sldId="283"/>
            <ac:spMk id="221" creationId="{9D3C78B9-0EE7-1702-F993-15F9BE26CC76}"/>
          </ac:spMkLst>
        </pc:spChg>
        <pc:spChg chg="mod">
          <ac:chgData name="Soban Najam" userId="59c411b0-ccb7-4330-99a9-29cc04a2c185" providerId="ADAL" clId="{7175BE28-6B03-4995-88E8-34BBC4F1360E}" dt="2023-09-21T04:55:06.727" v="1426" actId="2711"/>
          <ac:spMkLst>
            <pc:docMk/>
            <pc:sldMk cId="2288498887" sldId="283"/>
            <ac:spMk id="222" creationId="{353DDE0A-F531-34AF-977F-0058F317BD28}"/>
          </ac:spMkLst>
        </pc:spChg>
        <pc:spChg chg="mod">
          <ac:chgData name="Soban Najam" userId="59c411b0-ccb7-4330-99a9-29cc04a2c185" providerId="ADAL" clId="{7175BE28-6B03-4995-88E8-34BBC4F1360E}" dt="2023-09-21T04:55:06.727" v="1426" actId="2711"/>
          <ac:spMkLst>
            <pc:docMk/>
            <pc:sldMk cId="2288498887" sldId="283"/>
            <ac:spMk id="223" creationId="{8891B82C-861D-FE02-2B6D-B4E553EE4F38}"/>
          </ac:spMkLst>
        </pc:spChg>
        <pc:spChg chg="mod">
          <ac:chgData name="Soban Najam" userId="59c411b0-ccb7-4330-99a9-29cc04a2c185" providerId="ADAL" clId="{7175BE28-6B03-4995-88E8-34BBC4F1360E}" dt="2023-09-21T04:55:06.727" v="1426" actId="2711"/>
          <ac:spMkLst>
            <pc:docMk/>
            <pc:sldMk cId="2288498887" sldId="283"/>
            <ac:spMk id="224" creationId="{0C298DB1-CE0B-665D-D29A-E9386089BC17}"/>
          </ac:spMkLst>
        </pc:spChg>
        <pc:spChg chg="mod">
          <ac:chgData name="Soban Najam" userId="59c411b0-ccb7-4330-99a9-29cc04a2c185" providerId="ADAL" clId="{7175BE28-6B03-4995-88E8-34BBC4F1360E}" dt="2023-09-21T04:55:06.727" v="1426" actId="2711"/>
          <ac:spMkLst>
            <pc:docMk/>
            <pc:sldMk cId="2288498887" sldId="283"/>
            <ac:spMk id="225" creationId="{501DB900-98FD-2E94-D204-9E19F594EB23}"/>
          </ac:spMkLst>
        </pc:spChg>
        <pc:spChg chg="mod">
          <ac:chgData name="Soban Najam" userId="59c411b0-ccb7-4330-99a9-29cc04a2c185" providerId="ADAL" clId="{7175BE28-6B03-4995-88E8-34BBC4F1360E}" dt="2023-09-21T04:55:06.727" v="1426" actId="2711"/>
          <ac:spMkLst>
            <pc:docMk/>
            <pc:sldMk cId="2288498887" sldId="283"/>
            <ac:spMk id="226" creationId="{45F146A6-398B-9878-50C8-26AA89A06D0F}"/>
          </ac:spMkLst>
        </pc:spChg>
        <pc:spChg chg="mod">
          <ac:chgData name="Soban Najam" userId="59c411b0-ccb7-4330-99a9-29cc04a2c185" providerId="ADAL" clId="{7175BE28-6B03-4995-88E8-34BBC4F1360E}" dt="2023-09-21T04:55:06.727" v="1426" actId="2711"/>
          <ac:spMkLst>
            <pc:docMk/>
            <pc:sldMk cId="2288498887" sldId="283"/>
            <ac:spMk id="227" creationId="{10826F8D-E971-1224-4B74-FE9A4190035D}"/>
          </ac:spMkLst>
        </pc:spChg>
        <pc:spChg chg="mod">
          <ac:chgData name="Soban Najam" userId="59c411b0-ccb7-4330-99a9-29cc04a2c185" providerId="ADAL" clId="{7175BE28-6B03-4995-88E8-34BBC4F1360E}" dt="2023-09-21T04:55:06.727" v="1426" actId="2711"/>
          <ac:spMkLst>
            <pc:docMk/>
            <pc:sldMk cId="2288498887" sldId="283"/>
            <ac:spMk id="228" creationId="{A1697525-C980-66DF-B21D-D2A7E7917CD1}"/>
          </ac:spMkLst>
        </pc:spChg>
        <pc:spChg chg="mod">
          <ac:chgData name="Soban Najam" userId="59c411b0-ccb7-4330-99a9-29cc04a2c185" providerId="ADAL" clId="{7175BE28-6B03-4995-88E8-34BBC4F1360E}" dt="2023-09-21T04:55:06.727" v="1426" actId="2711"/>
          <ac:spMkLst>
            <pc:docMk/>
            <pc:sldMk cId="2288498887" sldId="283"/>
            <ac:spMk id="229" creationId="{9E67AD0F-18CD-AF1A-25CD-7DE8C4C68AA7}"/>
          </ac:spMkLst>
        </pc:spChg>
        <pc:spChg chg="mod">
          <ac:chgData name="Soban Najam" userId="59c411b0-ccb7-4330-99a9-29cc04a2c185" providerId="ADAL" clId="{7175BE28-6B03-4995-88E8-34BBC4F1360E}" dt="2023-09-21T04:55:06.727" v="1426" actId="2711"/>
          <ac:spMkLst>
            <pc:docMk/>
            <pc:sldMk cId="2288498887" sldId="283"/>
            <ac:spMk id="230" creationId="{03C96A0F-59AF-CC24-8CAD-1684F5A66D5C}"/>
          </ac:spMkLst>
        </pc:spChg>
        <pc:spChg chg="mod">
          <ac:chgData name="Soban Najam" userId="59c411b0-ccb7-4330-99a9-29cc04a2c185" providerId="ADAL" clId="{7175BE28-6B03-4995-88E8-34BBC4F1360E}" dt="2023-09-21T04:55:06.727" v="1426" actId="2711"/>
          <ac:spMkLst>
            <pc:docMk/>
            <pc:sldMk cId="2288498887" sldId="283"/>
            <ac:spMk id="231" creationId="{A45BC740-8E47-89C1-75D2-5BD3446A5430}"/>
          </ac:spMkLst>
        </pc:spChg>
        <pc:spChg chg="mod">
          <ac:chgData name="Soban Najam" userId="59c411b0-ccb7-4330-99a9-29cc04a2c185" providerId="ADAL" clId="{7175BE28-6B03-4995-88E8-34BBC4F1360E}" dt="2023-09-21T04:55:06.727" v="1426" actId="2711"/>
          <ac:spMkLst>
            <pc:docMk/>
            <pc:sldMk cId="2288498887" sldId="283"/>
            <ac:spMk id="232" creationId="{0FF5BB43-266B-46AE-D4B6-60E69619D884}"/>
          </ac:spMkLst>
        </pc:spChg>
        <pc:spChg chg="mod">
          <ac:chgData name="Soban Najam" userId="59c411b0-ccb7-4330-99a9-29cc04a2c185" providerId="ADAL" clId="{7175BE28-6B03-4995-88E8-34BBC4F1360E}" dt="2023-09-21T04:55:06.727" v="1426" actId="2711"/>
          <ac:spMkLst>
            <pc:docMk/>
            <pc:sldMk cId="2288498887" sldId="283"/>
            <ac:spMk id="233" creationId="{B776E33C-8692-828C-CD4B-C2462BA20129}"/>
          </ac:spMkLst>
        </pc:spChg>
        <pc:spChg chg="mod">
          <ac:chgData name="Soban Najam" userId="59c411b0-ccb7-4330-99a9-29cc04a2c185" providerId="ADAL" clId="{7175BE28-6B03-4995-88E8-34BBC4F1360E}" dt="2023-09-21T04:55:06.727" v="1426" actId="2711"/>
          <ac:spMkLst>
            <pc:docMk/>
            <pc:sldMk cId="2288498887" sldId="283"/>
            <ac:spMk id="234" creationId="{3F8BCB50-3704-5043-A13D-A55656D84613}"/>
          </ac:spMkLst>
        </pc:spChg>
        <pc:spChg chg="mod">
          <ac:chgData name="Soban Najam" userId="59c411b0-ccb7-4330-99a9-29cc04a2c185" providerId="ADAL" clId="{7175BE28-6B03-4995-88E8-34BBC4F1360E}" dt="2023-09-21T04:55:06.727" v="1426" actId="2711"/>
          <ac:spMkLst>
            <pc:docMk/>
            <pc:sldMk cId="2288498887" sldId="283"/>
            <ac:spMk id="235" creationId="{4C8C1367-E6D9-B5F0-7E1B-77800CFA816D}"/>
          </ac:spMkLst>
        </pc:spChg>
        <pc:spChg chg="mod">
          <ac:chgData name="Soban Najam" userId="59c411b0-ccb7-4330-99a9-29cc04a2c185" providerId="ADAL" clId="{7175BE28-6B03-4995-88E8-34BBC4F1360E}" dt="2023-09-21T04:55:06.727" v="1426" actId="2711"/>
          <ac:spMkLst>
            <pc:docMk/>
            <pc:sldMk cId="2288498887" sldId="283"/>
            <ac:spMk id="236" creationId="{B5754EE3-1021-12D6-5485-3E4ECF2BFFCF}"/>
          </ac:spMkLst>
        </pc:spChg>
        <pc:spChg chg="mod">
          <ac:chgData name="Soban Najam" userId="59c411b0-ccb7-4330-99a9-29cc04a2c185" providerId="ADAL" clId="{7175BE28-6B03-4995-88E8-34BBC4F1360E}" dt="2023-09-21T04:55:06.727" v="1426" actId="2711"/>
          <ac:spMkLst>
            <pc:docMk/>
            <pc:sldMk cId="2288498887" sldId="283"/>
            <ac:spMk id="237" creationId="{B4747D74-5378-52E3-151B-8494A70D56D2}"/>
          </ac:spMkLst>
        </pc:spChg>
        <pc:spChg chg="mod">
          <ac:chgData name="Soban Najam" userId="59c411b0-ccb7-4330-99a9-29cc04a2c185" providerId="ADAL" clId="{7175BE28-6B03-4995-88E8-34BBC4F1360E}" dt="2023-09-21T04:55:06.727" v="1426" actId="2711"/>
          <ac:spMkLst>
            <pc:docMk/>
            <pc:sldMk cId="2288498887" sldId="283"/>
            <ac:spMk id="238" creationId="{D5F30B1B-C560-F7CA-56A8-F14E12296C13}"/>
          </ac:spMkLst>
        </pc:spChg>
        <pc:spChg chg="mod">
          <ac:chgData name="Soban Najam" userId="59c411b0-ccb7-4330-99a9-29cc04a2c185" providerId="ADAL" clId="{7175BE28-6B03-4995-88E8-34BBC4F1360E}" dt="2023-09-21T04:55:06.727" v="1426" actId="2711"/>
          <ac:spMkLst>
            <pc:docMk/>
            <pc:sldMk cId="2288498887" sldId="283"/>
            <ac:spMk id="239" creationId="{FE5D8F8E-E8AD-F1DA-3226-264660D1C3FF}"/>
          </ac:spMkLst>
        </pc:spChg>
        <pc:spChg chg="mod">
          <ac:chgData name="Soban Najam" userId="59c411b0-ccb7-4330-99a9-29cc04a2c185" providerId="ADAL" clId="{7175BE28-6B03-4995-88E8-34BBC4F1360E}" dt="2023-09-21T04:55:06.727" v="1426" actId="2711"/>
          <ac:spMkLst>
            <pc:docMk/>
            <pc:sldMk cId="2288498887" sldId="283"/>
            <ac:spMk id="240" creationId="{08BDDA06-ACEC-ABCD-D843-480DCE6C61D4}"/>
          </ac:spMkLst>
        </pc:spChg>
        <pc:spChg chg="mod">
          <ac:chgData name="Soban Najam" userId="59c411b0-ccb7-4330-99a9-29cc04a2c185" providerId="ADAL" clId="{7175BE28-6B03-4995-88E8-34BBC4F1360E}" dt="2023-09-21T04:55:06.727" v="1426" actId="2711"/>
          <ac:spMkLst>
            <pc:docMk/>
            <pc:sldMk cId="2288498887" sldId="283"/>
            <ac:spMk id="241" creationId="{D4CFC42C-CC96-B7D5-8F35-F6ECA883DF06}"/>
          </ac:spMkLst>
        </pc:spChg>
        <pc:spChg chg="mod">
          <ac:chgData name="Soban Najam" userId="59c411b0-ccb7-4330-99a9-29cc04a2c185" providerId="ADAL" clId="{7175BE28-6B03-4995-88E8-34BBC4F1360E}" dt="2023-09-21T04:55:06.727" v="1426" actId="2711"/>
          <ac:spMkLst>
            <pc:docMk/>
            <pc:sldMk cId="2288498887" sldId="283"/>
            <ac:spMk id="242" creationId="{E45DA644-99CA-E308-E582-EFD5CAF062C3}"/>
          </ac:spMkLst>
        </pc:spChg>
        <pc:spChg chg="mod">
          <ac:chgData name="Soban Najam" userId="59c411b0-ccb7-4330-99a9-29cc04a2c185" providerId="ADAL" clId="{7175BE28-6B03-4995-88E8-34BBC4F1360E}" dt="2023-09-21T04:55:06.727" v="1426" actId="2711"/>
          <ac:spMkLst>
            <pc:docMk/>
            <pc:sldMk cId="2288498887" sldId="283"/>
            <ac:spMk id="243" creationId="{3824CD64-CE29-A775-6758-916C69870966}"/>
          </ac:spMkLst>
        </pc:spChg>
        <pc:spChg chg="mod">
          <ac:chgData name="Soban Najam" userId="59c411b0-ccb7-4330-99a9-29cc04a2c185" providerId="ADAL" clId="{7175BE28-6B03-4995-88E8-34BBC4F1360E}" dt="2023-09-21T04:55:06.727" v="1426" actId="2711"/>
          <ac:spMkLst>
            <pc:docMk/>
            <pc:sldMk cId="2288498887" sldId="283"/>
            <ac:spMk id="244" creationId="{98911A0A-148A-72C3-F84D-0747F07A7C47}"/>
          </ac:spMkLst>
        </pc:spChg>
        <pc:spChg chg="mod">
          <ac:chgData name="Soban Najam" userId="59c411b0-ccb7-4330-99a9-29cc04a2c185" providerId="ADAL" clId="{7175BE28-6B03-4995-88E8-34BBC4F1360E}" dt="2023-09-21T04:55:06.727" v="1426" actId="2711"/>
          <ac:spMkLst>
            <pc:docMk/>
            <pc:sldMk cId="2288498887" sldId="283"/>
            <ac:spMk id="245" creationId="{4C1A3C20-3133-B19B-2C82-CCE0C45D1D66}"/>
          </ac:spMkLst>
        </pc:spChg>
        <pc:spChg chg="mod">
          <ac:chgData name="Soban Najam" userId="59c411b0-ccb7-4330-99a9-29cc04a2c185" providerId="ADAL" clId="{7175BE28-6B03-4995-88E8-34BBC4F1360E}" dt="2023-09-21T04:55:06.727" v="1426" actId="2711"/>
          <ac:spMkLst>
            <pc:docMk/>
            <pc:sldMk cId="2288498887" sldId="283"/>
            <ac:spMk id="246" creationId="{B3190D6F-3D39-AB11-E045-CAC22B322BA6}"/>
          </ac:spMkLst>
        </pc:spChg>
        <pc:spChg chg="mod">
          <ac:chgData name="Soban Najam" userId="59c411b0-ccb7-4330-99a9-29cc04a2c185" providerId="ADAL" clId="{7175BE28-6B03-4995-88E8-34BBC4F1360E}" dt="2023-09-21T04:55:06.727" v="1426" actId="2711"/>
          <ac:spMkLst>
            <pc:docMk/>
            <pc:sldMk cId="2288498887" sldId="283"/>
            <ac:spMk id="247" creationId="{FF7F2D93-EA39-A316-68BC-F54AFE78BFDB}"/>
          </ac:spMkLst>
        </pc:spChg>
        <pc:spChg chg="mod">
          <ac:chgData name="Soban Najam" userId="59c411b0-ccb7-4330-99a9-29cc04a2c185" providerId="ADAL" clId="{7175BE28-6B03-4995-88E8-34BBC4F1360E}" dt="2023-09-21T04:55:06.727" v="1426" actId="2711"/>
          <ac:spMkLst>
            <pc:docMk/>
            <pc:sldMk cId="2288498887" sldId="283"/>
            <ac:spMk id="248" creationId="{A6F18212-21B9-3092-7F7B-B9B2275A9FE1}"/>
          </ac:spMkLst>
        </pc:spChg>
        <pc:spChg chg="mod">
          <ac:chgData name="Soban Najam" userId="59c411b0-ccb7-4330-99a9-29cc04a2c185" providerId="ADAL" clId="{7175BE28-6B03-4995-88E8-34BBC4F1360E}" dt="2023-09-21T04:55:06.727" v="1426" actId="2711"/>
          <ac:spMkLst>
            <pc:docMk/>
            <pc:sldMk cId="2288498887" sldId="283"/>
            <ac:spMk id="249" creationId="{BA0DED95-80A1-6D98-8AAF-6958AF861BB8}"/>
          </ac:spMkLst>
        </pc:spChg>
        <pc:spChg chg="mod">
          <ac:chgData name="Soban Najam" userId="59c411b0-ccb7-4330-99a9-29cc04a2c185" providerId="ADAL" clId="{7175BE28-6B03-4995-88E8-34BBC4F1360E}" dt="2023-09-21T04:55:06.727" v="1426" actId="2711"/>
          <ac:spMkLst>
            <pc:docMk/>
            <pc:sldMk cId="2288498887" sldId="283"/>
            <ac:spMk id="250" creationId="{6A2BA71D-8051-E44A-516B-6974E5411A00}"/>
          </ac:spMkLst>
        </pc:spChg>
        <pc:spChg chg="mod">
          <ac:chgData name="Soban Najam" userId="59c411b0-ccb7-4330-99a9-29cc04a2c185" providerId="ADAL" clId="{7175BE28-6B03-4995-88E8-34BBC4F1360E}" dt="2023-09-21T04:55:06.727" v="1426" actId="2711"/>
          <ac:spMkLst>
            <pc:docMk/>
            <pc:sldMk cId="2288498887" sldId="283"/>
            <ac:spMk id="251" creationId="{52B365E8-D603-1158-6B81-A3E4D24F6B64}"/>
          </ac:spMkLst>
        </pc:spChg>
        <pc:spChg chg="mod">
          <ac:chgData name="Soban Najam" userId="59c411b0-ccb7-4330-99a9-29cc04a2c185" providerId="ADAL" clId="{7175BE28-6B03-4995-88E8-34BBC4F1360E}" dt="2023-09-21T04:55:06.727" v="1426" actId="2711"/>
          <ac:spMkLst>
            <pc:docMk/>
            <pc:sldMk cId="2288498887" sldId="283"/>
            <ac:spMk id="252" creationId="{E14C6102-DF45-FBFE-98AE-D24FA323D6D7}"/>
          </ac:spMkLst>
        </pc:spChg>
        <pc:spChg chg="mod">
          <ac:chgData name="Soban Najam" userId="59c411b0-ccb7-4330-99a9-29cc04a2c185" providerId="ADAL" clId="{7175BE28-6B03-4995-88E8-34BBC4F1360E}" dt="2023-09-21T04:55:06.727" v="1426" actId="2711"/>
          <ac:spMkLst>
            <pc:docMk/>
            <pc:sldMk cId="2288498887" sldId="283"/>
            <ac:spMk id="253" creationId="{E61025A8-4E75-5AB7-A485-66BB43927696}"/>
          </ac:spMkLst>
        </pc:spChg>
        <pc:spChg chg="mod">
          <ac:chgData name="Soban Najam" userId="59c411b0-ccb7-4330-99a9-29cc04a2c185" providerId="ADAL" clId="{7175BE28-6B03-4995-88E8-34BBC4F1360E}" dt="2023-09-21T04:55:06.727" v="1426" actId="2711"/>
          <ac:spMkLst>
            <pc:docMk/>
            <pc:sldMk cId="2288498887" sldId="283"/>
            <ac:spMk id="254" creationId="{3C0BCF12-65DF-4144-5691-D91EBEEF5FBF}"/>
          </ac:spMkLst>
        </pc:spChg>
        <pc:spChg chg="mod">
          <ac:chgData name="Soban Najam" userId="59c411b0-ccb7-4330-99a9-29cc04a2c185" providerId="ADAL" clId="{7175BE28-6B03-4995-88E8-34BBC4F1360E}" dt="2023-09-21T04:55:06.727" v="1426" actId="2711"/>
          <ac:spMkLst>
            <pc:docMk/>
            <pc:sldMk cId="2288498887" sldId="283"/>
            <ac:spMk id="255" creationId="{F91AFF34-74B5-58C1-7AA0-C9EFC0A5FAEB}"/>
          </ac:spMkLst>
        </pc:spChg>
        <pc:spChg chg="mod">
          <ac:chgData name="Soban Najam" userId="59c411b0-ccb7-4330-99a9-29cc04a2c185" providerId="ADAL" clId="{7175BE28-6B03-4995-88E8-34BBC4F1360E}" dt="2023-09-21T04:55:06.727" v="1426" actId="2711"/>
          <ac:spMkLst>
            <pc:docMk/>
            <pc:sldMk cId="2288498887" sldId="283"/>
            <ac:spMk id="257" creationId="{B008F30F-822A-BA4F-BF85-7D80786F9313}"/>
          </ac:spMkLst>
        </pc:spChg>
        <pc:spChg chg="mod">
          <ac:chgData name="Soban Najam" userId="59c411b0-ccb7-4330-99a9-29cc04a2c185" providerId="ADAL" clId="{7175BE28-6B03-4995-88E8-34BBC4F1360E}" dt="2023-09-21T04:55:06.727" v="1426" actId="2711"/>
          <ac:spMkLst>
            <pc:docMk/>
            <pc:sldMk cId="2288498887" sldId="283"/>
            <ac:spMk id="258" creationId="{85D2469E-84A6-F79A-2902-2202FB6ADEE6}"/>
          </ac:spMkLst>
        </pc:spChg>
        <pc:spChg chg="mod">
          <ac:chgData name="Soban Najam" userId="59c411b0-ccb7-4330-99a9-29cc04a2c185" providerId="ADAL" clId="{7175BE28-6B03-4995-88E8-34BBC4F1360E}" dt="2023-09-21T04:55:06.727" v="1426" actId="2711"/>
          <ac:spMkLst>
            <pc:docMk/>
            <pc:sldMk cId="2288498887" sldId="283"/>
            <ac:spMk id="259" creationId="{B75F1023-C210-56EA-AEC8-28E461D9D897}"/>
          </ac:spMkLst>
        </pc:spChg>
        <pc:spChg chg="mod">
          <ac:chgData name="Soban Najam" userId="59c411b0-ccb7-4330-99a9-29cc04a2c185" providerId="ADAL" clId="{7175BE28-6B03-4995-88E8-34BBC4F1360E}" dt="2023-09-21T04:55:06.727" v="1426" actId="2711"/>
          <ac:spMkLst>
            <pc:docMk/>
            <pc:sldMk cId="2288498887" sldId="283"/>
            <ac:spMk id="260" creationId="{CCB48199-9592-FE8A-DE70-5F2FA28F4181}"/>
          </ac:spMkLst>
        </pc:spChg>
        <pc:spChg chg="mod">
          <ac:chgData name="Soban Najam" userId="59c411b0-ccb7-4330-99a9-29cc04a2c185" providerId="ADAL" clId="{7175BE28-6B03-4995-88E8-34BBC4F1360E}" dt="2023-09-21T04:55:06.727" v="1426" actId="2711"/>
          <ac:spMkLst>
            <pc:docMk/>
            <pc:sldMk cId="2288498887" sldId="283"/>
            <ac:spMk id="261" creationId="{D59DBC4B-1FC4-ECB5-1E5F-3883DB9AEC50}"/>
          </ac:spMkLst>
        </pc:spChg>
        <pc:spChg chg="mod">
          <ac:chgData name="Soban Najam" userId="59c411b0-ccb7-4330-99a9-29cc04a2c185" providerId="ADAL" clId="{7175BE28-6B03-4995-88E8-34BBC4F1360E}" dt="2023-09-21T04:55:06.727" v="1426" actId="2711"/>
          <ac:spMkLst>
            <pc:docMk/>
            <pc:sldMk cId="2288498887" sldId="283"/>
            <ac:spMk id="262" creationId="{41442D7C-5857-2F32-F7A7-753BD18144ED}"/>
          </ac:spMkLst>
        </pc:spChg>
        <pc:spChg chg="mod">
          <ac:chgData name="Soban Najam" userId="59c411b0-ccb7-4330-99a9-29cc04a2c185" providerId="ADAL" clId="{7175BE28-6B03-4995-88E8-34BBC4F1360E}" dt="2023-09-21T04:55:06.727" v="1426" actId="2711"/>
          <ac:spMkLst>
            <pc:docMk/>
            <pc:sldMk cId="2288498887" sldId="283"/>
            <ac:spMk id="263" creationId="{77DD2B46-3BF0-0D56-A181-867FD6D327B1}"/>
          </ac:spMkLst>
        </pc:spChg>
        <pc:spChg chg="mod">
          <ac:chgData name="Soban Najam" userId="59c411b0-ccb7-4330-99a9-29cc04a2c185" providerId="ADAL" clId="{7175BE28-6B03-4995-88E8-34BBC4F1360E}" dt="2023-09-21T04:55:06.727" v="1426" actId="2711"/>
          <ac:spMkLst>
            <pc:docMk/>
            <pc:sldMk cId="2288498887" sldId="283"/>
            <ac:spMk id="264" creationId="{686E4E3C-4091-4D3D-68E9-758DAF082F4E}"/>
          </ac:spMkLst>
        </pc:spChg>
        <pc:spChg chg="mod">
          <ac:chgData name="Soban Najam" userId="59c411b0-ccb7-4330-99a9-29cc04a2c185" providerId="ADAL" clId="{7175BE28-6B03-4995-88E8-34BBC4F1360E}" dt="2023-09-21T04:55:06.727" v="1426" actId="2711"/>
          <ac:spMkLst>
            <pc:docMk/>
            <pc:sldMk cId="2288498887" sldId="283"/>
            <ac:spMk id="265" creationId="{BBB662F7-7BF7-9775-D3B5-BCB9FB23B851}"/>
          </ac:spMkLst>
        </pc:spChg>
        <pc:spChg chg="mod">
          <ac:chgData name="Soban Najam" userId="59c411b0-ccb7-4330-99a9-29cc04a2c185" providerId="ADAL" clId="{7175BE28-6B03-4995-88E8-34BBC4F1360E}" dt="2023-09-21T04:55:06.727" v="1426" actId="2711"/>
          <ac:spMkLst>
            <pc:docMk/>
            <pc:sldMk cId="2288498887" sldId="283"/>
            <ac:spMk id="266" creationId="{E1459F93-A8A5-4FB3-0EBF-B717C102195E}"/>
          </ac:spMkLst>
        </pc:spChg>
        <pc:spChg chg="mod">
          <ac:chgData name="Soban Najam" userId="59c411b0-ccb7-4330-99a9-29cc04a2c185" providerId="ADAL" clId="{7175BE28-6B03-4995-88E8-34BBC4F1360E}" dt="2023-09-21T04:55:06.727" v="1426" actId="2711"/>
          <ac:spMkLst>
            <pc:docMk/>
            <pc:sldMk cId="2288498887" sldId="283"/>
            <ac:spMk id="267" creationId="{95AFA63B-03A5-A651-DE1D-4881F2742E7A}"/>
          </ac:spMkLst>
        </pc:spChg>
        <pc:spChg chg="mod">
          <ac:chgData name="Soban Najam" userId="59c411b0-ccb7-4330-99a9-29cc04a2c185" providerId="ADAL" clId="{7175BE28-6B03-4995-88E8-34BBC4F1360E}" dt="2023-09-21T04:55:06.727" v="1426" actId="2711"/>
          <ac:spMkLst>
            <pc:docMk/>
            <pc:sldMk cId="2288498887" sldId="283"/>
            <ac:spMk id="268" creationId="{508FD185-08F1-6450-7CEE-99A47B076BD2}"/>
          </ac:spMkLst>
        </pc:spChg>
        <pc:spChg chg="mod">
          <ac:chgData name="Soban Najam" userId="59c411b0-ccb7-4330-99a9-29cc04a2c185" providerId="ADAL" clId="{7175BE28-6B03-4995-88E8-34BBC4F1360E}" dt="2023-09-21T04:55:06.727" v="1426" actId="2711"/>
          <ac:spMkLst>
            <pc:docMk/>
            <pc:sldMk cId="2288498887" sldId="283"/>
            <ac:spMk id="269" creationId="{203D7E10-9E0C-51D1-4821-2A7C4E6708BB}"/>
          </ac:spMkLst>
        </pc:spChg>
        <pc:spChg chg="mod">
          <ac:chgData name="Soban Najam" userId="59c411b0-ccb7-4330-99a9-29cc04a2c185" providerId="ADAL" clId="{7175BE28-6B03-4995-88E8-34BBC4F1360E}" dt="2023-09-21T04:55:06.727" v="1426" actId="2711"/>
          <ac:spMkLst>
            <pc:docMk/>
            <pc:sldMk cId="2288498887" sldId="283"/>
            <ac:spMk id="270" creationId="{BBA683A8-4C1D-A0B8-F38D-C4B413F5AB01}"/>
          </ac:spMkLst>
        </pc:spChg>
        <pc:spChg chg="mod">
          <ac:chgData name="Soban Najam" userId="59c411b0-ccb7-4330-99a9-29cc04a2c185" providerId="ADAL" clId="{7175BE28-6B03-4995-88E8-34BBC4F1360E}" dt="2023-09-21T04:55:06.727" v="1426" actId="2711"/>
          <ac:spMkLst>
            <pc:docMk/>
            <pc:sldMk cId="2288498887" sldId="283"/>
            <ac:spMk id="271" creationId="{AC98948B-3450-D9BE-6B85-5CEF62A3981F}"/>
          </ac:spMkLst>
        </pc:spChg>
        <pc:spChg chg="mod">
          <ac:chgData name="Soban Najam" userId="59c411b0-ccb7-4330-99a9-29cc04a2c185" providerId="ADAL" clId="{7175BE28-6B03-4995-88E8-34BBC4F1360E}" dt="2023-09-21T04:55:06.727" v="1426" actId="2711"/>
          <ac:spMkLst>
            <pc:docMk/>
            <pc:sldMk cId="2288498887" sldId="283"/>
            <ac:spMk id="272" creationId="{4947047C-F0E3-00D0-4DEB-C8AFF9C25E23}"/>
          </ac:spMkLst>
        </pc:spChg>
        <pc:spChg chg="mod">
          <ac:chgData name="Soban Najam" userId="59c411b0-ccb7-4330-99a9-29cc04a2c185" providerId="ADAL" clId="{7175BE28-6B03-4995-88E8-34BBC4F1360E}" dt="2023-09-21T04:55:06.727" v="1426" actId="2711"/>
          <ac:spMkLst>
            <pc:docMk/>
            <pc:sldMk cId="2288498887" sldId="283"/>
            <ac:spMk id="273" creationId="{F5F75498-D104-F822-0FDE-1616C8D3C8F0}"/>
          </ac:spMkLst>
        </pc:spChg>
        <pc:spChg chg="mod">
          <ac:chgData name="Soban Najam" userId="59c411b0-ccb7-4330-99a9-29cc04a2c185" providerId="ADAL" clId="{7175BE28-6B03-4995-88E8-34BBC4F1360E}" dt="2023-09-21T04:55:06.727" v="1426" actId="2711"/>
          <ac:spMkLst>
            <pc:docMk/>
            <pc:sldMk cId="2288498887" sldId="283"/>
            <ac:spMk id="274" creationId="{BB24525F-E118-E9D9-EACD-1C668D74A6C6}"/>
          </ac:spMkLst>
        </pc:spChg>
        <pc:spChg chg="mod">
          <ac:chgData name="Soban Najam" userId="59c411b0-ccb7-4330-99a9-29cc04a2c185" providerId="ADAL" clId="{7175BE28-6B03-4995-88E8-34BBC4F1360E}" dt="2023-09-21T04:55:06.727" v="1426" actId="2711"/>
          <ac:spMkLst>
            <pc:docMk/>
            <pc:sldMk cId="2288498887" sldId="283"/>
            <ac:spMk id="275" creationId="{40713DC5-A0D8-3F93-3557-E8FBA823B9C6}"/>
          </ac:spMkLst>
        </pc:spChg>
        <pc:spChg chg="mod">
          <ac:chgData name="Soban Najam" userId="59c411b0-ccb7-4330-99a9-29cc04a2c185" providerId="ADAL" clId="{7175BE28-6B03-4995-88E8-34BBC4F1360E}" dt="2023-09-21T04:55:06.727" v="1426" actId="2711"/>
          <ac:spMkLst>
            <pc:docMk/>
            <pc:sldMk cId="2288498887" sldId="283"/>
            <ac:spMk id="276" creationId="{E106EBAA-CBE1-38D7-B621-1F101115DD14}"/>
          </ac:spMkLst>
        </pc:spChg>
        <pc:spChg chg="mod">
          <ac:chgData name="Soban Najam" userId="59c411b0-ccb7-4330-99a9-29cc04a2c185" providerId="ADAL" clId="{7175BE28-6B03-4995-88E8-34BBC4F1360E}" dt="2023-09-21T04:55:06.727" v="1426" actId="2711"/>
          <ac:spMkLst>
            <pc:docMk/>
            <pc:sldMk cId="2288498887" sldId="283"/>
            <ac:spMk id="277" creationId="{15B2BFBF-297F-BCC7-135B-FDD789A94F34}"/>
          </ac:spMkLst>
        </pc:spChg>
        <pc:spChg chg="mod">
          <ac:chgData name="Soban Najam" userId="59c411b0-ccb7-4330-99a9-29cc04a2c185" providerId="ADAL" clId="{7175BE28-6B03-4995-88E8-34BBC4F1360E}" dt="2023-09-21T04:55:06.727" v="1426" actId="2711"/>
          <ac:spMkLst>
            <pc:docMk/>
            <pc:sldMk cId="2288498887" sldId="283"/>
            <ac:spMk id="278" creationId="{DF636065-A06E-59B1-3F16-BF20121A38DF}"/>
          </ac:spMkLst>
        </pc:spChg>
        <pc:spChg chg="mod">
          <ac:chgData name="Soban Najam" userId="59c411b0-ccb7-4330-99a9-29cc04a2c185" providerId="ADAL" clId="{7175BE28-6B03-4995-88E8-34BBC4F1360E}" dt="2023-09-21T04:55:06.727" v="1426" actId="2711"/>
          <ac:spMkLst>
            <pc:docMk/>
            <pc:sldMk cId="2288498887" sldId="283"/>
            <ac:spMk id="279" creationId="{132FF88F-4803-83F3-9B6E-9F64C1126CA8}"/>
          </ac:spMkLst>
        </pc:spChg>
        <pc:spChg chg="mod">
          <ac:chgData name="Soban Najam" userId="59c411b0-ccb7-4330-99a9-29cc04a2c185" providerId="ADAL" clId="{7175BE28-6B03-4995-88E8-34BBC4F1360E}" dt="2023-09-21T04:55:06.727" v="1426" actId="2711"/>
          <ac:spMkLst>
            <pc:docMk/>
            <pc:sldMk cId="2288498887" sldId="283"/>
            <ac:spMk id="280" creationId="{00AC283C-75B6-6C11-097D-AEF0733D75B4}"/>
          </ac:spMkLst>
        </pc:spChg>
        <pc:spChg chg="mod">
          <ac:chgData name="Soban Najam" userId="59c411b0-ccb7-4330-99a9-29cc04a2c185" providerId="ADAL" clId="{7175BE28-6B03-4995-88E8-34BBC4F1360E}" dt="2023-09-21T04:55:06.727" v="1426" actId="2711"/>
          <ac:spMkLst>
            <pc:docMk/>
            <pc:sldMk cId="2288498887" sldId="283"/>
            <ac:spMk id="281" creationId="{8B74E8CB-8425-C941-EA8B-4295E1042BA3}"/>
          </ac:spMkLst>
        </pc:spChg>
        <pc:spChg chg="mod">
          <ac:chgData name="Soban Najam" userId="59c411b0-ccb7-4330-99a9-29cc04a2c185" providerId="ADAL" clId="{7175BE28-6B03-4995-88E8-34BBC4F1360E}" dt="2023-09-21T04:55:06.727" v="1426" actId="2711"/>
          <ac:spMkLst>
            <pc:docMk/>
            <pc:sldMk cId="2288498887" sldId="283"/>
            <ac:spMk id="283" creationId="{F715ED78-8809-097C-79BD-60FAD624340A}"/>
          </ac:spMkLst>
        </pc:spChg>
        <pc:spChg chg="mod">
          <ac:chgData name="Soban Najam" userId="59c411b0-ccb7-4330-99a9-29cc04a2c185" providerId="ADAL" clId="{7175BE28-6B03-4995-88E8-34BBC4F1360E}" dt="2023-09-21T04:55:06.727" v="1426" actId="2711"/>
          <ac:spMkLst>
            <pc:docMk/>
            <pc:sldMk cId="2288498887" sldId="283"/>
            <ac:spMk id="284" creationId="{B77E0FC8-A505-4238-11D8-78EEC575E1D3}"/>
          </ac:spMkLst>
        </pc:spChg>
        <pc:spChg chg="mod">
          <ac:chgData name="Soban Najam" userId="59c411b0-ccb7-4330-99a9-29cc04a2c185" providerId="ADAL" clId="{7175BE28-6B03-4995-88E8-34BBC4F1360E}" dt="2023-09-21T04:55:06.727" v="1426" actId="2711"/>
          <ac:spMkLst>
            <pc:docMk/>
            <pc:sldMk cId="2288498887" sldId="283"/>
            <ac:spMk id="285" creationId="{870A7B51-20A6-F484-5BE8-14FE0CB58CDC}"/>
          </ac:spMkLst>
        </pc:spChg>
        <pc:spChg chg="mod">
          <ac:chgData name="Soban Najam" userId="59c411b0-ccb7-4330-99a9-29cc04a2c185" providerId="ADAL" clId="{7175BE28-6B03-4995-88E8-34BBC4F1360E}" dt="2023-09-21T04:55:06.727" v="1426" actId="2711"/>
          <ac:spMkLst>
            <pc:docMk/>
            <pc:sldMk cId="2288498887" sldId="283"/>
            <ac:spMk id="286" creationId="{EB30FDC6-A709-16D5-FA3E-28036A7C0AE5}"/>
          </ac:spMkLst>
        </pc:spChg>
        <pc:spChg chg="mod">
          <ac:chgData name="Soban Najam" userId="59c411b0-ccb7-4330-99a9-29cc04a2c185" providerId="ADAL" clId="{7175BE28-6B03-4995-88E8-34BBC4F1360E}" dt="2023-09-21T04:55:06.727" v="1426" actId="2711"/>
          <ac:spMkLst>
            <pc:docMk/>
            <pc:sldMk cId="2288498887" sldId="283"/>
            <ac:spMk id="287" creationId="{13E2D2CF-1E91-0CA7-B588-1B1E231785F8}"/>
          </ac:spMkLst>
        </pc:spChg>
        <pc:spChg chg="mod">
          <ac:chgData name="Soban Najam" userId="59c411b0-ccb7-4330-99a9-29cc04a2c185" providerId="ADAL" clId="{7175BE28-6B03-4995-88E8-34BBC4F1360E}" dt="2023-09-21T04:55:06.727" v="1426" actId="2711"/>
          <ac:spMkLst>
            <pc:docMk/>
            <pc:sldMk cId="2288498887" sldId="283"/>
            <ac:spMk id="288" creationId="{370EF33F-0539-E50D-F1A4-2BC1814DEAB1}"/>
          </ac:spMkLst>
        </pc:spChg>
        <pc:spChg chg="mod">
          <ac:chgData name="Soban Najam" userId="59c411b0-ccb7-4330-99a9-29cc04a2c185" providerId="ADAL" clId="{7175BE28-6B03-4995-88E8-34BBC4F1360E}" dt="2023-09-21T04:55:06.727" v="1426" actId="2711"/>
          <ac:spMkLst>
            <pc:docMk/>
            <pc:sldMk cId="2288498887" sldId="283"/>
            <ac:spMk id="289" creationId="{4890BD6D-B3A2-3F6B-CBE4-F591129EA1A1}"/>
          </ac:spMkLst>
        </pc:spChg>
        <pc:spChg chg="mod">
          <ac:chgData name="Soban Najam" userId="59c411b0-ccb7-4330-99a9-29cc04a2c185" providerId="ADAL" clId="{7175BE28-6B03-4995-88E8-34BBC4F1360E}" dt="2023-09-21T04:55:06.727" v="1426" actId="2711"/>
          <ac:spMkLst>
            <pc:docMk/>
            <pc:sldMk cId="2288498887" sldId="283"/>
            <ac:spMk id="290" creationId="{F1F2ABD5-DA58-935D-A89E-E0EC842EF158}"/>
          </ac:spMkLst>
        </pc:spChg>
        <pc:spChg chg="mod">
          <ac:chgData name="Soban Najam" userId="59c411b0-ccb7-4330-99a9-29cc04a2c185" providerId="ADAL" clId="{7175BE28-6B03-4995-88E8-34BBC4F1360E}" dt="2023-09-21T04:55:06.727" v="1426" actId="2711"/>
          <ac:spMkLst>
            <pc:docMk/>
            <pc:sldMk cId="2288498887" sldId="283"/>
            <ac:spMk id="291" creationId="{8A893B94-0356-86BB-74AA-524C216A1A9D}"/>
          </ac:spMkLst>
        </pc:spChg>
        <pc:spChg chg="mod">
          <ac:chgData name="Soban Najam" userId="59c411b0-ccb7-4330-99a9-29cc04a2c185" providerId="ADAL" clId="{7175BE28-6B03-4995-88E8-34BBC4F1360E}" dt="2023-09-21T04:55:06.727" v="1426" actId="2711"/>
          <ac:spMkLst>
            <pc:docMk/>
            <pc:sldMk cId="2288498887" sldId="283"/>
            <ac:spMk id="292" creationId="{E61062AC-8DCC-F594-D5FB-75E77824F62B}"/>
          </ac:spMkLst>
        </pc:spChg>
        <pc:spChg chg="mod">
          <ac:chgData name="Soban Najam" userId="59c411b0-ccb7-4330-99a9-29cc04a2c185" providerId="ADAL" clId="{7175BE28-6B03-4995-88E8-34BBC4F1360E}" dt="2023-09-21T04:55:06.727" v="1426" actId="2711"/>
          <ac:spMkLst>
            <pc:docMk/>
            <pc:sldMk cId="2288498887" sldId="283"/>
            <ac:spMk id="293" creationId="{50B42307-9025-7A09-2846-BAEB79EE7E61}"/>
          </ac:spMkLst>
        </pc:spChg>
        <pc:spChg chg="mod">
          <ac:chgData name="Soban Najam" userId="59c411b0-ccb7-4330-99a9-29cc04a2c185" providerId="ADAL" clId="{7175BE28-6B03-4995-88E8-34BBC4F1360E}" dt="2023-09-21T04:55:06.727" v="1426" actId="2711"/>
          <ac:spMkLst>
            <pc:docMk/>
            <pc:sldMk cId="2288498887" sldId="283"/>
            <ac:spMk id="294" creationId="{14BFA46B-7502-D127-5433-20DE8922491E}"/>
          </ac:spMkLst>
        </pc:spChg>
        <pc:spChg chg="mod">
          <ac:chgData name="Soban Najam" userId="59c411b0-ccb7-4330-99a9-29cc04a2c185" providerId="ADAL" clId="{7175BE28-6B03-4995-88E8-34BBC4F1360E}" dt="2023-09-21T04:55:06.727" v="1426" actId="2711"/>
          <ac:spMkLst>
            <pc:docMk/>
            <pc:sldMk cId="2288498887" sldId="283"/>
            <ac:spMk id="295" creationId="{289DF3D6-CD47-5883-1F7B-C1A67F60E337}"/>
          </ac:spMkLst>
        </pc:spChg>
        <pc:spChg chg="mod">
          <ac:chgData name="Soban Najam" userId="59c411b0-ccb7-4330-99a9-29cc04a2c185" providerId="ADAL" clId="{7175BE28-6B03-4995-88E8-34BBC4F1360E}" dt="2023-09-21T04:55:06.727" v="1426" actId="2711"/>
          <ac:spMkLst>
            <pc:docMk/>
            <pc:sldMk cId="2288498887" sldId="283"/>
            <ac:spMk id="296" creationId="{390E5D78-483E-74E4-75C3-C20F8E4EF1B8}"/>
          </ac:spMkLst>
        </pc:spChg>
        <pc:spChg chg="mod">
          <ac:chgData name="Soban Najam" userId="59c411b0-ccb7-4330-99a9-29cc04a2c185" providerId="ADAL" clId="{7175BE28-6B03-4995-88E8-34BBC4F1360E}" dt="2023-09-21T04:55:06.727" v="1426" actId="2711"/>
          <ac:spMkLst>
            <pc:docMk/>
            <pc:sldMk cId="2288498887" sldId="283"/>
            <ac:spMk id="298" creationId="{44821552-4C66-FFFD-2273-3BCE6B4325C7}"/>
          </ac:spMkLst>
        </pc:spChg>
        <pc:spChg chg="mod">
          <ac:chgData name="Soban Najam" userId="59c411b0-ccb7-4330-99a9-29cc04a2c185" providerId="ADAL" clId="{7175BE28-6B03-4995-88E8-34BBC4F1360E}" dt="2023-09-21T04:55:06.727" v="1426" actId="2711"/>
          <ac:spMkLst>
            <pc:docMk/>
            <pc:sldMk cId="2288498887" sldId="283"/>
            <ac:spMk id="300" creationId="{5AE006B4-43D2-FE92-BD21-6692C5A0E336}"/>
          </ac:spMkLst>
        </pc:spChg>
        <pc:spChg chg="mod">
          <ac:chgData name="Soban Najam" userId="59c411b0-ccb7-4330-99a9-29cc04a2c185" providerId="ADAL" clId="{7175BE28-6B03-4995-88E8-34BBC4F1360E}" dt="2023-09-21T04:55:06.727" v="1426" actId="2711"/>
          <ac:spMkLst>
            <pc:docMk/>
            <pc:sldMk cId="2288498887" sldId="283"/>
            <ac:spMk id="301" creationId="{5A9EB99D-1F31-61AD-349A-D8D42C798580}"/>
          </ac:spMkLst>
        </pc:spChg>
        <pc:spChg chg="mod">
          <ac:chgData name="Soban Najam" userId="59c411b0-ccb7-4330-99a9-29cc04a2c185" providerId="ADAL" clId="{7175BE28-6B03-4995-88E8-34BBC4F1360E}" dt="2023-09-21T04:55:06.727" v="1426" actId="2711"/>
          <ac:spMkLst>
            <pc:docMk/>
            <pc:sldMk cId="2288498887" sldId="283"/>
            <ac:spMk id="302" creationId="{87CDA70E-0B87-F07B-36A2-1804B16CAD10}"/>
          </ac:spMkLst>
        </pc:spChg>
        <pc:spChg chg="mod">
          <ac:chgData name="Soban Najam" userId="59c411b0-ccb7-4330-99a9-29cc04a2c185" providerId="ADAL" clId="{7175BE28-6B03-4995-88E8-34BBC4F1360E}" dt="2023-09-21T04:55:06.727" v="1426" actId="2711"/>
          <ac:spMkLst>
            <pc:docMk/>
            <pc:sldMk cId="2288498887" sldId="283"/>
            <ac:spMk id="303" creationId="{FD06C977-2289-D3E9-4491-EACAC86A832C}"/>
          </ac:spMkLst>
        </pc:spChg>
        <pc:spChg chg="mod">
          <ac:chgData name="Soban Najam" userId="59c411b0-ccb7-4330-99a9-29cc04a2c185" providerId="ADAL" clId="{7175BE28-6B03-4995-88E8-34BBC4F1360E}" dt="2023-09-21T04:55:06.727" v="1426" actId="2711"/>
          <ac:spMkLst>
            <pc:docMk/>
            <pc:sldMk cId="2288498887" sldId="283"/>
            <ac:spMk id="304" creationId="{D6D3723A-3479-2A62-C6C1-5F465B9BB841}"/>
          </ac:spMkLst>
        </pc:spChg>
        <pc:spChg chg="mod">
          <ac:chgData name="Soban Najam" userId="59c411b0-ccb7-4330-99a9-29cc04a2c185" providerId="ADAL" clId="{7175BE28-6B03-4995-88E8-34BBC4F1360E}" dt="2023-09-21T04:55:06.727" v="1426" actId="2711"/>
          <ac:spMkLst>
            <pc:docMk/>
            <pc:sldMk cId="2288498887" sldId="283"/>
            <ac:spMk id="305" creationId="{E1A37DE1-CEAB-774D-3C63-E73B02B270D5}"/>
          </ac:spMkLst>
        </pc:spChg>
        <pc:spChg chg="mod">
          <ac:chgData name="Soban Najam" userId="59c411b0-ccb7-4330-99a9-29cc04a2c185" providerId="ADAL" clId="{7175BE28-6B03-4995-88E8-34BBC4F1360E}" dt="2023-09-21T04:55:06.727" v="1426" actId="2711"/>
          <ac:spMkLst>
            <pc:docMk/>
            <pc:sldMk cId="2288498887" sldId="283"/>
            <ac:spMk id="306" creationId="{94F86958-57BC-D5E8-C1CF-DD0A55586D75}"/>
          </ac:spMkLst>
        </pc:spChg>
        <pc:spChg chg="mod">
          <ac:chgData name="Soban Najam" userId="59c411b0-ccb7-4330-99a9-29cc04a2c185" providerId="ADAL" clId="{7175BE28-6B03-4995-88E8-34BBC4F1360E}" dt="2023-09-21T04:55:06.727" v="1426" actId="2711"/>
          <ac:spMkLst>
            <pc:docMk/>
            <pc:sldMk cId="2288498887" sldId="283"/>
            <ac:spMk id="307" creationId="{392037DD-B5BF-D998-DA14-A033277DB2C3}"/>
          </ac:spMkLst>
        </pc:spChg>
        <pc:spChg chg="mod">
          <ac:chgData name="Soban Najam" userId="59c411b0-ccb7-4330-99a9-29cc04a2c185" providerId="ADAL" clId="{7175BE28-6B03-4995-88E8-34BBC4F1360E}" dt="2023-09-21T04:55:06.727" v="1426" actId="2711"/>
          <ac:spMkLst>
            <pc:docMk/>
            <pc:sldMk cId="2288498887" sldId="283"/>
            <ac:spMk id="308" creationId="{2E61ABAE-57DA-DB10-8920-87BD8C100700}"/>
          </ac:spMkLst>
        </pc:spChg>
        <pc:spChg chg="mod">
          <ac:chgData name="Soban Najam" userId="59c411b0-ccb7-4330-99a9-29cc04a2c185" providerId="ADAL" clId="{7175BE28-6B03-4995-88E8-34BBC4F1360E}" dt="2023-09-21T04:55:06.727" v="1426" actId="2711"/>
          <ac:spMkLst>
            <pc:docMk/>
            <pc:sldMk cId="2288498887" sldId="283"/>
            <ac:spMk id="309" creationId="{DC380F1B-6CD8-2203-A709-4CEC51C3D12D}"/>
          </ac:spMkLst>
        </pc:spChg>
        <pc:spChg chg="mod">
          <ac:chgData name="Soban Najam" userId="59c411b0-ccb7-4330-99a9-29cc04a2c185" providerId="ADAL" clId="{7175BE28-6B03-4995-88E8-34BBC4F1360E}" dt="2023-09-21T04:55:06.727" v="1426" actId="2711"/>
          <ac:spMkLst>
            <pc:docMk/>
            <pc:sldMk cId="2288498887" sldId="283"/>
            <ac:spMk id="310" creationId="{794845E6-C057-FBE4-C583-9A98439B951B}"/>
          </ac:spMkLst>
        </pc:spChg>
        <pc:spChg chg="mod">
          <ac:chgData name="Soban Najam" userId="59c411b0-ccb7-4330-99a9-29cc04a2c185" providerId="ADAL" clId="{7175BE28-6B03-4995-88E8-34BBC4F1360E}" dt="2023-09-21T04:55:06.727" v="1426" actId="2711"/>
          <ac:spMkLst>
            <pc:docMk/>
            <pc:sldMk cId="2288498887" sldId="283"/>
            <ac:spMk id="311" creationId="{724DA2A3-043B-14C7-746A-C6604847CDB6}"/>
          </ac:spMkLst>
        </pc:spChg>
        <pc:spChg chg="mod">
          <ac:chgData name="Soban Najam" userId="59c411b0-ccb7-4330-99a9-29cc04a2c185" providerId="ADAL" clId="{7175BE28-6B03-4995-88E8-34BBC4F1360E}" dt="2023-09-21T04:55:06.727" v="1426" actId="2711"/>
          <ac:spMkLst>
            <pc:docMk/>
            <pc:sldMk cId="2288498887" sldId="283"/>
            <ac:spMk id="312" creationId="{217FA7FA-23D1-996A-44C1-AC502BB67AE6}"/>
          </ac:spMkLst>
        </pc:spChg>
        <pc:spChg chg="mod">
          <ac:chgData name="Soban Najam" userId="59c411b0-ccb7-4330-99a9-29cc04a2c185" providerId="ADAL" clId="{7175BE28-6B03-4995-88E8-34BBC4F1360E}" dt="2023-09-21T04:55:06.727" v="1426" actId="2711"/>
          <ac:spMkLst>
            <pc:docMk/>
            <pc:sldMk cId="2288498887" sldId="283"/>
            <ac:spMk id="313" creationId="{B1E03398-A94C-1D07-CE24-C88ABC121AA4}"/>
          </ac:spMkLst>
        </pc:spChg>
        <pc:spChg chg="mod">
          <ac:chgData name="Soban Najam" userId="59c411b0-ccb7-4330-99a9-29cc04a2c185" providerId="ADAL" clId="{7175BE28-6B03-4995-88E8-34BBC4F1360E}" dt="2023-09-21T04:55:06.727" v="1426" actId="2711"/>
          <ac:spMkLst>
            <pc:docMk/>
            <pc:sldMk cId="2288498887" sldId="283"/>
            <ac:spMk id="314" creationId="{C57B5F8F-4F36-BE57-03AB-9BB5BD87D796}"/>
          </ac:spMkLst>
        </pc:spChg>
        <pc:spChg chg="mod">
          <ac:chgData name="Soban Najam" userId="59c411b0-ccb7-4330-99a9-29cc04a2c185" providerId="ADAL" clId="{7175BE28-6B03-4995-88E8-34BBC4F1360E}" dt="2023-09-21T04:55:06.727" v="1426" actId="2711"/>
          <ac:spMkLst>
            <pc:docMk/>
            <pc:sldMk cId="2288498887" sldId="283"/>
            <ac:spMk id="315" creationId="{81301E45-EC0B-D700-FFC0-125826FF6428}"/>
          </ac:spMkLst>
        </pc:spChg>
        <pc:spChg chg="mod">
          <ac:chgData name="Soban Najam" userId="59c411b0-ccb7-4330-99a9-29cc04a2c185" providerId="ADAL" clId="{7175BE28-6B03-4995-88E8-34BBC4F1360E}" dt="2023-09-21T04:55:06.727" v="1426" actId="2711"/>
          <ac:spMkLst>
            <pc:docMk/>
            <pc:sldMk cId="2288498887" sldId="283"/>
            <ac:spMk id="316" creationId="{AB9143C2-CAFE-90C5-5815-6C37F669F5A3}"/>
          </ac:spMkLst>
        </pc:spChg>
        <pc:spChg chg="mod">
          <ac:chgData name="Soban Najam" userId="59c411b0-ccb7-4330-99a9-29cc04a2c185" providerId="ADAL" clId="{7175BE28-6B03-4995-88E8-34BBC4F1360E}" dt="2023-09-21T04:55:06.727" v="1426" actId="2711"/>
          <ac:spMkLst>
            <pc:docMk/>
            <pc:sldMk cId="2288498887" sldId="283"/>
            <ac:spMk id="317" creationId="{4CB0359D-E92C-70BD-384B-AC16F4FC93B4}"/>
          </ac:spMkLst>
        </pc:spChg>
        <pc:spChg chg="mod">
          <ac:chgData name="Soban Najam" userId="59c411b0-ccb7-4330-99a9-29cc04a2c185" providerId="ADAL" clId="{7175BE28-6B03-4995-88E8-34BBC4F1360E}" dt="2023-09-21T04:55:06.727" v="1426" actId="2711"/>
          <ac:spMkLst>
            <pc:docMk/>
            <pc:sldMk cId="2288498887" sldId="283"/>
            <ac:spMk id="318" creationId="{7F8EFE76-283B-4AE3-2E8F-1EECC185A974}"/>
          </ac:spMkLst>
        </pc:spChg>
        <pc:spChg chg="mod">
          <ac:chgData name="Soban Najam" userId="59c411b0-ccb7-4330-99a9-29cc04a2c185" providerId="ADAL" clId="{7175BE28-6B03-4995-88E8-34BBC4F1360E}" dt="2023-09-21T04:55:06.727" v="1426" actId="2711"/>
          <ac:spMkLst>
            <pc:docMk/>
            <pc:sldMk cId="2288498887" sldId="283"/>
            <ac:spMk id="319" creationId="{A1BF43C1-DEE2-1887-0C5D-EE4D5F2F19D0}"/>
          </ac:spMkLst>
        </pc:spChg>
        <pc:spChg chg="mod">
          <ac:chgData name="Soban Najam" userId="59c411b0-ccb7-4330-99a9-29cc04a2c185" providerId="ADAL" clId="{7175BE28-6B03-4995-88E8-34BBC4F1360E}" dt="2023-09-21T04:55:06.727" v="1426" actId="2711"/>
          <ac:spMkLst>
            <pc:docMk/>
            <pc:sldMk cId="2288498887" sldId="283"/>
            <ac:spMk id="320" creationId="{F5D94525-C9EA-1B58-CBF5-25F6C5BB2956}"/>
          </ac:spMkLst>
        </pc:spChg>
        <pc:spChg chg="mod">
          <ac:chgData name="Soban Najam" userId="59c411b0-ccb7-4330-99a9-29cc04a2c185" providerId="ADAL" clId="{7175BE28-6B03-4995-88E8-34BBC4F1360E}" dt="2023-09-21T04:55:06.727" v="1426" actId="2711"/>
          <ac:spMkLst>
            <pc:docMk/>
            <pc:sldMk cId="2288498887" sldId="283"/>
            <ac:spMk id="321" creationId="{3BE5C137-2578-F14D-4C2F-FA07ED5E7FA5}"/>
          </ac:spMkLst>
        </pc:spChg>
        <pc:spChg chg="mod">
          <ac:chgData name="Soban Najam" userId="59c411b0-ccb7-4330-99a9-29cc04a2c185" providerId="ADAL" clId="{7175BE28-6B03-4995-88E8-34BBC4F1360E}" dt="2023-09-21T04:55:06.727" v="1426" actId="2711"/>
          <ac:spMkLst>
            <pc:docMk/>
            <pc:sldMk cId="2288498887" sldId="283"/>
            <ac:spMk id="322" creationId="{0545E04A-183B-8E77-53EB-ECD4CBA909AE}"/>
          </ac:spMkLst>
        </pc:spChg>
        <pc:spChg chg="mod">
          <ac:chgData name="Soban Najam" userId="59c411b0-ccb7-4330-99a9-29cc04a2c185" providerId="ADAL" clId="{7175BE28-6B03-4995-88E8-34BBC4F1360E}" dt="2023-09-21T04:55:06.727" v="1426" actId="2711"/>
          <ac:spMkLst>
            <pc:docMk/>
            <pc:sldMk cId="2288498887" sldId="283"/>
            <ac:spMk id="323" creationId="{747D7E5A-8E15-A237-55EE-35E85309AE5A}"/>
          </ac:spMkLst>
        </pc:spChg>
        <pc:spChg chg="mod">
          <ac:chgData name="Soban Najam" userId="59c411b0-ccb7-4330-99a9-29cc04a2c185" providerId="ADAL" clId="{7175BE28-6B03-4995-88E8-34BBC4F1360E}" dt="2023-09-21T04:55:06.727" v="1426" actId="2711"/>
          <ac:spMkLst>
            <pc:docMk/>
            <pc:sldMk cId="2288498887" sldId="283"/>
            <ac:spMk id="324" creationId="{EA62B549-5467-3284-9F26-22A210987CAE}"/>
          </ac:spMkLst>
        </pc:spChg>
        <pc:spChg chg="mod">
          <ac:chgData name="Soban Najam" userId="59c411b0-ccb7-4330-99a9-29cc04a2c185" providerId="ADAL" clId="{7175BE28-6B03-4995-88E8-34BBC4F1360E}" dt="2023-09-21T04:55:06.727" v="1426" actId="2711"/>
          <ac:spMkLst>
            <pc:docMk/>
            <pc:sldMk cId="2288498887" sldId="283"/>
            <ac:spMk id="325" creationId="{DB559F44-41F3-9DB2-9397-698EEA5D9A72}"/>
          </ac:spMkLst>
        </pc:spChg>
        <pc:spChg chg="mod">
          <ac:chgData name="Soban Najam" userId="59c411b0-ccb7-4330-99a9-29cc04a2c185" providerId="ADAL" clId="{7175BE28-6B03-4995-88E8-34BBC4F1360E}" dt="2023-09-21T04:55:06.727" v="1426" actId="2711"/>
          <ac:spMkLst>
            <pc:docMk/>
            <pc:sldMk cId="2288498887" sldId="283"/>
            <ac:spMk id="326" creationId="{15275E0B-E72B-93FF-A404-5123482EF85D}"/>
          </ac:spMkLst>
        </pc:spChg>
        <pc:spChg chg="mod">
          <ac:chgData name="Soban Najam" userId="59c411b0-ccb7-4330-99a9-29cc04a2c185" providerId="ADAL" clId="{7175BE28-6B03-4995-88E8-34BBC4F1360E}" dt="2023-09-21T04:55:06.727" v="1426" actId="2711"/>
          <ac:spMkLst>
            <pc:docMk/>
            <pc:sldMk cId="2288498887" sldId="283"/>
            <ac:spMk id="327" creationId="{C5FB28BE-87A3-5446-B21C-194E864E0CB0}"/>
          </ac:spMkLst>
        </pc:spChg>
        <pc:spChg chg="mod">
          <ac:chgData name="Soban Najam" userId="59c411b0-ccb7-4330-99a9-29cc04a2c185" providerId="ADAL" clId="{7175BE28-6B03-4995-88E8-34BBC4F1360E}" dt="2023-09-21T04:55:06.727" v="1426" actId="2711"/>
          <ac:spMkLst>
            <pc:docMk/>
            <pc:sldMk cId="2288498887" sldId="283"/>
            <ac:spMk id="328" creationId="{2C7BE792-4F81-D4C8-D167-8B79406C4DF8}"/>
          </ac:spMkLst>
        </pc:spChg>
        <pc:spChg chg="mod">
          <ac:chgData name="Soban Najam" userId="59c411b0-ccb7-4330-99a9-29cc04a2c185" providerId="ADAL" clId="{7175BE28-6B03-4995-88E8-34BBC4F1360E}" dt="2023-09-21T04:55:06.727" v="1426" actId="2711"/>
          <ac:spMkLst>
            <pc:docMk/>
            <pc:sldMk cId="2288498887" sldId="283"/>
            <ac:spMk id="329" creationId="{024D6C39-F9C8-055A-42EF-83C9E22C0C14}"/>
          </ac:spMkLst>
        </pc:spChg>
        <pc:spChg chg="mod">
          <ac:chgData name="Soban Najam" userId="59c411b0-ccb7-4330-99a9-29cc04a2c185" providerId="ADAL" clId="{7175BE28-6B03-4995-88E8-34BBC4F1360E}" dt="2023-09-21T04:55:06.727" v="1426" actId="2711"/>
          <ac:spMkLst>
            <pc:docMk/>
            <pc:sldMk cId="2288498887" sldId="283"/>
            <ac:spMk id="330" creationId="{44834990-7EA0-7822-EBC2-2AB6932344CB}"/>
          </ac:spMkLst>
        </pc:spChg>
        <pc:spChg chg="mod">
          <ac:chgData name="Soban Najam" userId="59c411b0-ccb7-4330-99a9-29cc04a2c185" providerId="ADAL" clId="{7175BE28-6B03-4995-88E8-34BBC4F1360E}" dt="2023-09-21T04:55:06.727" v="1426" actId="2711"/>
          <ac:spMkLst>
            <pc:docMk/>
            <pc:sldMk cId="2288498887" sldId="283"/>
            <ac:spMk id="331" creationId="{578B3181-B783-A9CF-815D-53CF44E75F75}"/>
          </ac:spMkLst>
        </pc:spChg>
        <pc:spChg chg="mod">
          <ac:chgData name="Soban Najam" userId="59c411b0-ccb7-4330-99a9-29cc04a2c185" providerId="ADAL" clId="{7175BE28-6B03-4995-88E8-34BBC4F1360E}" dt="2023-09-21T04:55:06.727" v="1426" actId="2711"/>
          <ac:spMkLst>
            <pc:docMk/>
            <pc:sldMk cId="2288498887" sldId="283"/>
            <ac:spMk id="332" creationId="{7D620C1F-C2B2-2EF5-6147-24DFB11FAC52}"/>
          </ac:spMkLst>
        </pc:spChg>
        <pc:spChg chg="mod">
          <ac:chgData name="Soban Najam" userId="59c411b0-ccb7-4330-99a9-29cc04a2c185" providerId="ADAL" clId="{7175BE28-6B03-4995-88E8-34BBC4F1360E}" dt="2023-09-21T04:55:06.727" v="1426" actId="2711"/>
          <ac:spMkLst>
            <pc:docMk/>
            <pc:sldMk cId="2288498887" sldId="283"/>
            <ac:spMk id="333" creationId="{9B31406D-8321-B204-895F-05FE1DDAEE8B}"/>
          </ac:spMkLst>
        </pc:spChg>
        <pc:spChg chg="mod">
          <ac:chgData name="Soban Najam" userId="59c411b0-ccb7-4330-99a9-29cc04a2c185" providerId="ADAL" clId="{7175BE28-6B03-4995-88E8-34BBC4F1360E}" dt="2023-09-21T04:55:06.727" v="1426" actId="2711"/>
          <ac:spMkLst>
            <pc:docMk/>
            <pc:sldMk cId="2288498887" sldId="283"/>
            <ac:spMk id="334" creationId="{13DD9F06-D565-E651-C8DD-A9DE5FD31BE3}"/>
          </ac:spMkLst>
        </pc:spChg>
        <pc:spChg chg="mod">
          <ac:chgData name="Soban Najam" userId="59c411b0-ccb7-4330-99a9-29cc04a2c185" providerId="ADAL" clId="{7175BE28-6B03-4995-88E8-34BBC4F1360E}" dt="2023-09-21T04:55:06.727" v="1426" actId="2711"/>
          <ac:spMkLst>
            <pc:docMk/>
            <pc:sldMk cId="2288498887" sldId="283"/>
            <ac:spMk id="335" creationId="{6F79A61E-E6C4-09EE-3445-F395C2F17B46}"/>
          </ac:spMkLst>
        </pc:spChg>
        <pc:spChg chg="mod">
          <ac:chgData name="Soban Najam" userId="59c411b0-ccb7-4330-99a9-29cc04a2c185" providerId="ADAL" clId="{7175BE28-6B03-4995-88E8-34BBC4F1360E}" dt="2023-09-21T04:55:06.727" v="1426" actId="2711"/>
          <ac:spMkLst>
            <pc:docMk/>
            <pc:sldMk cId="2288498887" sldId="283"/>
            <ac:spMk id="336" creationId="{B9D95322-D7BD-64A5-A03A-60D744F41E77}"/>
          </ac:spMkLst>
        </pc:spChg>
        <pc:spChg chg="mod">
          <ac:chgData name="Soban Najam" userId="59c411b0-ccb7-4330-99a9-29cc04a2c185" providerId="ADAL" clId="{7175BE28-6B03-4995-88E8-34BBC4F1360E}" dt="2023-09-21T04:55:06.727" v="1426" actId="2711"/>
          <ac:spMkLst>
            <pc:docMk/>
            <pc:sldMk cId="2288498887" sldId="283"/>
            <ac:spMk id="337" creationId="{8146AE52-D1E6-5AB0-89E4-623D794100C2}"/>
          </ac:spMkLst>
        </pc:spChg>
        <pc:spChg chg="mod">
          <ac:chgData name="Soban Najam" userId="59c411b0-ccb7-4330-99a9-29cc04a2c185" providerId="ADAL" clId="{7175BE28-6B03-4995-88E8-34BBC4F1360E}" dt="2023-09-21T04:55:06.727" v="1426" actId="2711"/>
          <ac:spMkLst>
            <pc:docMk/>
            <pc:sldMk cId="2288498887" sldId="283"/>
            <ac:spMk id="338" creationId="{249F94EB-1068-BC3C-91A9-3365F66E3C22}"/>
          </ac:spMkLst>
        </pc:spChg>
        <pc:spChg chg="mod">
          <ac:chgData name="Soban Najam" userId="59c411b0-ccb7-4330-99a9-29cc04a2c185" providerId="ADAL" clId="{7175BE28-6B03-4995-88E8-34BBC4F1360E}" dt="2023-09-21T04:55:06.727" v="1426" actId="2711"/>
          <ac:spMkLst>
            <pc:docMk/>
            <pc:sldMk cId="2288498887" sldId="283"/>
            <ac:spMk id="339" creationId="{61E3E516-AE20-D2B5-CD10-8B787407C196}"/>
          </ac:spMkLst>
        </pc:spChg>
        <pc:spChg chg="mod">
          <ac:chgData name="Soban Najam" userId="59c411b0-ccb7-4330-99a9-29cc04a2c185" providerId="ADAL" clId="{7175BE28-6B03-4995-88E8-34BBC4F1360E}" dt="2023-09-21T04:55:06.727" v="1426" actId="2711"/>
          <ac:spMkLst>
            <pc:docMk/>
            <pc:sldMk cId="2288498887" sldId="283"/>
            <ac:spMk id="340" creationId="{E886DCEC-E476-CE30-7346-53D57605E742}"/>
          </ac:spMkLst>
        </pc:spChg>
        <pc:spChg chg="mod">
          <ac:chgData name="Soban Najam" userId="59c411b0-ccb7-4330-99a9-29cc04a2c185" providerId="ADAL" clId="{7175BE28-6B03-4995-88E8-34BBC4F1360E}" dt="2023-09-21T04:55:06.727" v="1426" actId="2711"/>
          <ac:spMkLst>
            <pc:docMk/>
            <pc:sldMk cId="2288498887" sldId="283"/>
            <ac:spMk id="341" creationId="{5204B291-F390-D2F2-55DA-A6F64F1F8910}"/>
          </ac:spMkLst>
        </pc:spChg>
        <pc:spChg chg="mod">
          <ac:chgData name="Soban Najam" userId="59c411b0-ccb7-4330-99a9-29cc04a2c185" providerId="ADAL" clId="{7175BE28-6B03-4995-88E8-34BBC4F1360E}" dt="2023-09-21T04:55:06.727" v="1426" actId="2711"/>
          <ac:spMkLst>
            <pc:docMk/>
            <pc:sldMk cId="2288498887" sldId="283"/>
            <ac:spMk id="342" creationId="{5A90CFC2-B533-217E-167C-6CA247EE3A52}"/>
          </ac:spMkLst>
        </pc:spChg>
        <pc:spChg chg="mod">
          <ac:chgData name="Soban Najam" userId="59c411b0-ccb7-4330-99a9-29cc04a2c185" providerId="ADAL" clId="{7175BE28-6B03-4995-88E8-34BBC4F1360E}" dt="2023-09-21T04:55:06.727" v="1426" actId="2711"/>
          <ac:spMkLst>
            <pc:docMk/>
            <pc:sldMk cId="2288498887" sldId="283"/>
            <ac:spMk id="343" creationId="{FCD76E13-DC5E-8549-D686-5B4A911FF5F0}"/>
          </ac:spMkLst>
        </pc:spChg>
        <pc:spChg chg="mod">
          <ac:chgData name="Soban Najam" userId="59c411b0-ccb7-4330-99a9-29cc04a2c185" providerId="ADAL" clId="{7175BE28-6B03-4995-88E8-34BBC4F1360E}" dt="2023-09-21T04:55:06.727" v="1426" actId="2711"/>
          <ac:spMkLst>
            <pc:docMk/>
            <pc:sldMk cId="2288498887" sldId="283"/>
            <ac:spMk id="344" creationId="{9CB8232D-3553-AA3B-CB2B-D29D71FFB3E1}"/>
          </ac:spMkLst>
        </pc:spChg>
        <pc:spChg chg="mod">
          <ac:chgData name="Soban Najam" userId="59c411b0-ccb7-4330-99a9-29cc04a2c185" providerId="ADAL" clId="{7175BE28-6B03-4995-88E8-34BBC4F1360E}" dt="2023-09-21T04:55:06.727" v="1426" actId="2711"/>
          <ac:spMkLst>
            <pc:docMk/>
            <pc:sldMk cId="2288498887" sldId="283"/>
            <ac:spMk id="345" creationId="{FCFEFE05-5B8F-4995-94DC-7658249D21BF}"/>
          </ac:spMkLst>
        </pc:spChg>
        <pc:spChg chg="mod">
          <ac:chgData name="Soban Najam" userId="59c411b0-ccb7-4330-99a9-29cc04a2c185" providerId="ADAL" clId="{7175BE28-6B03-4995-88E8-34BBC4F1360E}" dt="2023-09-21T04:55:06.727" v="1426" actId="2711"/>
          <ac:spMkLst>
            <pc:docMk/>
            <pc:sldMk cId="2288498887" sldId="283"/>
            <ac:spMk id="346" creationId="{E3D647C5-E99D-9173-D590-558F8571CC28}"/>
          </ac:spMkLst>
        </pc:spChg>
        <pc:spChg chg="mod">
          <ac:chgData name="Soban Najam" userId="59c411b0-ccb7-4330-99a9-29cc04a2c185" providerId="ADAL" clId="{7175BE28-6B03-4995-88E8-34BBC4F1360E}" dt="2023-09-21T04:55:06.727" v="1426" actId="2711"/>
          <ac:spMkLst>
            <pc:docMk/>
            <pc:sldMk cId="2288498887" sldId="283"/>
            <ac:spMk id="347" creationId="{811F9C1C-16B1-1BCB-7E0C-CE3D1160E50C}"/>
          </ac:spMkLst>
        </pc:spChg>
        <pc:spChg chg="mod">
          <ac:chgData name="Soban Najam" userId="59c411b0-ccb7-4330-99a9-29cc04a2c185" providerId="ADAL" clId="{7175BE28-6B03-4995-88E8-34BBC4F1360E}" dt="2023-09-21T04:55:06.727" v="1426" actId="2711"/>
          <ac:spMkLst>
            <pc:docMk/>
            <pc:sldMk cId="2288498887" sldId="283"/>
            <ac:spMk id="348" creationId="{CBE9E3DB-0AD4-900B-F443-BB30E8A34E22}"/>
          </ac:spMkLst>
        </pc:spChg>
        <pc:spChg chg="mod">
          <ac:chgData name="Soban Najam" userId="59c411b0-ccb7-4330-99a9-29cc04a2c185" providerId="ADAL" clId="{7175BE28-6B03-4995-88E8-34BBC4F1360E}" dt="2023-09-21T04:55:06.727" v="1426" actId="2711"/>
          <ac:spMkLst>
            <pc:docMk/>
            <pc:sldMk cId="2288498887" sldId="283"/>
            <ac:spMk id="349" creationId="{D381C0D1-398D-9AAE-26D5-4A294C854CA0}"/>
          </ac:spMkLst>
        </pc:spChg>
        <pc:spChg chg="mod">
          <ac:chgData name="Soban Najam" userId="59c411b0-ccb7-4330-99a9-29cc04a2c185" providerId="ADAL" clId="{7175BE28-6B03-4995-88E8-34BBC4F1360E}" dt="2023-09-21T04:55:06.727" v="1426" actId="2711"/>
          <ac:spMkLst>
            <pc:docMk/>
            <pc:sldMk cId="2288498887" sldId="283"/>
            <ac:spMk id="350" creationId="{844D2074-FD54-4340-69E5-964A36B92AA6}"/>
          </ac:spMkLst>
        </pc:spChg>
        <pc:spChg chg="mod">
          <ac:chgData name="Soban Najam" userId="59c411b0-ccb7-4330-99a9-29cc04a2c185" providerId="ADAL" clId="{7175BE28-6B03-4995-88E8-34BBC4F1360E}" dt="2023-09-21T04:55:06.727" v="1426" actId="2711"/>
          <ac:spMkLst>
            <pc:docMk/>
            <pc:sldMk cId="2288498887" sldId="283"/>
            <ac:spMk id="351" creationId="{3923045D-8FBF-C5E5-DC4D-4DD101738843}"/>
          </ac:spMkLst>
        </pc:spChg>
        <pc:spChg chg="mod">
          <ac:chgData name="Soban Najam" userId="59c411b0-ccb7-4330-99a9-29cc04a2c185" providerId="ADAL" clId="{7175BE28-6B03-4995-88E8-34BBC4F1360E}" dt="2023-09-21T04:55:06.727" v="1426" actId="2711"/>
          <ac:spMkLst>
            <pc:docMk/>
            <pc:sldMk cId="2288498887" sldId="283"/>
            <ac:spMk id="352" creationId="{2DE67EF9-3230-AC65-F5C8-F3D1F59D07AE}"/>
          </ac:spMkLst>
        </pc:spChg>
        <pc:spChg chg="mod">
          <ac:chgData name="Soban Najam" userId="59c411b0-ccb7-4330-99a9-29cc04a2c185" providerId="ADAL" clId="{7175BE28-6B03-4995-88E8-34BBC4F1360E}" dt="2023-09-21T04:55:06.727" v="1426" actId="2711"/>
          <ac:spMkLst>
            <pc:docMk/>
            <pc:sldMk cId="2288498887" sldId="283"/>
            <ac:spMk id="353" creationId="{2ACC9DBF-64AF-D1DC-5DC3-B44EF2FEDE19}"/>
          </ac:spMkLst>
        </pc:spChg>
        <pc:spChg chg="mod">
          <ac:chgData name="Soban Najam" userId="59c411b0-ccb7-4330-99a9-29cc04a2c185" providerId="ADAL" clId="{7175BE28-6B03-4995-88E8-34BBC4F1360E}" dt="2023-09-21T04:55:06.727" v="1426" actId="2711"/>
          <ac:spMkLst>
            <pc:docMk/>
            <pc:sldMk cId="2288498887" sldId="283"/>
            <ac:spMk id="354" creationId="{760D2517-EB92-1DC0-AB2A-607286BFD6F9}"/>
          </ac:spMkLst>
        </pc:spChg>
        <pc:spChg chg="mod">
          <ac:chgData name="Soban Najam" userId="59c411b0-ccb7-4330-99a9-29cc04a2c185" providerId="ADAL" clId="{7175BE28-6B03-4995-88E8-34BBC4F1360E}" dt="2023-09-21T04:55:06.727" v="1426" actId="2711"/>
          <ac:spMkLst>
            <pc:docMk/>
            <pc:sldMk cId="2288498887" sldId="283"/>
            <ac:spMk id="355" creationId="{F3095BC4-AA41-26D1-A868-F135D0E48624}"/>
          </ac:spMkLst>
        </pc:spChg>
        <pc:spChg chg="mod">
          <ac:chgData name="Soban Najam" userId="59c411b0-ccb7-4330-99a9-29cc04a2c185" providerId="ADAL" clId="{7175BE28-6B03-4995-88E8-34BBC4F1360E}" dt="2023-09-21T04:55:06.727" v="1426" actId="2711"/>
          <ac:spMkLst>
            <pc:docMk/>
            <pc:sldMk cId="2288498887" sldId="283"/>
            <ac:spMk id="356" creationId="{DD50A1C4-C11E-58E4-7CAD-56F8B22C3C5C}"/>
          </ac:spMkLst>
        </pc:spChg>
        <pc:spChg chg="mod">
          <ac:chgData name="Soban Najam" userId="59c411b0-ccb7-4330-99a9-29cc04a2c185" providerId="ADAL" clId="{7175BE28-6B03-4995-88E8-34BBC4F1360E}" dt="2023-09-21T04:55:06.727" v="1426" actId="2711"/>
          <ac:spMkLst>
            <pc:docMk/>
            <pc:sldMk cId="2288498887" sldId="283"/>
            <ac:spMk id="357" creationId="{93DF5BD4-3A06-5E8A-AD91-F9CD2348A631}"/>
          </ac:spMkLst>
        </pc:spChg>
        <pc:spChg chg="mod">
          <ac:chgData name="Soban Najam" userId="59c411b0-ccb7-4330-99a9-29cc04a2c185" providerId="ADAL" clId="{7175BE28-6B03-4995-88E8-34BBC4F1360E}" dt="2023-09-21T04:55:06.727" v="1426" actId="2711"/>
          <ac:spMkLst>
            <pc:docMk/>
            <pc:sldMk cId="2288498887" sldId="283"/>
            <ac:spMk id="358" creationId="{AAAFC956-5610-B736-859C-655DC48C74B9}"/>
          </ac:spMkLst>
        </pc:spChg>
        <pc:spChg chg="mod">
          <ac:chgData name="Soban Najam" userId="59c411b0-ccb7-4330-99a9-29cc04a2c185" providerId="ADAL" clId="{7175BE28-6B03-4995-88E8-34BBC4F1360E}" dt="2023-09-21T04:55:06.727" v="1426" actId="2711"/>
          <ac:spMkLst>
            <pc:docMk/>
            <pc:sldMk cId="2288498887" sldId="283"/>
            <ac:spMk id="359" creationId="{C319E639-D52A-55E5-D482-62EE25F198DA}"/>
          </ac:spMkLst>
        </pc:spChg>
        <pc:spChg chg="mod">
          <ac:chgData name="Soban Najam" userId="59c411b0-ccb7-4330-99a9-29cc04a2c185" providerId="ADAL" clId="{7175BE28-6B03-4995-88E8-34BBC4F1360E}" dt="2023-09-21T04:55:06.727" v="1426" actId="2711"/>
          <ac:spMkLst>
            <pc:docMk/>
            <pc:sldMk cId="2288498887" sldId="283"/>
            <ac:spMk id="360" creationId="{F56E5E28-4C60-4D83-9709-A4D77C171D18}"/>
          </ac:spMkLst>
        </pc:spChg>
        <pc:spChg chg="mod">
          <ac:chgData name="Soban Najam" userId="59c411b0-ccb7-4330-99a9-29cc04a2c185" providerId="ADAL" clId="{7175BE28-6B03-4995-88E8-34BBC4F1360E}" dt="2023-09-21T04:55:06.727" v="1426" actId="2711"/>
          <ac:spMkLst>
            <pc:docMk/>
            <pc:sldMk cId="2288498887" sldId="283"/>
            <ac:spMk id="361" creationId="{2E9118BE-6D79-6BCC-9565-784E1966715A}"/>
          </ac:spMkLst>
        </pc:spChg>
        <pc:spChg chg="mod">
          <ac:chgData name="Soban Najam" userId="59c411b0-ccb7-4330-99a9-29cc04a2c185" providerId="ADAL" clId="{7175BE28-6B03-4995-88E8-34BBC4F1360E}" dt="2023-09-21T04:55:06.727" v="1426" actId="2711"/>
          <ac:spMkLst>
            <pc:docMk/>
            <pc:sldMk cId="2288498887" sldId="283"/>
            <ac:spMk id="362" creationId="{0357E301-9730-52EE-6F42-908C964C9FCB}"/>
          </ac:spMkLst>
        </pc:spChg>
        <pc:spChg chg="mod">
          <ac:chgData name="Soban Najam" userId="59c411b0-ccb7-4330-99a9-29cc04a2c185" providerId="ADAL" clId="{7175BE28-6B03-4995-88E8-34BBC4F1360E}" dt="2023-09-21T04:55:06.727" v="1426" actId="2711"/>
          <ac:spMkLst>
            <pc:docMk/>
            <pc:sldMk cId="2288498887" sldId="283"/>
            <ac:spMk id="363" creationId="{43B066E9-B832-E130-6A5A-4B6C666C701E}"/>
          </ac:spMkLst>
        </pc:spChg>
        <pc:spChg chg="mod">
          <ac:chgData name="Soban Najam" userId="59c411b0-ccb7-4330-99a9-29cc04a2c185" providerId="ADAL" clId="{7175BE28-6B03-4995-88E8-34BBC4F1360E}" dt="2023-09-21T04:55:06.727" v="1426" actId="2711"/>
          <ac:spMkLst>
            <pc:docMk/>
            <pc:sldMk cId="2288498887" sldId="283"/>
            <ac:spMk id="364" creationId="{55CE706F-C70F-06A4-7B34-423D6AF17D73}"/>
          </ac:spMkLst>
        </pc:spChg>
        <pc:spChg chg="mod">
          <ac:chgData name="Soban Najam" userId="59c411b0-ccb7-4330-99a9-29cc04a2c185" providerId="ADAL" clId="{7175BE28-6B03-4995-88E8-34BBC4F1360E}" dt="2023-09-21T04:55:06.727" v="1426" actId="2711"/>
          <ac:spMkLst>
            <pc:docMk/>
            <pc:sldMk cId="2288498887" sldId="283"/>
            <ac:spMk id="365" creationId="{5238F446-C83A-C267-F83B-FC4043B54F48}"/>
          </ac:spMkLst>
        </pc:spChg>
        <pc:spChg chg="mod">
          <ac:chgData name="Soban Najam" userId="59c411b0-ccb7-4330-99a9-29cc04a2c185" providerId="ADAL" clId="{7175BE28-6B03-4995-88E8-34BBC4F1360E}" dt="2023-09-21T04:55:06.727" v="1426" actId="2711"/>
          <ac:spMkLst>
            <pc:docMk/>
            <pc:sldMk cId="2288498887" sldId="283"/>
            <ac:spMk id="366" creationId="{C167026C-6726-2B7C-BDE6-BFB8AC9B3A5A}"/>
          </ac:spMkLst>
        </pc:spChg>
        <pc:spChg chg="mod">
          <ac:chgData name="Soban Najam" userId="59c411b0-ccb7-4330-99a9-29cc04a2c185" providerId="ADAL" clId="{7175BE28-6B03-4995-88E8-34BBC4F1360E}" dt="2023-09-21T04:55:06.727" v="1426" actId="2711"/>
          <ac:spMkLst>
            <pc:docMk/>
            <pc:sldMk cId="2288498887" sldId="283"/>
            <ac:spMk id="367" creationId="{25806A39-EA02-190C-10DD-CCE7E6E28B9C}"/>
          </ac:spMkLst>
        </pc:spChg>
        <pc:spChg chg="mod">
          <ac:chgData name="Soban Najam" userId="59c411b0-ccb7-4330-99a9-29cc04a2c185" providerId="ADAL" clId="{7175BE28-6B03-4995-88E8-34BBC4F1360E}" dt="2023-09-21T04:55:06.727" v="1426" actId="2711"/>
          <ac:spMkLst>
            <pc:docMk/>
            <pc:sldMk cId="2288498887" sldId="283"/>
            <ac:spMk id="368" creationId="{C51C2478-CE6C-2E60-37F4-49CF0EDA5535}"/>
          </ac:spMkLst>
        </pc:spChg>
        <pc:spChg chg="mod">
          <ac:chgData name="Soban Najam" userId="59c411b0-ccb7-4330-99a9-29cc04a2c185" providerId="ADAL" clId="{7175BE28-6B03-4995-88E8-34BBC4F1360E}" dt="2023-09-21T04:55:06.727" v="1426" actId="2711"/>
          <ac:spMkLst>
            <pc:docMk/>
            <pc:sldMk cId="2288498887" sldId="283"/>
            <ac:spMk id="369" creationId="{538F49FB-D0FE-CC68-6C6D-7A9E81B8B4FF}"/>
          </ac:spMkLst>
        </pc:spChg>
        <pc:spChg chg="mod">
          <ac:chgData name="Soban Najam" userId="59c411b0-ccb7-4330-99a9-29cc04a2c185" providerId="ADAL" clId="{7175BE28-6B03-4995-88E8-34BBC4F1360E}" dt="2023-09-21T04:55:06.727" v="1426" actId="2711"/>
          <ac:spMkLst>
            <pc:docMk/>
            <pc:sldMk cId="2288498887" sldId="283"/>
            <ac:spMk id="370" creationId="{A3ECA32C-F138-EC9A-A10A-B04BF63FBDB1}"/>
          </ac:spMkLst>
        </pc:spChg>
        <pc:spChg chg="mod">
          <ac:chgData name="Soban Najam" userId="59c411b0-ccb7-4330-99a9-29cc04a2c185" providerId="ADAL" clId="{7175BE28-6B03-4995-88E8-34BBC4F1360E}" dt="2023-09-21T04:55:06.727" v="1426" actId="2711"/>
          <ac:spMkLst>
            <pc:docMk/>
            <pc:sldMk cId="2288498887" sldId="283"/>
            <ac:spMk id="371" creationId="{892271B4-D50E-0B90-C0A5-90D272C385BF}"/>
          </ac:spMkLst>
        </pc:spChg>
        <pc:spChg chg="mod">
          <ac:chgData name="Soban Najam" userId="59c411b0-ccb7-4330-99a9-29cc04a2c185" providerId="ADAL" clId="{7175BE28-6B03-4995-88E8-34BBC4F1360E}" dt="2023-09-21T04:55:06.727" v="1426" actId="2711"/>
          <ac:spMkLst>
            <pc:docMk/>
            <pc:sldMk cId="2288498887" sldId="283"/>
            <ac:spMk id="372" creationId="{0AF661CC-7EBE-0A1B-C7D3-0648861C2C81}"/>
          </ac:spMkLst>
        </pc:spChg>
        <pc:spChg chg="mod">
          <ac:chgData name="Soban Najam" userId="59c411b0-ccb7-4330-99a9-29cc04a2c185" providerId="ADAL" clId="{7175BE28-6B03-4995-88E8-34BBC4F1360E}" dt="2023-09-21T04:55:06.727" v="1426" actId="2711"/>
          <ac:spMkLst>
            <pc:docMk/>
            <pc:sldMk cId="2288498887" sldId="283"/>
            <ac:spMk id="373" creationId="{64585131-8495-6CC5-3893-43D874B59E17}"/>
          </ac:spMkLst>
        </pc:spChg>
        <pc:spChg chg="mod">
          <ac:chgData name="Soban Najam" userId="59c411b0-ccb7-4330-99a9-29cc04a2c185" providerId="ADAL" clId="{7175BE28-6B03-4995-88E8-34BBC4F1360E}" dt="2023-09-21T04:55:06.727" v="1426" actId="2711"/>
          <ac:spMkLst>
            <pc:docMk/>
            <pc:sldMk cId="2288498887" sldId="283"/>
            <ac:spMk id="374" creationId="{4A1E0E41-1655-C9F7-8646-8784F19533A2}"/>
          </ac:spMkLst>
        </pc:spChg>
        <pc:spChg chg="mod">
          <ac:chgData name="Soban Najam" userId="59c411b0-ccb7-4330-99a9-29cc04a2c185" providerId="ADAL" clId="{7175BE28-6B03-4995-88E8-34BBC4F1360E}" dt="2023-09-21T04:55:06.727" v="1426" actId="2711"/>
          <ac:spMkLst>
            <pc:docMk/>
            <pc:sldMk cId="2288498887" sldId="283"/>
            <ac:spMk id="375" creationId="{17F071CA-044C-6EDF-4AA7-684CE9D43450}"/>
          </ac:spMkLst>
        </pc:spChg>
        <pc:spChg chg="mod">
          <ac:chgData name="Soban Najam" userId="59c411b0-ccb7-4330-99a9-29cc04a2c185" providerId="ADAL" clId="{7175BE28-6B03-4995-88E8-34BBC4F1360E}" dt="2023-09-21T04:55:06.727" v="1426" actId="2711"/>
          <ac:spMkLst>
            <pc:docMk/>
            <pc:sldMk cId="2288498887" sldId="283"/>
            <ac:spMk id="376" creationId="{9D0FC2F3-98AA-E49A-081C-EDEA83593E19}"/>
          </ac:spMkLst>
        </pc:spChg>
        <pc:spChg chg="mod">
          <ac:chgData name="Soban Najam" userId="59c411b0-ccb7-4330-99a9-29cc04a2c185" providerId="ADAL" clId="{7175BE28-6B03-4995-88E8-34BBC4F1360E}" dt="2023-09-21T04:55:06.727" v="1426" actId="2711"/>
          <ac:spMkLst>
            <pc:docMk/>
            <pc:sldMk cId="2288498887" sldId="283"/>
            <ac:spMk id="377" creationId="{C0FFC1C5-14EC-5553-A986-C608EC548BA9}"/>
          </ac:spMkLst>
        </pc:spChg>
        <pc:spChg chg="mod">
          <ac:chgData name="Soban Najam" userId="59c411b0-ccb7-4330-99a9-29cc04a2c185" providerId="ADAL" clId="{7175BE28-6B03-4995-88E8-34BBC4F1360E}" dt="2023-09-21T04:55:06.727" v="1426" actId="2711"/>
          <ac:spMkLst>
            <pc:docMk/>
            <pc:sldMk cId="2288498887" sldId="283"/>
            <ac:spMk id="378" creationId="{2D6FDE12-4192-EBE1-C89C-B5C34576CA7C}"/>
          </ac:spMkLst>
        </pc:spChg>
        <pc:spChg chg="mod">
          <ac:chgData name="Soban Najam" userId="59c411b0-ccb7-4330-99a9-29cc04a2c185" providerId="ADAL" clId="{7175BE28-6B03-4995-88E8-34BBC4F1360E}" dt="2023-09-21T04:55:06.727" v="1426" actId="2711"/>
          <ac:spMkLst>
            <pc:docMk/>
            <pc:sldMk cId="2288498887" sldId="283"/>
            <ac:spMk id="379" creationId="{A8C63A57-C345-EADD-05A0-8B53E26F5A49}"/>
          </ac:spMkLst>
        </pc:spChg>
        <pc:spChg chg="mod">
          <ac:chgData name="Soban Najam" userId="59c411b0-ccb7-4330-99a9-29cc04a2c185" providerId="ADAL" clId="{7175BE28-6B03-4995-88E8-34BBC4F1360E}" dt="2023-09-21T04:55:06.727" v="1426" actId="2711"/>
          <ac:spMkLst>
            <pc:docMk/>
            <pc:sldMk cId="2288498887" sldId="283"/>
            <ac:spMk id="380" creationId="{4EEA8F8F-564A-6CF5-2262-5F3D0E3DD6FD}"/>
          </ac:spMkLst>
        </pc:spChg>
        <pc:spChg chg="mod">
          <ac:chgData name="Soban Najam" userId="59c411b0-ccb7-4330-99a9-29cc04a2c185" providerId="ADAL" clId="{7175BE28-6B03-4995-88E8-34BBC4F1360E}" dt="2023-09-21T04:55:06.727" v="1426" actId="2711"/>
          <ac:spMkLst>
            <pc:docMk/>
            <pc:sldMk cId="2288498887" sldId="283"/>
            <ac:spMk id="381" creationId="{B0B54B8C-46FA-AD6B-CB26-56B7F7C2641C}"/>
          </ac:spMkLst>
        </pc:spChg>
        <pc:spChg chg="mod">
          <ac:chgData name="Soban Najam" userId="59c411b0-ccb7-4330-99a9-29cc04a2c185" providerId="ADAL" clId="{7175BE28-6B03-4995-88E8-34BBC4F1360E}" dt="2023-09-21T04:55:06.727" v="1426" actId="2711"/>
          <ac:spMkLst>
            <pc:docMk/>
            <pc:sldMk cId="2288498887" sldId="283"/>
            <ac:spMk id="382" creationId="{F5D859C5-5E22-ED6F-EB8C-A10C80682A0E}"/>
          </ac:spMkLst>
        </pc:spChg>
        <pc:spChg chg="mod">
          <ac:chgData name="Soban Najam" userId="59c411b0-ccb7-4330-99a9-29cc04a2c185" providerId="ADAL" clId="{7175BE28-6B03-4995-88E8-34BBC4F1360E}" dt="2023-09-21T04:55:06.727" v="1426" actId="2711"/>
          <ac:spMkLst>
            <pc:docMk/>
            <pc:sldMk cId="2288498887" sldId="283"/>
            <ac:spMk id="383" creationId="{844E9971-024F-3628-F07B-C6ADAA4CBD96}"/>
          </ac:spMkLst>
        </pc:spChg>
        <pc:spChg chg="mod">
          <ac:chgData name="Soban Najam" userId="59c411b0-ccb7-4330-99a9-29cc04a2c185" providerId="ADAL" clId="{7175BE28-6B03-4995-88E8-34BBC4F1360E}" dt="2023-09-21T04:55:06.727" v="1426" actId="2711"/>
          <ac:spMkLst>
            <pc:docMk/>
            <pc:sldMk cId="2288498887" sldId="283"/>
            <ac:spMk id="384" creationId="{80303D1C-6B70-CAEF-BA13-5DB5523972FA}"/>
          </ac:spMkLst>
        </pc:spChg>
        <pc:spChg chg="mod">
          <ac:chgData name="Soban Najam" userId="59c411b0-ccb7-4330-99a9-29cc04a2c185" providerId="ADAL" clId="{7175BE28-6B03-4995-88E8-34BBC4F1360E}" dt="2023-09-21T04:55:06.727" v="1426" actId="2711"/>
          <ac:spMkLst>
            <pc:docMk/>
            <pc:sldMk cId="2288498887" sldId="283"/>
            <ac:spMk id="385" creationId="{D85E0996-CC1F-36FE-CDCB-56EF0DC65CA6}"/>
          </ac:spMkLst>
        </pc:spChg>
        <pc:spChg chg="mod">
          <ac:chgData name="Soban Najam" userId="59c411b0-ccb7-4330-99a9-29cc04a2c185" providerId="ADAL" clId="{7175BE28-6B03-4995-88E8-34BBC4F1360E}" dt="2023-09-21T04:55:06.727" v="1426" actId="2711"/>
          <ac:spMkLst>
            <pc:docMk/>
            <pc:sldMk cId="2288498887" sldId="283"/>
            <ac:spMk id="386" creationId="{209279CD-90CE-A513-815A-9DE5FDDDFADB}"/>
          </ac:spMkLst>
        </pc:spChg>
        <pc:spChg chg="mod">
          <ac:chgData name="Soban Najam" userId="59c411b0-ccb7-4330-99a9-29cc04a2c185" providerId="ADAL" clId="{7175BE28-6B03-4995-88E8-34BBC4F1360E}" dt="2023-09-21T04:55:06.727" v="1426" actId="2711"/>
          <ac:spMkLst>
            <pc:docMk/>
            <pc:sldMk cId="2288498887" sldId="283"/>
            <ac:spMk id="387" creationId="{6A315471-8F26-283E-C4F3-ABD81863FCA0}"/>
          </ac:spMkLst>
        </pc:spChg>
        <pc:spChg chg="mod">
          <ac:chgData name="Soban Najam" userId="59c411b0-ccb7-4330-99a9-29cc04a2c185" providerId="ADAL" clId="{7175BE28-6B03-4995-88E8-34BBC4F1360E}" dt="2023-09-21T04:55:06.727" v="1426" actId="2711"/>
          <ac:spMkLst>
            <pc:docMk/>
            <pc:sldMk cId="2288498887" sldId="283"/>
            <ac:spMk id="388" creationId="{2D89A0AE-AC34-21C4-9AFA-64E94A280248}"/>
          </ac:spMkLst>
        </pc:spChg>
        <pc:spChg chg="mod">
          <ac:chgData name="Soban Najam" userId="59c411b0-ccb7-4330-99a9-29cc04a2c185" providerId="ADAL" clId="{7175BE28-6B03-4995-88E8-34BBC4F1360E}" dt="2023-09-21T04:55:06.727" v="1426" actId="2711"/>
          <ac:spMkLst>
            <pc:docMk/>
            <pc:sldMk cId="2288498887" sldId="283"/>
            <ac:spMk id="389" creationId="{E71E2590-1BE0-CC81-F9AE-4A5C9E811D86}"/>
          </ac:spMkLst>
        </pc:spChg>
        <pc:spChg chg="mod">
          <ac:chgData name="Soban Najam" userId="59c411b0-ccb7-4330-99a9-29cc04a2c185" providerId="ADAL" clId="{7175BE28-6B03-4995-88E8-34BBC4F1360E}" dt="2023-09-21T04:55:06.727" v="1426" actId="2711"/>
          <ac:spMkLst>
            <pc:docMk/>
            <pc:sldMk cId="2288498887" sldId="283"/>
            <ac:spMk id="390" creationId="{F28D86D7-37BE-4DF8-28EB-22BB21C20D35}"/>
          </ac:spMkLst>
        </pc:spChg>
        <pc:spChg chg="mod">
          <ac:chgData name="Soban Najam" userId="59c411b0-ccb7-4330-99a9-29cc04a2c185" providerId="ADAL" clId="{7175BE28-6B03-4995-88E8-34BBC4F1360E}" dt="2023-09-21T04:55:06.727" v="1426" actId="2711"/>
          <ac:spMkLst>
            <pc:docMk/>
            <pc:sldMk cId="2288498887" sldId="283"/>
            <ac:spMk id="392" creationId="{7BD6677D-8385-D634-20EE-9B97F6FC4848}"/>
          </ac:spMkLst>
        </pc:spChg>
        <pc:spChg chg="mod">
          <ac:chgData name="Soban Najam" userId="59c411b0-ccb7-4330-99a9-29cc04a2c185" providerId="ADAL" clId="{7175BE28-6B03-4995-88E8-34BBC4F1360E}" dt="2023-09-21T04:55:06.727" v="1426" actId="2711"/>
          <ac:spMkLst>
            <pc:docMk/>
            <pc:sldMk cId="2288498887" sldId="283"/>
            <ac:spMk id="394" creationId="{14F4D34A-E93C-A901-8921-886A17B24C82}"/>
          </ac:spMkLst>
        </pc:spChg>
        <pc:spChg chg="mod">
          <ac:chgData name="Soban Najam" userId="59c411b0-ccb7-4330-99a9-29cc04a2c185" providerId="ADAL" clId="{7175BE28-6B03-4995-88E8-34BBC4F1360E}" dt="2023-09-21T04:55:06.727" v="1426" actId="2711"/>
          <ac:spMkLst>
            <pc:docMk/>
            <pc:sldMk cId="2288498887" sldId="283"/>
            <ac:spMk id="395" creationId="{9BC3FB57-B6B2-B67A-794B-EB2D1E15EB9F}"/>
          </ac:spMkLst>
        </pc:spChg>
        <pc:spChg chg="mod">
          <ac:chgData name="Soban Najam" userId="59c411b0-ccb7-4330-99a9-29cc04a2c185" providerId="ADAL" clId="{7175BE28-6B03-4995-88E8-34BBC4F1360E}" dt="2023-09-21T04:55:06.727" v="1426" actId="2711"/>
          <ac:spMkLst>
            <pc:docMk/>
            <pc:sldMk cId="2288498887" sldId="283"/>
            <ac:spMk id="396" creationId="{D1E341DA-CF87-74D2-CDC4-0334BC0A4CAF}"/>
          </ac:spMkLst>
        </pc:spChg>
        <pc:spChg chg="mod">
          <ac:chgData name="Soban Najam" userId="59c411b0-ccb7-4330-99a9-29cc04a2c185" providerId="ADAL" clId="{7175BE28-6B03-4995-88E8-34BBC4F1360E}" dt="2023-09-21T04:55:06.727" v="1426" actId="2711"/>
          <ac:spMkLst>
            <pc:docMk/>
            <pc:sldMk cId="2288498887" sldId="283"/>
            <ac:spMk id="397" creationId="{F54D40C1-C0D6-975D-AC36-BE2A9A1D87E0}"/>
          </ac:spMkLst>
        </pc:spChg>
        <pc:spChg chg="mod">
          <ac:chgData name="Soban Najam" userId="59c411b0-ccb7-4330-99a9-29cc04a2c185" providerId="ADAL" clId="{7175BE28-6B03-4995-88E8-34BBC4F1360E}" dt="2023-09-21T04:55:06.727" v="1426" actId="2711"/>
          <ac:spMkLst>
            <pc:docMk/>
            <pc:sldMk cId="2288498887" sldId="283"/>
            <ac:spMk id="400" creationId="{68BF7BB8-F3D9-B3CD-5CD1-F1C9F7B4DC9D}"/>
          </ac:spMkLst>
        </pc:spChg>
        <pc:spChg chg="mod">
          <ac:chgData name="Soban Najam" userId="59c411b0-ccb7-4330-99a9-29cc04a2c185" providerId="ADAL" clId="{7175BE28-6B03-4995-88E8-34BBC4F1360E}" dt="2023-09-21T04:55:06.727" v="1426" actId="2711"/>
          <ac:spMkLst>
            <pc:docMk/>
            <pc:sldMk cId="2288498887" sldId="283"/>
            <ac:spMk id="401" creationId="{7170B75E-462E-EFA0-6DD4-F407A3721E12}"/>
          </ac:spMkLst>
        </pc:spChg>
        <pc:spChg chg="mod">
          <ac:chgData name="Soban Najam" userId="59c411b0-ccb7-4330-99a9-29cc04a2c185" providerId="ADAL" clId="{7175BE28-6B03-4995-88E8-34BBC4F1360E}" dt="2023-09-21T04:55:06.727" v="1426" actId="2711"/>
          <ac:spMkLst>
            <pc:docMk/>
            <pc:sldMk cId="2288498887" sldId="283"/>
            <ac:spMk id="402" creationId="{328A90F7-D411-4BC7-3DA3-64B9A738B466}"/>
          </ac:spMkLst>
        </pc:spChg>
        <pc:spChg chg="mod">
          <ac:chgData name="Soban Najam" userId="59c411b0-ccb7-4330-99a9-29cc04a2c185" providerId="ADAL" clId="{7175BE28-6B03-4995-88E8-34BBC4F1360E}" dt="2023-09-21T04:55:06.727" v="1426" actId="2711"/>
          <ac:spMkLst>
            <pc:docMk/>
            <pc:sldMk cId="2288498887" sldId="283"/>
            <ac:spMk id="403" creationId="{2FB00DD9-F41E-1602-E92D-8615B1FF58B8}"/>
          </ac:spMkLst>
        </pc:spChg>
        <pc:spChg chg="mod">
          <ac:chgData name="Soban Najam" userId="59c411b0-ccb7-4330-99a9-29cc04a2c185" providerId="ADAL" clId="{7175BE28-6B03-4995-88E8-34BBC4F1360E}" dt="2023-09-21T04:55:06.727" v="1426" actId="2711"/>
          <ac:spMkLst>
            <pc:docMk/>
            <pc:sldMk cId="2288498887" sldId="283"/>
            <ac:spMk id="404" creationId="{03230ECC-FA4F-8461-486A-C98E410C6E9F}"/>
          </ac:spMkLst>
        </pc:spChg>
        <pc:spChg chg="mod">
          <ac:chgData name="Soban Najam" userId="59c411b0-ccb7-4330-99a9-29cc04a2c185" providerId="ADAL" clId="{7175BE28-6B03-4995-88E8-34BBC4F1360E}" dt="2023-09-21T04:55:06.727" v="1426" actId="2711"/>
          <ac:spMkLst>
            <pc:docMk/>
            <pc:sldMk cId="2288498887" sldId="283"/>
            <ac:spMk id="405" creationId="{C7C6ABFB-BE65-EDF1-621D-C3A15E9420C9}"/>
          </ac:spMkLst>
        </pc:spChg>
        <pc:spChg chg="mod">
          <ac:chgData name="Soban Najam" userId="59c411b0-ccb7-4330-99a9-29cc04a2c185" providerId="ADAL" clId="{7175BE28-6B03-4995-88E8-34BBC4F1360E}" dt="2023-09-21T04:55:06.727" v="1426" actId="2711"/>
          <ac:spMkLst>
            <pc:docMk/>
            <pc:sldMk cId="2288498887" sldId="283"/>
            <ac:spMk id="406" creationId="{7C308495-EE8C-D08B-E862-B51936BEBBCC}"/>
          </ac:spMkLst>
        </pc:spChg>
        <pc:spChg chg="mod">
          <ac:chgData name="Soban Najam" userId="59c411b0-ccb7-4330-99a9-29cc04a2c185" providerId="ADAL" clId="{7175BE28-6B03-4995-88E8-34BBC4F1360E}" dt="2023-09-21T04:55:06.727" v="1426" actId="2711"/>
          <ac:spMkLst>
            <pc:docMk/>
            <pc:sldMk cId="2288498887" sldId="283"/>
            <ac:spMk id="407" creationId="{CA9B54C6-E50A-5457-388A-9F6F6ED517F7}"/>
          </ac:spMkLst>
        </pc:spChg>
        <pc:spChg chg="mod">
          <ac:chgData name="Soban Najam" userId="59c411b0-ccb7-4330-99a9-29cc04a2c185" providerId="ADAL" clId="{7175BE28-6B03-4995-88E8-34BBC4F1360E}" dt="2023-09-21T04:55:06.727" v="1426" actId="2711"/>
          <ac:spMkLst>
            <pc:docMk/>
            <pc:sldMk cId="2288498887" sldId="283"/>
            <ac:spMk id="408" creationId="{7496DB94-C8DE-8FA2-0A3F-58B7DBAB060A}"/>
          </ac:spMkLst>
        </pc:spChg>
        <pc:spChg chg="mod">
          <ac:chgData name="Soban Najam" userId="59c411b0-ccb7-4330-99a9-29cc04a2c185" providerId="ADAL" clId="{7175BE28-6B03-4995-88E8-34BBC4F1360E}" dt="2023-09-21T04:55:06.727" v="1426" actId="2711"/>
          <ac:spMkLst>
            <pc:docMk/>
            <pc:sldMk cId="2288498887" sldId="283"/>
            <ac:spMk id="409" creationId="{BA539BAF-A421-8B1B-29C7-5626AF0E2733}"/>
          </ac:spMkLst>
        </pc:spChg>
        <pc:spChg chg="mod">
          <ac:chgData name="Soban Najam" userId="59c411b0-ccb7-4330-99a9-29cc04a2c185" providerId="ADAL" clId="{7175BE28-6B03-4995-88E8-34BBC4F1360E}" dt="2023-09-21T04:55:06.727" v="1426" actId="2711"/>
          <ac:spMkLst>
            <pc:docMk/>
            <pc:sldMk cId="2288498887" sldId="283"/>
            <ac:spMk id="410" creationId="{6F45682F-36FF-99DA-5C85-2C6B52218DB1}"/>
          </ac:spMkLst>
        </pc:spChg>
        <pc:spChg chg="mod">
          <ac:chgData name="Soban Najam" userId="59c411b0-ccb7-4330-99a9-29cc04a2c185" providerId="ADAL" clId="{7175BE28-6B03-4995-88E8-34BBC4F1360E}" dt="2023-09-21T04:55:06.727" v="1426" actId="2711"/>
          <ac:spMkLst>
            <pc:docMk/>
            <pc:sldMk cId="2288498887" sldId="283"/>
            <ac:spMk id="411" creationId="{1481D75D-1F63-202F-C1DF-95A3B9FDEFF7}"/>
          </ac:spMkLst>
        </pc:spChg>
        <pc:spChg chg="mod">
          <ac:chgData name="Soban Najam" userId="59c411b0-ccb7-4330-99a9-29cc04a2c185" providerId="ADAL" clId="{7175BE28-6B03-4995-88E8-34BBC4F1360E}" dt="2023-09-21T04:55:06.727" v="1426" actId="2711"/>
          <ac:spMkLst>
            <pc:docMk/>
            <pc:sldMk cId="2288498887" sldId="283"/>
            <ac:spMk id="412" creationId="{139CBBB6-6B37-0D71-52E3-5AF9EF9FFDC7}"/>
          </ac:spMkLst>
        </pc:spChg>
        <pc:spChg chg="mod">
          <ac:chgData name="Soban Najam" userId="59c411b0-ccb7-4330-99a9-29cc04a2c185" providerId="ADAL" clId="{7175BE28-6B03-4995-88E8-34BBC4F1360E}" dt="2023-09-21T04:55:06.727" v="1426" actId="2711"/>
          <ac:spMkLst>
            <pc:docMk/>
            <pc:sldMk cId="2288498887" sldId="283"/>
            <ac:spMk id="413" creationId="{6F1C9FF8-A337-A8A2-00C0-26885E95ED54}"/>
          </ac:spMkLst>
        </pc:spChg>
        <pc:spChg chg="mod">
          <ac:chgData name="Soban Najam" userId="59c411b0-ccb7-4330-99a9-29cc04a2c185" providerId="ADAL" clId="{7175BE28-6B03-4995-88E8-34BBC4F1360E}" dt="2023-09-21T04:55:06.727" v="1426" actId="2711"/>
          <ac:spMkLst>
            <pc:docMk/>
            <pc:sldMk cId="2288498887" sldId="283"/>
            <ac:spMk id="414" creationId="{251635F6-C34B-0151-4C33-D83AB6A5443F}"/>
          </ac:spMkLst>
        </pc:spChg>
        <pc:spChg chg="mod">
          <ac:chgData name="Soban Najam" userId="59c411b0-ccb7-4330-99a9-29cc04a2c185" providerId="ADAL" clId="{7175BE28-6B03-4995-88E8-34BBC4F1360E}" dt="2023-09-21T04:55:06.727" v="1426" actId="2711"/>
          <ac:spMkLst>
            <pc:docMk/>
            <pc:sldMk cId="2288498887" sldId="283"/>
            <ac:spMk id="415" creationId="{B50E6D74-9387-8037-495B-577D91EEB021}"/>
          </ac:spMkLst>
        </pc:spChg>
        <pc:spChg chg="mod">
          <ac:chgData name="Soban Najam" userId="59c411b0-ccb7-4330-99a9-29cc04a2c185" providerId="ADAL" clId="{7175BE28-6B03-4995-88E8-34BBC4F1360E}" dt="2023-09-21T04:55:06.727" v="1426" actId="2711"/>
          <ac:spMkLst>
            <pc:docMk/>
            <pc:sldMk cId="2288498887" sldId="283"/>
            <ac:spMk id="416" creationId="{36D22CC2-67D7-E382-D5BF-FCAC56BABA5C}"/>
          </ac:spMkLst>
        </pc:spChg>
        <pc:spChg chg="mod">
          <ac:chgData name="Soban Najam" userId="59c411b0-ccb7-4330-99a9-29cc04a2c185" providerId="ADAL" clId="{7175BE28-6B03-4995-88E8-34BBC4F1360E}" dt="2023-09-21T04:55:06.727" v="1426" actId="2711"/>
          <ac:spMkLst>
            <pc:docMk/>
            <pc:sldMk cId="2288498887" sldId="283"/>
            <ac:spMk id="417" creationId="{70258CDA-92AA-D101-05DA-CDDC364F7651}"/>
          </ac:spMkLst>
        </pc:spChg>
        <pc:spChg chg="mod">
          <ac:chgData name="Soban Najam" userId="59c411b0-ccb7-4330-99a9-29cc04a2c185" providerId="ADAL" clId="{7175BE28-6B03-4995-88E8-34BBC4F1360E}" dt="2023-09-21T04:55:06.727" v="1426" actId="2711"/>
          <ac:spMkLst>
            <pc:docMk/>
            <pc:sldMk cId="2288498887" sldId="283"/>
            <ac:spMk id="418" creationId="{C3E6F9DC-A40D-F1AE-38D7-89820B6DD3EA}"/>
          </ac:spMkLst>
        </pc:spChg>
        <pc:spChg chg="mod">
          <ac:chgData name="Soban Najam" userId="59c411b0-ccb7-4330-99a9-29cc04a2c185" providerId="ADAL" clId="{7175BE28-6B03-4995-88E8-34BBC4F1360E}" dt="2023-09-21T04:55:06.727" v="1426" actId="2711"/>
          <ac:spMkLst>
            <pc:docMk/>
            <pc:sldMk cId="2288498887" sldId="283"/>
            <ac:spMk id="419" creationId="{182B0640-F24B-F7DC-8132-39BA91E58894}"/>
          </ac:spMkLst>
        </pc:spChg>
        <pc:spChg chg="mod">
          <ac:chgData name="Soban Najam" userId="59c411b0-ccb7-4330-99a9-29cc04a2c185" providerId="ADAL" clId="{7175BE28-6B03-4995-88E8-34BBC4F1360E}" dt="2023-09-21T04:55:06.727" v="1426" actId="2711"/>
          <ac:spMkLst>
            <pc:docMk/>
            <pc:sldMk cId="2288498887" sldId="283"/>
            <ac:spMk id="420" creationId="{66D0334E-94BF-F0C6-0FF1-E51E2D743122}"/>
          </ac:spMkLst>
        </pc:spChg>
        <pc:spChg chg="mod">
          <ac:chgData name="Soban Najam" userId="59c411b0-ccb7-4330-99a9-29cc04a2c185" providerId="ADAL" clId="{7175BE28-6B03-4995-88E8-34BBC4F1360E}" dt="2023-09-21T04:55:06.727" v="1426" actId="2711"/>
          <ac:spMkLst>
            <pc:docMk/>
            <pc:sldMk cId="2288498887" sldId="283"/>
            <ac:spMk id="421" creationId="{367D5CE0-1F02-512F-621F-EF393695E27E}"/>
          </ac:spMkLst>
        </pc:spChg>
        <pc:spChg chg="mod">
          <ac:chgData name="Soban Najam" userId="59c411b0-ccb7-4330-99a9-29cc04a2c185" providerId="ADAL" clId="{7175BE28-6B03-4995-88E8-34BBC4F1360E}" dt="2023-09-21T04:55:06.727" v="1426" actId="2711"/>
          <ac:spMkLst>
            <pc:docMk/>
            <pc:sldMk cId="2288498887" sldId="283"/>
            <ac:spMk id="422" creationId="{B1F203DD-AC4C-6B8B-15C5-D602D979D383}"/>
          </ac:spMkLst>
        </pc:spChg>
        <pc:spChg chg="mod">
          <ac:chgData name="Soban Najam" userId="59c411b0-ccb7-4330-99a9-29cc04a2c185" providerId="ADAL" clId="{7175BE28-6B03-4995-88E8-34BBC4F1360E}" dt="2023-09-21T04:55:06.727" v="1426" actId="2711"/>
          <ac:spMkLst>
            <pc:docMk/>
            <pc:sldMk cId="2288498887" sldId="283"/>
            <ac:spMk id="423" creationId="{30D80A53-BCD0-7EFC-9661-D2E309A127AE}"/>
          </ac:spMkLst>
        </pc:spChg>
        <pc:spChg chg="mod">
          <ac:chgData name="Soban Najam" userId="59c411b0-ccb7-4330-99a9-29cc04a2c185" providerId="ADAL" clId="{7175BE28-6B03-4995-88E8-34BBC4F1360E}" dt="2023-09-21T04:55:06.727" v="1426" actId="2711"/>
          <ac:spMkLst>
            <pc:docMk/>
            <pc:sldMk cId="2288498887" sldId="283"/>
            <ac:spMk id="424" creationId="{A9F6F210-06A7-1EF1-59C2-01B3682336ED}"/>
          </ac:spMkLst>
        </pc:spChg>
        <pc:spChg chg="mod">
          <ac:chgData name="Soban Najam" userId="59c411b0-ccb7-4330-99a9-29cc04a2c185" providerId="ADAL" clId="{7175BE28-6B03-4995-88E8-34BBC4F1360E}" dt="2023-09-21T04:55:06.727" v="1426" actId="2711"/>
          <ac:spMkLst>
            <pc:docMk/>
            <pc:sldMk cId="2288498887" sldId="283"/>
            <ac:spMk id="425" creationId="{06D908A1-4922-7EEF-5218-F833111746F1}"/>
          </ac:spMkLst>
        </pc:spChg>
        <pc:spChg chg="mod">
          <ac:chgData name="Soban Najam" userId="59c411b0-ccb7-4330-99a9-29cc04a2c185" providerId="ADAL" clId="{7175BE28-6B03-4995-88E8-34BBC4F1360E}" dt="2023-09-21T04:55:06.727" v="1426" actId="2711"/>
          <ac:spMkLst>
            <pc:docMk/>
            <pc:sldMk cId="2288498887" sldId="283"/>
            <ac:spMk id="426" creationId="{82C24AAD-0F9C-4261-09E4-FC3F73873FE5}"/>
          </ac:spMkLst>
        </pc:spChg>
        <pc:spChg chg="mod">
          <ac:chgData name="Soban Najam" userId="59c411b0-ccb7-4330-99a9-29cc04a2c185" providerId="ADAL" clId="{7175BE28-6B03-4995-88E8-34BBC4F1360E}" dt="2023-09-21T04:55:06.727" v="1426" actId="2711"/>
          <ac:spMkLst>
            <pc:docMk/>
            <pc:sldMk cId="2288498887" sldId="283"/>
            <ac:spMk id="427" creationId="{9EF100B4-DB1F-CA2F-08C7-B22AF9E10FCF}"/>
          </ac:spMkLst>
        </pc:spChg>
        <pc:spChg chg="mod">
          <ac:chgData name="Soban Najam" userId="59c411b0-ccb7-4330-99a9-29cc04a2c185" providerId="ADAL" clId="{7175BE28-6B03-4995-88E8-34BBC4F1360E}" dt="2023-09-21T04:55:06.727" v="1426" actId="2711"/>
          <ac:spMkLst>
            <pc:docMk/>
            <pc:sldMk cId="2288498887" sldId="283"/>
            <ac:spMk id="428" creationId="{C627C78A-4760-5C91-09F2-0AF97BA11D88}"/>
          </ac:spMkLst>
        </pc:spChg>
        <pc:spChg chg="mod">
          <ac:chgData name="Soban Najam" userId="59c411b0-ccb7-4330-99a9-29cc04a2c185" providerId="ADAL" clId="{7175BE28-6B03-4995-88E8-34BBC4F1360E}" dt="2023-09-21T04:55:06.727" v="1426" actId="2711"/>
          <ac:spMkLst>
            <pc:docMk/>
            <pc:sldMk cId="2288498887" sldId="283"/>
            <ac:spMk id="429" creationId="{8B1398C0-33E2-626D-86CD-388945F36EFC}"/>
          </ac:spMkLst>
        </pc:spChg>
        <pc:spChg chg="mod">
          <ac:chgData name="Soban Najam" userId="59c411b0-ccb7-4330-99a9-29cc04a2c185" providerId="ADAL" clId="{7175BE28-6B03-4995-88E8-34BBC4F1360E}" dt="2023-09-21T04:55:06.727" v="1426" actId="2711"/>
          <ac:spMkLst>
            <pc:docMk/>
            <pc:sldMk cId="2288498887" sldId="283"/>
            <ac:spMk id="430" creationId="{EEEA1787-98C4-C363-7C9B-CF93E01B74E8}"/>
          </ac:spMkLst>
        </pc:spChg>
        <pc:spChg chg="mod">
          <ac:chgData name="Soban Najam" userId="59c411b0-ccb7-4330-99a9-29cc04a2c185" providerId="ADAL" clId="{7175BE28-6B03-4995-88E8-34BBC4F1360E}" dt="2023-09-21T04:55:06.727" v="1426" actId="2711"/>
          <ac:spMkLst>
            <pc:docMk/>
            <pc:sldMk cId="2288498887" sldId="283"/>
            <ac:spMk id="431" creationId="{82ABE64B-4FCA-6FDB-5D80-6DEF6B4513A9}"/>
          </ac:spMkLst>
        </pc:spChg>
        <pc:spChg chg="mod">
          <ac:chgData name="Soban Najam" userId="59c411b0-ccb7-4330-99a9-29cc04a2c185" providerId="ADAL" clId="{7175BE28-6B03-4995-88E8-34BBC4F1360E}" dt="2023-09-21T04:55:06.727" v="1426" actId="2711"/>
          <ac:spMkLst>
            <pc:docMk/>
            <pc:sldMk cId="2288498887" sldId="283"/>
            <ac:spMk id="432" creationId="{F819436D-B0DC-14AC-ACD1-54B6A17C1107}"/>
          </ac:spMkLst>
        </pc:spChg>
        <pc:spChg chg="mod">
          <ac:chgData name="Soban Najam" userId="59c411b0-ccb7-4330-99a9-29cc04a2c185" providerId="ADAL" clId="{7175BE28-6B03-4995-88E8-34BBC4F1360E}" dt="2023-09-21T04:55:06.727" v="1426" actId="2711"/>
          <ac:spMkLst>
            <pc:docMk/>
            <pc:sldMk cId="2288498887" sldId="283"/>
            <ac:spMk id="433" creationId="{4ADE4435-816E-569C-F220-FF3A9899BEEF}"/>
          </ac:spMkLst>
        </pc:spChg>
        <pc:spChg chg="mod">
          <ac:chgData name="Soban Najam" userId="59c411b0-ccb7-4330-99a9-29cc04a2c185" providerId="ADAL" clId="{7175BE28-6B03-4995-88E8-34BBC4F1360E}" dt="2023-09-21T04:55:06.727" v="1426" actId="2711"/>
          <ac:spMkLst>
            <pc:docMk/>
            <pc:sldMk cId="2288498887" sldId="283"/>
            <ac:spMk id="434" creationId="{56E14DBE-7FB1-6ED9-8713-AC310D3C74F6}"/>
          </ac:spMkLst>
        </pc:spChg>
        <pc:spChg chg="mod">
          <ac:chgData name="Soban Najam" userId="59c411b0-ccb7-4330-99a9-29cc04a2c185" providerId="ADAL" clId="{7175BE28-6B03-4995-88E8-34BBC4F1360E}" dt="2023-09-21T04:55:06.727" v="1426" actId="2711"/>
          <ac:spMkLst>
            <pc:docMk/>
            <pc:sldMk cId="2288498887" sldId="283"/>
            <ac:spMk id="435" creationId="{0AEA546F-1E41-3F26-7CA6-4AD56DBD172E}"/>
          </ac:spMkLst>
        </pc:spChg>
        <pc:spChg chg="mod">
          <ac:chgData name="Soban Najam" userId="59c411b0-ccb7-4330-99a9-29cc04a2c185" providerId="ADAL" clId="{7175BE28-6B03-4995-88E8-34BBC4F1360E}" dt="2023-09-21T04:55:06.727" v="1426" actId="2711"/>
          <ac:spMkLst>
            <pc:docMk/>
            <pc:sldMk cId="2288498887" sldId="283"/>
            <ac:spMk id="436" creationId="{1BEB0776-FE67-D95C-3D0D-C1F1B72D007C}"/>
          </ac:spMkLst>
        </pc:spChg>
        <pc:spChg chg="mod">
          <ac:chgData name="Soban Najam" userId="59c411b0-ccb7-4330-99a9-29cc04a2c185" providerId="ADAL" clId="{7175BE28-6B03-4995-88E8-34BBC4F1360E}" dt="2023-09-21T04:55:06.727" v="1426" actId="2711"/>
          <ac:spMkLst>
            <pc:docMk/>
            <pc:sldMk cId="2288498887" sldId="283"/>
            <ac:spMk id="437" creationId="{2BD30ECD-896A-45BA-4AC0-C9E3114E1B86}"/>
          </ac:spMkLst>
        </pc:spChg>
        <pc:spChg chg="mod">
          <ac:chgData name="Soban Najam" userId="59c411b0-ccb7-4330-99a9-29cc04a2c185" providerId="ADAL" clId="{7175BE28-6B03-4995-88E8-34BBC4F1360E}" dt="2023-09-21T04:55:06.727" v="1426" actId="2711"/>
          <ac:spMkLst>
            <pc:docMk/>
            <pc:sldMk cId="2288498887" sldId="283"/>
            <ac:spMk id="438" creationId="{0F81DD38-8020-360D-C3A0-E8429FD620C3}"/>
          </ac:spMkLst>
        </pc:spChg>
        <pc:spChg chg="mod">
          <ac:chgData name="Soban Najam" userId="59c411b0-ccb7-4330-99a9-29cc04a2c185" providerId="ADAL" clId="{7175BE28-6B03-4995-88E8-34BBC4F1360E}" dt="2023-09-21T04:55:06.727" v="1426" actId="2711"/>
          <ac:spMkLst>
            <pc:docMk/>
            <pc:sldMk cId="2288498887" sldId="283"/>
            <ac:spMk id="445" creationId="{4DFC907E-88C5-4502-5CFD-4BDC93EEBC1B}"/>
          </ac:spMkLst>
        </pc:spChg>
        <pc:spChg chg="mod">
          <ac:chgData name="Soban Najam" userId="59c411b0-ccb7-4330-99a9-29cc04a2c185" providerId="ADAL" clId="{7175BE28-6B03-4995-88E8-34BBC4F1360E}" dt="2023-09-21T04:55:06.727" v="1426" actId="2711"/>
          <ac:spMkLst>
            <pc:docMk/>
            <pc:sldMk cId="2288498887" sldId="283"/>
            <ac:spMk id="446" creationId="{8E826985-392E-5754-B51F-E7FA8AD19917}"/>
          </ac:spMkLst>
        </pc:spChg>
        <pc:spChg chg="mod">
          <ac:chgData name="Soban Najam" userId="59c411b0-ccb7-4330-99a9-29cc04a2c185" providerId="ADAL" clId="{7175BE28-6B03-4995-88E8-34BBC4F1360E}" dt="2023-09-21T04:55:06.727" v="1426" actId="2711"/>
          <ac:spMkLst>
            <pc:docMk/>
            <pc:sldMk cId="2288498887" sldId="283"/>
            <ac:spMk id="447" creationId="{B469ABA2-A9BC-9EF5-FAB2-D6F5097126D3}"/>
          </ac:spMkLst>
        </pc:spChg>
        <pc:spChg chg="mod">
          <ac:chgData name="Soban Najam" userId="59c411b0-ccb7-4330-99a9-29cc04a2c185" providerId="ADAL" clId="{7175BE28-6B03-4995-88E8-34BBC4F1360E}" dt="2023-09-21T04:55:06.727" v="1426" actId="2711"/>
          <ac:spMkLst>
            <pc:docMk/>
            <pc:sldMk cId="2288498887" sldId="283"/>
            <ac:spMk id="448" creationId="{DA149EAA-C0C9-8280-4065-A9191C3D6DD8}"/>
          </ac:spMkLst>
        </pc:spChg>
        <pc:spChg chg="mod">
          <ac:chgData name="Soban Najam" userId="59c411b0-ccb7-4330-99a9-29cc04a2c185" providerId="ADAL" clId="{7175BE28-6B03-4995-88E8-34BBC4F1360E}" dt="2023-09-21T04:55:06.727" v="1426" actId="2711"/>
          <ac:spMkLst>
            <pc:docMk/>
            <pc:sldMk cId="2288498887" sldId="283"/>
            <ac:spMk id="449" creationId="{CB864821-7A16-8F22-A1EB-9FA8844DA46A}"/>
          </ac:spMkLst>
        </pc:spChg>
        <pc:spChg chg="mod">
          <ac:chgData name="Soban Najam" userId="59c411b0-ccb7-4330-99a9-29cc04a2c185" providerId="ADAL" clId="{7175BE28-6B03-4995-88E8-34BBC4F1360E}" dt="2023-09-21T04:55:06.727" v="1426" actId="2711"/>
          <ac:spMkLst>
            <pc:docMk/>
            <pc:sldMk cId="2288498887" sldId="283"/>
            <ac:spMk id="450" creationId="{421F16D5-4AD4-983E-CDA5-3D08904468B3}"/>
          </ac:spMkLst>
        </pc:spChg>
        <pc:spChg chg="mod">
          <ac:chgData name="Soban Najam" userId="59c411b0-ccb7-4330-99a9-29cc04a2c185" providerId="ADAL" clId="{7175BE28-6B03-4995-88E8-34BBC4F1360E}" dt="2023-09-21T04:55:06.727" v="1426" actId="2711"/>
          <ac:spMkLst>
            <pc:docMk/>
            <pc:sldMk cId="2288498887" sldId="283"/>
            <ac:spMk id="451" creationId="{BCB4E26D-EC85-09C4-07FE-A6C47637DC37}"/>
          </ac:spMkLst>
        </pc:spChg>
        <pc:spChg chg="mod">
          <ac:chgData name="Soban Najam" userId="59c411b0-ccb7-4330-99a9-29cc04a2c185" providerId="ADAL" clId="{7175BE28-6B03-4995-88E8-34BBC4F1360E}" dt="2023-09-21T04:55:06.727" v="1426" actId="2711"/>
          <ac:spMkLst>
            <pc:docMk/>
            <pc:sldMk cId="2288498887" sldId="283"/>
            <ac:spMk id="452" creationId="{7C2B60DB-B229-8A66-0324-1926E272F433}"/>
          </ac:spMkLst>
        </pc:spChg>
        <pc:spChg chg="mod">
          <ac:chgData name="Soban Najam" userId="59c411b0-ccb7-4330-99a9-29cc04a2c185" providerId="ADAL" clId="{7175BE28-6B03-4995-88E8-34BBC4F1360E}" dt="2023-09-21T04:55:06.727" v="1426" actId="2711"/>
          <ac:spMkLst>
            <pc:docMk/>
            <pc:sldMk cId="2288498887" sldId="283"/>
            <ac:spMk id="453" creationId="{CDCFB833-8079-D4AD-B448-381E7E20BD0C}"/>
          </ac:spMkLst>
        </pc:spChg>
        <pc:spChg chg="mod">
          <ac:chgData name="Soban Najam" userId="59c411b0-ccb7-4330-99a9-29cc04a2c185" providerId="ADAL" clId="{7175BE28-6B03-4995-88E8-34BBC4F1360E}" dt="2023-09-21T04:55:06.727" v="1426" actId="2711"/>
          <ac:spMkLst>
            <pc:docMk/>
            <pc:sldMk cId="2288498887" sldId="283"/>
            <ac:spMk id="454" creationId="{60C7320A-1C7E-B5A6-6096-BBD16335BE58}"/>
          </ac:spMkLst>
        </pc:spChg>
        <pc:spChg chg="mod">
          <ac:chgData name="Soban Najam" userId="59c411b0-ccb7-4330-99a9-29cc04a2c185" providerId="ADAL" clId="{7175BE28-6B03-4995-88E8-34BBC4F1360E}" dt="2023-09-21T04:55:06.727" v="1426" actId="2711"/>
          <ac:spMkLst>
            <pc:docMk/>
            <pc:sldMk cId="2288498887" sldId="283"/>
            <ac:spMk id="455" creationId="{934215E5-BDC5-320A-242F-BE7E4509960A}"/>
          </ac:spMkLst>
        </pc:spChg>
        <pc:spChg chg="mod">
          <ac:chgData name="Soban Najam" userId="59c411b0-ccb7-4330-99a9-29cc04a2c185" providerId="ADAL" clId="{7175BE28-6B03-4995-88E8-34BBC4F1360E}" dt="2023-09-21T04:55:06.727" v="1426" actId="2711"/>
          <ac:spMkLst>
            <pc:docMk/>
            <pc:sldMk cId="2288498887" sldId="283"/>
            <ac:spMk id="456" creationId="{241E5172-486C-8A9E-BF02-A8187E87B127}"/>
          </ac:spMkLst>
        </pc:spChg>
        <pc:spChg chg="mod">
          <ac:chgData name="Soban Najam" userId="59c411b0-ccb7-4330-99a9-29cc04a2c185" providerId="ADAL" clId="{7175BE28-6B03-4995-88E8-34BBC4F1360E}" dt="2023-09-21T04:55:06.727" v="1426" actId="2711"/>
          <ac:spMkLst>
            <pc:docMk/>
            <pc:sldMk cId="2288498887" sldId="283"/>
            <ac:spMk id="457" creationId="{E59AC742-E301-F844-CCE9-A301476EE4B5}"/>
          </ac:spMkLst>
        </pc:spChg>
        <pc:spChg chg="mod">
          <ac:chgData name="Soban Najam" userId="59c411b0-ccb7-4330-99a9-29cc04a2c185" providerId="ADAL" clId="{7175BE28-6B03-4995-88E8-34BBC4F1360E}" dt="2023-09-21T04:55:06.727" v="1426" actId="2711"/>
          <ac:spMkLst>
            <pc:docMk/>
            <pc:sldMk cId="2288498887" sldId="283"/>
            <ac:spMk id="458" creationId="{A2252C32-737E-466B-06A3-D4F27F9C189F}"/>
          </ac:spMkLst>
        </pc:spChg>
        <pc:spChg chg="mod">
          <ac:chgData name="Soban Najam" userId="59c411b0-ccb7-4330-99a9-29cc04a2c185" providerId="ADAL" clId="{7175BE28-6B03-4995-88E8-34BBC4F1360E}" dt="2023-09-21T04:55:06.727" v="1426" actId="2711"/>
          <ac:spMkLst>
            <pc:docMk/>
            <pc:sldMk cId="2288498887" sldId="283"/>
            <ac:spMk id="459" creationId="{C8F30154-F794-027F-7FFE-1ECA221F120C}"/>
          </ac:spMkLst>
        </pc:spChg>
        <pc:spChg chg="mod">
          <ac:chgData name="Soban Najam" userId="59c411b0-ccb7-4330-99a9-29cc04a2c185" providerId="ADAL" clId="{7175BE28-6B03-4995-88E8-34BBC4F1360E}" dt="2023-09-21T04:55:06.727" v="1426" actId="2711"/>
          <ac:spMkLst>
            <pc:docMk/>
            <pc:sldMk cId="2288498887" sldId="283"/>
            <ac:spMk id="460" creationId="{75B55D33-A92B-F92A-0FC2-DC9B52968D1D}"/>
          </ac:spMkLst>
        </pc:spChg>
        <pc:spChg chg="mod">
          <ac:chgData name="Soban Najam" userId="59c411b0-ccb7-4330-99a9-29cc04a2c185" providerId="ADAL" clId="{7175BE28-6B03-4995-88E8-34BBC4F1360E}" dt="2023-09-21T04:55:06.727" v="1426" actId="2711"/>
          <ac:spMkLst>
            <pc:docMk/>
            <pc:sldMk cId="2288498887" sldId="283"/>
            <ac:spMk id="461" creationId="{B6DB9DA1-3168-DFEC-6C7B-6F924BF1DF1A}"/>
          </ac:spMkLst>
        </pc:spChg>
        <pc:spChg chg="mod">
          <ac:chgData name="Soban Najam" userId="59c411b0-ccb7-4330-99a9-29cc04a2c185" providerId="ADAL" clId="{7175BE28-6B03-4995-88E8-34BBC4F1360E}" dt="2023-09-21T04:55:06.727" v="1426" actId="2711"/>
          <ac:spMkLst>
            <pc:docMk/>
            <pc:sldMk cId="2288498887" sldId="283"/>
            <ac:spMk id="462" creationId="{442B0693-BD70-C1DD-243B-0BF2BB5AA7C6}"/>
          </ac:spMkLst>
        </pc:spChg>
        <pc:spChg chg="mod">
          <ac:chgData name="Soban Najam" userId="59c411b0-ccb7-4330-99a9-29cc04a2c185" providerId="ADAL" clId="{7175BE28-6B03-4995-88E8-34BBC4F1360E}" dt="2023-09-21T04:55:06.727" v="1426" actId="2711"/>
          <ac:spMkLst>
            <pc:docMk/>
            <pc:sldMk cId="2288498887" sldId="283"/>
            <ac:spMk id="463" creationId="{849B84CB-13FD-4162-9F31-41767013FF55}"/>
          </ac:spMkLst>
        </pc:spChg>
        <pc:spChg chg="mod">
          <ac:chgData name="Soban Najam" userId="59c411b0-ccb7-4330-99a9-29cc04a2c185" providerId="ADAL" clId="{7175BE28-6B03-4995-88E8-34BBC4F1360E}" dt="2023-09-21T04:55:06.727" v="1426" actId="2711"/>
          <ac:spMkLst>
            <pc:docMk/>
            <pc:sldMk cId="2288498887" sldId="283"/>
            <ac:spMk id="464" creationId="{831F9B1D-DEBE-4F23-DBAD-0214E59E779A}"/>
          </ac:spMkLst>
        </pc:spChg>
        <pc:spChg chg="mod">
          <ac:chgData name="Soban Najam" userId="59c411b0-ccb7-4330-99a9-29cc04a2c185" providerId="ADAL" clId="{7175BE28-6B03-4995-88E8-34BBC4F1360E}" dt="2023-09-21T04:55:06.727" v="1426" actId="2711"/>
          <ac:spMkLst>
            <pc:docMk/>
            <pc:sldMk cId="2288498887" sldId="283"/>
            <ac:spMk id="465" creationId="{E253B929-62B4-D960-1505-7F9A8DA6DAC7}"/>
          </ac:spMkLst>
        </pc:spChg>
        <pc:spChg chg="mod">
          <ac:chgData name="Soban Najam" userId="59c411b0-ccb7-4330-99a9-29cc04a2c185" providerId="ADAL" clId="{7175BE28-6B03-4995-88E8-34BBC4F1360E}" dt="2023-09-21T04:55:06.727" v="1426" actId="2711"/>
          <ac:spMkLst>
            <pc:docMk/>
            <pc:sldMk cId="2288498887" sldId="283"/>
            <ac:spMk id="466" creationId="{DA2ED665-E89A-8267-F1B4-6054F1116595}"/>
          </ac:spMkLst>
        </pc:spChg>
        <pc:spChg chg="mod">
          <ac:chgData name="Soban Najam" userId="59c411b0-ccb7-4330-99a9-29cc04a2c185" providerId="ADAL" clId="{7175BE28-6B03-4995-88E8-34BBC4F1360E}" dt="2023-09-21T04:55:06.727" v="1426" actId="2711"/>
          <ac:spMkLst>
            <pc:docMk/>
            <pc:sldMk cId="2288498887" sldId="283"/>
            <ac:spMk id="467" creationId="{5EBFA57B-C022-845C-009D-1E686CB9FC33}"/>
          </ac:spMkLst>
        </pc:spChg>
        <pc:spChg chg="mod">
          <ac:chgData name="Soban Najam" userId="59c411b0-ccb7-4330-99a9-29cc04a2c185" providerId="ADAL" clId="{7175BE28-6B03-4995-88E8-34BBC4F1360E}" dt="2023-09-21T04:55:06.727" v="1426" actId="2711"/>
          <ac:spMkLst>
            <pc:docMk/>
            <pc:sldMk cId="2288498887" sldId="283"/>
            <ac:spMk id="468" creationId="{7E7A8DBA-AF48-11CD-D57B-21C19EFB880A}"/>
          </ac:spMkLst>
        </pc:spChg>
        <pc:spChg chg="mod">
          <ac:chgData name="Soban Najam" userId="59c411b0-ccb7-4330-99a9-29cc04a2c185" providerId="ADAL" clId="{7175BE28-6B03-4995-88E8-34BBC4F1360E}" dt="2023-09-21T04:55:06.727" v="1426" actId="2711"/>
          <ac:spMkLst>
            <pc:docMk/>
            <pc:sldMk cId="2288498887" sldId="283"/>
            <ac:spMk id="470" creationId="{CE6B7C26-AA98-953D-FA37-E3FD33677236}"/>
          </ac:spMkLst>
        </pc:spChg>
        <pc:spChg chg="mod">
          <ac:chgData name="Soban Najam" userId="59c411b0-ccb7-4330-99a9-29cc04a2c185" providerId="ADAL" clId="{7175BE28-6B03-4995-88E8-34BBC4F1360E}" dt="2023-09-21T04:55:06.727" v="1426" actId="2711"/>
          <ac:spMkLst>
            <pc:docMk/>
            <pc:sldMk cId="2288498887" sldId="283"/>
            <ac:spMk id="471" creationId="{A01B8952-4A27-053B-BA7A-20FCF6D31C87}"/>
          </ac:spMkLst>
        </pc:spChg>
        <pc:spChg chg="mod">
          <ac:chgData name="Soban Najam" userId="59c411b0-ccb7-4330-99a9-29cc04a2c185" providerId="ADAL" clId="{7175BE28-6B03-4995-88E8-34BBC4F1360E}" dt="2023-09-21T04:55:06.727" v="1426" actId="2711"/>
          <ac:spMkLst>
            <pc:docMk/>
            <pc:sldMk cId="2288498887" sldId="283"/>
            <ac:spMk id="472" creationId="{2E46FEED-4EE1-323B-A62B-0CEDF7804969}"/>
          </ac:spMkLst>
        </pc:spChg>
        <pc:spChg chg="mod">
          <ac:chgData name="Soban Najam" userId="59c411b0-ccb7-4330-99a9-29cc04a2c185" providerId="ADAL" clId="{7175BE28-6B03-4995-88E8-34BBC4F1360E}" dt="2023-09-21T04:55:06.727" v="1426" actId="2711"/>
          <ac:spMkLst>
            <pc:docMk/>
            <pc:sldMk cId="2288498887" sldId="283"/>
            <ac:spMk id="473" creationId="{628A4840-4961-7847-C708-60B9C3D4DE3A}"/>
          </ac:spMkLst>
        </pc:spChg>
        <pc:spChg chg="mod">
          <ac:chgData name="Soban Najam" userId="59c411b0-ccb7-4330-99a9-29cc04a2c185" providerId="ADAL" clId="{7175BE28-6B03-4995-88E8-34BBC4F1360E}" dt="2023-09-21T04:55:06.727" v="1426" actId="2711"/>
          <ac:spMkLst>
            <pc:docMk/>
            <pc:sldMk cId="2288498887" sldId="283"/>
            <ac:spMk id="474" creationId="{D690A6FC-A7B0-E2FB-21C2-37A78A7109F1}"/>
          </ac:spMkLst>
        </pc:spChg>
        <pc:spChg chg="mod">
          <ac:chgData name="Soban Najam" userId="59c411b0-ccb7-4330-99a9-29cc04a2c185" providerId="ADAL" clId="{7175BE28-6B03-4995-88E8-34BBC4F1360E}" dt="2023-09-21T04:55:06.727" v="1426" actId="2711"/>
          <ac:spMkLst>
            <pc:docMk/>
            <pc:sldMk cId="2288498887" sldId="283"/>
            <ac:spMk id="475" creationId="{FB067D9D-7287-0EA8-4AC9-81A274C5CB04}"/>
          </ac:spMkLst>
        </pc:spChg>
        <pc:spChg chg="mod">
          <ac:chgData name="Soban Najam" userId="59c411b0-ccb7-4330-99a9-29cc04a2c185" providerId="ADAL" clId="{7175BE28-6B03-4995-88E8-34BBC4F1360E}" dt="2023-09-21T04:55:06.727" v="1426" actId="2711"/>
          <ac:spMkLst>
            <pc:docMk/>
            <pc:sldMk cId="2288498887" sldId="283"/>
            <ac:spMk id="476" creationId="{AD85F768-8CB2-BA44-B446-5494B660C81C}"/>
          </ac:spMkLst>
        </pc:spChg>
        <pc:spChg chg="mod">
          <ac:chgData name="Soban Najam" userId="59c411b0-ccb7-4330-99a9-29cc04a2c185" providerId="ADAL" clId="{7175BE28-6B03-4995-88E8-34BBC4F1360E}" dt="2023-09-21T04:55:06.727" v="1426" actId="2711"/>
          <ac:spMkLst>
            <pc:docMk/>
            <pc:sldMk cId="2288498887" sldId="283"/>
            <ac:spMk id="477" creationId="{E412ACE4-9013-6A55-AA73-0EEFBE15BC1E}"/>
          </ac:spMkLst>
        </pc:spChg>
        <pc:spChg chg="mod">
          <ac:chgData name="Soban Najam" userId="59c411b0-ccb7-4330-99a9-29cc04a2c185" providerId="ADAL" clId="{7175BE28-6B03-4995-88E8-34BBC4F1360E}" dt="2023-09-21T04:55:06.727" v="1426" actId="2711"/>
          <ac:spMkLst>
            <pc:docMk/>
            <pc:sldMk cId="2288498887" sldId="283"/>
            <ac:spMk id="478" creationId="{94FC8923-E4D2-AA3B-315A-D1210C62C204}"/>
          </ac:spMkLst>
        </pc:spChg>
        <pc:spChg chg="mod">
          <ac:chgData name="Soban Najam" userId="59c411b0-ccb7-4330-99a9-29cc04a2c185" providerId="ADAL" clId="{7175BE28-6B03-4995-88E8-34BBC4F1360E}" dt="2023-09-21T04:55:06.727" v="1426" actId="2711"/>
          <ac:spMkLst>
            <pc:docMk/>
            <pc:sldMk cId="2288498887" sldId="283"/>
            <ac:spMk id="479" creationId="{C5F5C750-A4DA-F1BD-CFE5-030E16CC8B89}"/>
          </ac:spMkLst>
        </pc:spChg>
        <pc:spChg chg="mod">
          <ac:chgData name="Soban Najam" userId="59c411b0-ccb7-4330-99a9-29cc04a2c185" providerId="ADAL" clId="{7175BE28-6B03-4995-88E8-34BBC4F1360E}" dt="2023-09-21T04:55:06.727" v="1426" actId="2711"/>
          <ac:spMkLst>
            <pc:docMk/>
            <pc:sldMk cId="2288498887" sldId="283"/>
            <ac:spMk id="480" creationId="{38624E07-D1B6-A6C4-9DB3-ABAE83116F0B}"/>
          </ac:spMkLst>
        </pc:spChg>
        <pc:spChg chg="mod">
          <ac:chgData name="Soban Najam" userId="59c411b0-ccb7-4330-99a9-29cc04a2c185" providerId="ADAL" clId="{7175BE28-6B03-4995-88E8-34BBC4F1360E}" dt="2023-09-21T04:55:06.727" v="1426" actId="2711"/>
          <ac:spMkLst>
            <pc:docMk/>
            <pc:sldMk cId="2288498887" sldId="283"/>
            <ac:spMk id="481" creationId="{36ED43C1-71C1-715E-9DA1-DB486F450F6C}"/>
          </ac:spMkLst>
        </pc:spChg>
        <pc:spChg chg="mod">
          <ac:chgData name="Soban Najam" userId="59c411b0-ccb7-4330-99a9-29cc04a2c185" providerId="ADAL" clId="{7175BE28-6B03-4995-88E8-34BBC4F1360E}" dt="2023-09-21T04:55:06.727" v="1426" actId="2711"/>
          <ac:spMkLst>
            <pc:docMk/>
            <pc:sldMk cId="2288498887" sldId="283"/>
            <ac:spMk id="482" creationId="{FDA99255-90B1-79C1-76D7-28A7B7FF39E6}"/>
          </ac:spMkLst>
        </pc:spChg>
        <pc:spChg chg="mod">
          <ac:chgData name="Soban Najam" userId="59c411b0-ccb7-4330-99a9-29cc04a2c185" providerId="ADAL" clId="{7175BE28-6B03-4995-88E8-34BBC4F1360E}" dt="2023-09-21T04:55:06.727" v="1426" actId="2711"/>
          <ac:spMkLst>
            <pc:docMk/>
            <pc:sldMk cId="2288498887" sldId="283"/>
            <ac:spMk id="483" creationId="{A2811BF1-15BF-CCE7-281B-F430EE662A15}"/>
          </ac:spMkLst>
        </pc:spChg>
        <pc:spChg chg="mod">
          <ac:chgData name="Soban Najam" userId="59c411b0-ccb7-4330-99a9-29cc04a2c185" providerId="ADAL" clId="{7175BE28-6B03-4995-88E8-34BBC4F1360E}" dt="2023-09-21T04:55:06.727" v="1426" actId="2711"/>
          <ac:spMkLst>
            <pc:docMk/>
            <pc:sldMk cId="2288498887" sldId="283"/>
            <ac:spMk id="484" creationId="{07CE0328-B66D-BB5F-BB7C-506A9689B04B}"/>
          </ac:spMkLst>
        </pc:spChg>
        <pc:spChg chg="mod">
          <ac:chgData name="Soban Najam" userId="59c411b0-ccb7-4330-99a9-29cc04a2c185" providerId="ADAL" clId="{7175BE28-6B03-4995-88E8-34BBC4F1360E}" dt="2023-09-21T04:55:06.727" v="1426" actId="2711"/>
          <ac:spMkLst>
            <pc:docMk/>
            <pc:sldMk cId="2288498887" sldId="283"/>
            <ac:spMk id="485" creationId="{F6BF4F72-1531-3EC4-62A8-B688FF0CFBA4}"/>
          </ac:spMkLst>
        </pc:spChg>
        <pc:spChg chg="mod">
          <ac:chgData name="Soban Najam" userId="59c411b0-ccb7-4330-99a9-29cc04a2c185" providerId="ADAL" clId="{7175BE28-6B03-4995-88E8-34BBC4F1360E}" dt="2023-09-21T04:55:06.727" v="1426" actId="2711"/>
          <ac:spMkLst>
            <pc:docMk/>
            <pc:sldMk cId="2288498887" sldId="283"/>
            <ac:spMk id="486" creationId="{4367394A-D2F2-020E-DCDD-F5014D3E9581}"/>
          </ac:spMkLst>
        </pc:spChg>
        <pc:spChg chg="mod">
          <ac:chgData name="Soban Najam" userId="59c411b0-ccb7-4330-99a9-29cc04a2c185" providerId="ADAL" clId="{7175BE28-6B03-4995-88E8-34BBC4F1360E}" dt="2023-09-21T04:55:06.727" v="1426" actId="2711"/>
          <ac:spMkLst>
            <pc:docMk/>
            <pc:sldMk cId="2288498887" sldId="283"/>
            <ac:spMk id="487" creationId="{7D2F1C39-458A-3CC3-687E-C8AC54DA5981}"/>
          </ac:spMkLst>
        </pc:spChg>
        <pc:spChg chg="mod">
          <ac:chgData name="Soban Najam" userId="59c411b0-ccb7-4330-99a9-29cc04a2c185" providerId="ADAL" clId="{7175BE28-6B03-4995-88E8-34BBC4F1360E}" dt="2023-09-21T04:55:06.727" v="1426" actId="2711"/>
          <ac:spMkLst>
            <pc:docMk/>
            <pc:sldMk cId="2288498887" sldId="283"/>
            <ac:spMk id="488" creationId="{E27F4158-FA82-8E32-9493-8388DA061625}"/>
          </ac:spMkLst>
        </pc:spChg>
        <pc:spChg chg="mod">
          <ac:chgData name="Soban Najam" userId="59c411b0-ccb7-4330-99a9-29cc04a2c185" providerId="ADAL" clId="{7175BE28-6B03-4995-88E8-34BBC4F1360E}" dt="2023-09-21T04:55:06.727" v="1426" actId="2711"/>
          <ac:spMkLst>
            <pc:docMk/>
            <pc:sldMk cId="2288498887" sldId="283"/>
            <ac:spMk id="489" creationId="{8044953B-0736-6B33-FB45-2E733EC2A461}"/>
          </ac:spMkLst>
        </pc:spChg>
        <pc:spChg chg="mod">
          <ac:chgData name="Soban Najam" userId="59c411b0-ccb7-4330-99a9-29cc04a2c185" providerId="ADAL" clId="{7175BE28-6B03-4995-88E8-34BBC4F1360E}" dt="2023-09-21T04:55:06.727" v="1426" actId="2711"/>
          <ac:spMkLst>
            <pc:docMk/>
            <pc:sldMk cId="2288498887" sldId="283"/>
            <ac:spMk id="490" creationId="{CDFC4189-CC71-6ACC-D467-24E53808545A}"/>
          </ac:spMkLst>
        </pc:spChg>
        <pc:spChg chg="mod">
          <ac:chgData name="Soban Najam" userId="59c411b0-ccb7-4330-99a9-29cc04a2c185" providerId="ADAL" clId="{7175BE28-6B03-4995-88E8-34BBC4F1360E}" dt="2023-09-21T04:55:06.727" v="1426" actId="2711"/>
          <ac:spMkLst>
            <pc:docMk/>
            <pc:sldMk cId="2288498887" sldId="283"/>
            <ac:spMk id="491" creationId="{DC5DC602-5FD3-B7EB-739F-0940D1940FE0}"/>
          </ac:spMkLst>
        </pc:spChg>
        <pc:spChg chg="mod">
          <ac:chgData name="Soban Najam" userId="59c411b0-ccb7-4330-99a9-29cc04a2c185" providerId="ADAL" clId="{7175BE28-6B03-4995-88E8-34BBC4F1360E}" dt="2023-09-21T04:55:06.727" v="1426" actId="2711"/>
          <ac:spMkLst>
            <pc:docMk/>
            <pc:sldMk cId="2288498887" sldId="283"/>
            <ac:spMk id="492" creationId="{E2119B22-0A2D-5CE0-A012-67C8E15D3367}"/>
          </ac:spMkLst>
        </pc:spChg>
        <pc:spChg chg="mod">
          <ac:chgData name="Soban Najam" userId="59c411b0-ccb7-4330-99a9-29cc04a2c185" providerId="ADAL" clId="{7175BE28-6B03-4995-88E8-34BBC4F1360E}" dt="2023-09-21T04:55:06.727" v="1426" actId="2711"/>
          <ac:spMkLst>
            <pc:docMk/>
            <pc:sldMk cId="2288498887" sldId="283"/>
            <ac:spMk id="493" creationId="{CC800FBE-B187-A0AE-5151-49347D72D5D6}"/>
          </ac:spMkLst>
        </pc:spChg>
        <pc:spChg chg="mod">
          <ac:chgData name="Soban Najam" userId="59c411b0-ccb7-4330-99a9-29cc04a2c185" providerId="ADAL" clId="{7175BE28-6B03-4995-88E8-34BBC4F1360E}" dt="2023-09-21T04:55:06.727" v="1426" actId="2711"/>
          <ac:spMkLst>
            <pc:docMk/>
            <pc:sldMk cId="2288498887" sldId="283"/>
            <ac:spMk id="494" creationId="{5D7D6DEE-8B7A-5650-7A00-09E5341E28FA}"/>
          </ac:spMkLst>
        </pc:spChg>
        <pc:spChg chg="mod">
          <ac:chgData name="Soban Najam" userId="59c411b0-ccb7-4330-99a9-29cc04a2c185" providerId="ADAL" clId="{7175BE28-6B03-4995-88E8-34BBC4F1360E}" dt="2023-09-21T04:55:06.727" v="1426" actId="2711"/>
          <ac:spMkLst>
            <pc:docMk/>
            <pc:sldMk cId="2288498887" sldId="283"/>
            <ac:spMk id="495" creationId="{D57E70E3-FBC7-AAB3-1031-6450C7355654}"/>
          </ac:spMkLst>
        </pc:spChg>
        <pc:spChg chg="mod">
          <ac:chgData name="Soban Najam" userId="59c411b0-ccb7-4330-99a9-29cc04a2c185" providerId="ADAL" clId="{7175BE28-6B03-4995-88E8-34BBC4F1360E}" dt="2023-09-21T04:55:06.727" v="1426" actId="2711"/>
          <ac:spMkLst>
            <pc:docMk/>
            <pc:sldMk cId="2288498887" sldId="283"/>
            <ac:spMk id="496" creationId="{04CBE5CB-4B97-CD74-DD4D-09F5E6C61214}"/>
          </ac:spMkLst>
        </pc:spChg>
        <pc:spChg chg="mod">
          <ac:chgData name="Soban Najam" userId="59c411b0-ccb7-4330-99a9-29cc04a2c185" providerId="ADAL" clId="{7175BE28-6B03-4995-88E8-34BBC4F1360E}" dt="2023-09-21T04:55:06.727" v="1426" actId="2711"/>
          <ac:spMkLst>
            <pc:docMk/>
            <pc:sldMk cId="2288498887" sldId="283"/>
            <ac:spMk id="497" creationId="{DC6256CF-F8A2-F85B-7223-ACEAE2D05628}"/>
          </ac:spMkLst>
        </pc:spChg>
        <pc:spChg chg="mod">
          <ac:chgData name="Soban Najam" userId="59c411b0-ccb7-4330-99a9-29cc04a2c185" providerId="ADAL" clId="{7175BE28-6B03-4995-88E8-34BBC4F1360E}" dt="2023-09-21T04:55:06.727" v="1426" actId="2711"/>
          <ac:spMkLst>
            <pc:docMk/>
            <pc:sldMk cId="2288498887" sldId="283"/>
            <ac:spMk id="498" creationId="{422DC496-0D15-9DCA-E6AD-65C6DD178BCA}"/>
          </ac:spMkLst>
        </pc:spChg>
        <pc:spChg chg="mod">
          <ac:chgData name="Soban Najam" userId="59c411b0-ccb7-4330-99a9-29cc04a2c185" providerId="ADAL" clId="{7175BE28-6B03-4995-88E8-34BBC4F1360E}" dt="2023-09-21T04:55:06.727" v="1426" actId="2711"/>
          <ac:spMkLst>
            <pc:docMk/>
            <pc:sldMk cId="2288498887" sldId="283"/>
            <ac:spMk id="499" creationId="{AA733221-3B0E-5E81-DBF1-13B4DD57AAFA}"/>
          </ac:spMkLst>
        </pc:spChg>
        <pc:spChg chg="mod">
          <ac:chgData name="Soban Najam" userId="59c411b0-ccb7-4330-99a9-29cc04a2c185" providerId="ADAL" clId="{7175BE28-6B03-4995-88E8-34BBC4F1360E}" dt="2023-09-21T04:55:06.727" v="1426" actId="2711"/>
          <ac:spMkLst>
            <pc:docMk/>
            <pc:sldMk cId="2288498887" sldId="283"/>
            <ac:spMk id="500" creationId="{B2AEE778-06C7-099F-9D57-7B145D2A9AFA}"/>
          </ac:spMkLst>
        </pc:spChg>
        <pc:spChg chg="mod">
          <ac:chgData name="Soban Najam" userId="59c411b0-ccb7-4330-99a9-29cc04a2c185" providerId="ADAL" clId="{7175BE28-6B03-4995-88E8-34BBC4F1360E}" dt="2023-09-21T04:55:06.727" v="1426" actId="2711"/>
          <ac:spMkLst>
            <pc:docMk/>
            <pc:sldMk cId="2288498887" sldId="283"/>
            <ac:spMk id="501" creationId="{F2D033C5-1515-03DF-783C-5D0F5FA90A47}"/>
          </ac:spMkLst>
        </pc:spChg>
        <pc:spChg chg="mod">
          <ac:chgData name="Soban Najam" userId="59c411b0-ccb7-4330-99a9-29cc04a2c185" providerId="ADAL" clId="{7175BE28-6B03-4995-88E8-34BBC4F1360E}" dt="2023-09-21T04:55:06.727" v="1426" actId="2711"/>
          <ac:spMkLst>
            <pc:docMk/>
            <pc:sldMk cId="2288498887" sldId="283"/>
            <ac:spMk id="502" creationId="{56FF64C9-25B9-ADEA-FE79-C5931D3FE3F0}"/>
          </ac:spMkLst>
        </pc:spChg>
        <pc:spChg chg="mod">
          <ac:chgData name="Soban Najam" userId="59c411b0-ccb7-4330-99a9-29cc04a2c185" providerId="ADAL" clId="{7175BE28-6B03-4995-88E8-34BBC4F1360E}" dt="2023-09-21T04:55:06.727" v="1426" actId="2711"/>
          <ac:spMkLst>
            <pc:docMk/>
            <pc:sldMk cId="2288498887" sldId="283"/>
            <ac:spMk id="503" creationId="{930C56B1-9806-1085-08CD-12854C50DFEB}"/>
          </ac:spMkLst>
        </pc:spChg>
        <pc:spChg chg="mod">
          <ac:chgData name="Soban Najam" userId="59c411b0-ccb7-4330-99a9-29cc04a2c185" providerId="ADAL" clId="{7175BE28-6B03-4995-88E8-34BBC4F1360E}" dt="2023-09-21T04:55:06.727" v="1426" actId="2711"/>
          <ac:spMkLst>
            <pc:docMk/>
            <pc:sldMk cId="2288498887" sldId="283"/>
            <ac:spMk id="504" creationId="{E087D05B-D043-F703-37B0-737F12470D43}"/>
          </ac:spMkLst>
        </pc:spChg>
        <pc:spChg chg="mod">
          <ac:chgData name="Soban Najam" userId="59c411b0-ccb7-4330-99a9-29cc04a2c185" providerId="ADAL" clId="{7175BE28-6B03-4995-88E8-34BBC4F1360E}" dt="2023-09-21T04:55:06.727" v="1426" actId="2711"/>
          <ac:spMkLst>
            <pc:docMk/>
            <pc:sldMk cId="2288498887" sldId="283"/>
            <ac:spMk id="506" creationId="{0C5C597E-8E27-C409-9953-ED4D45DDB5A4}"/>
          </ac:spMkLst>
        </pc:spChg>
        <pc:spChg chg="mod">
          <ac:chgData name="Soban Najam" userId="59c411b0-ccb7-4330-99a9-29cc04a2c185" providerId="ADAL" clId="{7175BE28-6B03-4995-88E8-34BBC4F1360E}" dt="2023-09-21T04:55:06.727" v="1426" actId="2711"/>
          <ac:spMkLst>
            <pc:docMk/>
            <pc:sldMk cId="2288498887" sldId="283"/>
            <ac:spMk id="507" creationId="{68853675-26EA-D1E9-17E4-ACE1667BCACB}"/>
          </ac:spMkLst>
        </pc:spChg>
        <pc:spChg chg="mod">
          <ac:chgData name="Soban Najam" userId="59c411b0-ccb7-4330-99a9-29cc04a2c185" providerId="ADAL" clId="{7175BE28-6B03-4995-88E8-34BBC4F1360E}" dt="2023-09-21T04:55:06.727" v="1426" actId="2711"/>
          <ac:spMkLst>
            <pc:docMk/>
            <pc:sldMk cId="2288498887" sldId="283"/>
            <ac:spMk id="508" creationId="{F9C115F8-69C3-DA6D-726A-BCE25EABC83A}"/>
          </ac:spMkLst>
        </pc:spChg>
        <pc:spChg chg="mod">
          <ac:chgData name="Soban Najam" userId="59c411b0-ccb7-4330-99a9-29cc04a2c185" providerId="ADAL" clId="{7175BE28-6B03-4995-88E8-34BBC4F1360E}" dt="2023-09-21T04:55:06.727" v="1426" actId="2711"/>
          <ac:spMkLst>
            <pc:docMk/>
            <pc:sldMk cId="2288498887" sldId="283"/>
            <ac:spMk id="509" creationId="{570594AF-3E9B-8F3A-DC3D-413B3D8DB04F}"/>
          </ac:spMkLst>
        </pc:spChg>
        <pc:spChg chg="mod">
          <ac:chgData name="Soban Najam" userId="59c411b0-ccb7-4330-99a9-29cc04a2c185" providerId="ADAL" clId="{7175BE28-6B03-4995-88E8-34BBC4F1360E}" dt="2023-09-21T04:55:06.727" v="1426" actId="2711"/>
          <ac:spMkLst>
            <pc:docMk/>
            <pc:sldMk cId="2288498887" sldId="283"/>
            <ac:spMk id="510" creationId="{3AEFF535-0657-ADA7-BB10-4E8B61341593}"/>
          </ac:spMkLst>
        </pc:spChg>
        <pc:spChg chg="mod">
          <ac:chgData name="Soban Najam" userId="59c411b0-ccb7-4330-99a9-29cc04a2c185" providerId="ADAL" clId="{7175BE28-6B03-4995-88E8-34BBC4F1360E}" dt="2023-09-21T04:55:06.727" v="1426" actId="2711"/>
          <ac:spMkLst>
            <pc:docMk/>
            <pc:sldMk cId="2288498887" sldId="283"/>
            <ac:spMk id="511" creationId="{173F6C0E-05A1-408D-6F6C-03F05C7AE137}"/>
          </ac:spMkLst>
        </pc:spChg>
        <pc:spChg chg="mod">
          <ac:chgData name="Soban Najam" userId="59c411b0-ccb7-4330-99a9-29cc04a2c185" providerId="ADAL" clId="{7175BE28-6B03-4995-88E8-34BBC4F1360E}" dt="2023-09-21T04:55:06.727" v="1426" actId="2711"/>
          <ac:spMkLst>
            <pc:docMk/>
            <pc:sldMk cId="2288498887" sldId="283"/>
            <ac:spMk id="512" creationId="{204AA6D2-1C59-6F35-1DDF-16401E7BB32A}"/>
          </ac:spMkLst>
        </pc:spChg>
        <pc:spChg chg="mod">
          <ac:chgData name="Soban Najam" userId="59c411b0-ccb7-4330-99a9-29cc04a2c185" providerId="ADAL" clId="{7175BE28-6B03-4995-88E8-34BBC4F1360E}" dt="2023-09-21T04:55:06.727" v="1426" actId="2711"/>
          <ac:spMkLst>
            <pc:docMk/>
            <pc:sldMk cId="2288498887" sldId="283"/>
            <ac:spMk id="513" creationId="{33752C74-84A2-63D2-A1B2-FBE489B9B549}"/>
          </ac:spMkLst>
        </pc:spChg>
        <pc:spChg chg="mod">
          <ac:chgData name="Soban Najam" userId="59c411b0-ccb7-4330-99a9-29cc04a2c185" providerId="ADAL" clId="{7175BE28-6B03-4995-88E8-34BBC4F1360E}" dt="2023-09-21T04:55:06.727" v="1426" actId="2711"/>
          <ac:spMkLst>
            <pc:docMk/>
            <pc:sldMk cId="2288498887" sldId="283"/>
            <ac:spMk id="514" creationId="{D9550322-3870-411F-2210-09CC103A4033}"/>
          </ac:spMkLst>
        </pc:spChg>
        <pc:spChg chg="mod">
          <ac:chgData name="Soban Najam" userId="59c411b0-ccb7-4330-99a9-29cc04a2c185" providerId="ADAL" clId="{7175BE28-6B03-4995-88E8-34BBC4F1360E}" dt="2023-09-21T04:55:06.727" v="1426" actId="2711"/>
          <ac:spMkLst>
            <pc:docMk/>
            <pc:sldMk cId="2288498887" sldId="283"/>
            <ac:spMk id="515" creationId="{0D0F2CC3-067C-7B4A-A830-C15C5CB094D3}"/>
          </ac:spMkLst>
        </pc:spChg>
        <pc:spChg chg="mod">
          <ac:chgData name="Soban Najam" userId="59c411b0-ccb7-4330-99a9-29cc04a2c185" providerId="ADAL" clId="{7175BE28-6B03-4995-88E8-34BBC4F1360E}" dt="2023-09-21T04:55:06.727" v="1426" actId="2711"/>
          <ac:spMkLst>
            <pc:docMk/>
            <pc:sldMk cId="2288498887" sldId="283"/>
            <ac:spMk id="516" creationId="{3D9B8DEF-A70E-8FA8-5C2A-B9A33D93180F}"/>
          </ac:spMkLst>
        </pc:spChg>
        <pc:spChg chg="mod">
          <ac:chgData name="Soban Najam" userId="59c411b0-ccb7-4330-99a9-29cc04a2c185" providerId="ADAL" clId="{7175BE28-6B03-4995-88E8-34BBC4F1360E}" dt="2023-09-21T04:55:06.727" v="1426" actId="2711"/>
          <ac:spMkLst>
            <pc:docMk/>
            <pc:sldMk cId="2288498887" sldId="283"/>
            <ac:spMk id="517" creationId="{07DB29CC-6519-063D-F8A9-B7A90BE45328}"/>
          </ac:spMkLst>
        </pc:spChg>
        <pc:spChg chg="mod">
          <ac:chgData name="Soban Najam" userId="59c411b0-ccb7-4330-99a9-29cc04a2c185" providerId="ADAL" clId="{7175BE28-6B03-4995-88E8-34BBC4F1360E}" dt="2023-09-21T04:55:06.727" v="1426" actId="2711"/>
          <ac:spMkLst>
            <pc:docMk/>
            <pc:sldMk cId="2288498887" sldId="283"/>
            <ac:spMk id="518" creationId="{5EEC8631-84AD-FD5A-2F00-5D8598B89054}"/>
          </ac:spMkLst>
        </pc:spChg>
        <pc:spChg chg="mod">
          <ac:chgData name="Soban Najam" userId="59c411b0-ccb7-4330-99a9-29cc04a2c185" providerId="ADAL" clId="{7175BE28-6B03-4995-88E8-34BBC4F1360E}" dt="2023-09-21T04:55:06.727" v="1426" actId="2711"/>
          <ac:spMkLst>
            <pc:docMk/>
            <pc:sldMk cId="2288498887" sldId="283"/>
            <ac:spMk id="519" creationId="{CA41563D-4B4D-3CDC-8E6C-6A69507E4363}"/>
          </ac:spMkLst>
        </pc:spChg>
        <pc:spChg chg="mod">
          <ac:chgData name="Soban Najam" userId="59c411b0-ccb7-4330-99a9-29cc04a2c185" providerId="ADAL" clId="{7175BE28-6B03-4995-88E8-34BBC4F1360E}" dt="2023-09-21T04:55:06.727" v="1426" actId="2711"/>
          <ac:spMkLst>
            <pc:docMk/>
            <pc:sldMk cId="2288498887" sldId="283"/>
            <ac:spMk id="520" creationId="{72577EBC-01B8-5569-BE6B-561FDD2F9498}"/>
          </ac:spMkLst>
        </pc:spChg>
        <pc:spChg chg="mod">
          <ac:chgData name="Soban Najam" userId="59c411b0-ccb7-4330-99a9-29cc04a2c185" providerId="ADAL" clId="{7175BE28-6B03-4995-88E8-34BBC4F1360E}" dt="2023-09-21T04:55:06.727" v="1426" actId="2711"/>
          <ac:spMkLst>
            <pc:docMk/>
            <pc:sldMk cId="2288498887" sldId="283"/>
            <ac:spMk id="521" creationId="{31D4FD9B-7DDD-CD28-FE1F-3ABFEAEF5F6E}"/>
          </ac:spMkLst>
        </pc:spChg>
        <pc:spChg chg="mod">
          <ac:chgData name="Soban Najam" userId="59c411b0-ccb7-4330-99a9-29cc04a2c185" providerId="ADAL" clId="{7175BE28-6B03-4995-88E8-34BBC4F1360E}" dt="2023-09-21T04:55:06.727" v="1426" actId="2711"/>
          <ac:spMkLst>
            <pc:docMk/>
            <pc:sldMk cId="2288498887" sldId="283"/>
            <ac:spMk id="522" creationId="{79939640-D5E8-8479-D9EB-296B66E63136}"/>
          </ac:spMkLst>
        </pc:spChg>
        <pc:spChg chg="mod">
          <ac:chgData name="Soban Najam" userId="59c411b0-ccb7-4330-99a9-29cc04a2c185" providerId="ADAL" clId="{7175BE28-6B03-4995-88E8-34BBC4F1360E}" dt="2023-09-21T04:55:06.727" v="1426" actId="2711"/>
          <ac:spMkLst>
            <pc:docMk/>
            <pc:sldMk cId="2288498887" sldId="283"/>
            <ac:spMk id="523" creationId="{4659FAEB-EC45-5931-1624-37D60517AF6C}"/>
          </ac:spMkLst>
        </pc:spChg>
        <pc:spChg chg="mod">
          <ac:chgData name="Soban Najam" userId="59c411b0-ccb7-4330-99a9-29cc04a2c185" providerId="ADAL" clId="{7175BE28-6B03-4995-88E8-34BBC4F1360E}" dt="2023-09-21T04:55:06.727" v="1426" actId="2711"/>
          <ac:spMkLst>
            <pc:docMk/>
            <pc:sldMk cId="2288498887" sldId="283"/>
            <ac:spMk id="524" creationId="{BD16E505-29D1-EC11-BFC3-B08C8F71CADD}"/>
          </ac:spMkLst>
        </pc:spChg>
        <pc:spChg chg="mod">
          <ac:chgData name="Soban Najam" userId="59c411b0-ccb7-4330-99a9-29cc04a2c185" providerId="ADAL" clId="{7175BE28-6B03-4995-88E8-34BBC4F1360E}" dt="2023-09-21T04:55:06.727" v="1426" actId="2711"/>
          <ac:spMkLst>
            <pc:docMk/>
            <pc:sldMk cId="2288498887" sldId="283"/>
            <ac:spMk id="525" creationId="{648B5D26-FA93-3847-55F7-C0D6CC11BA39}"/>
          </ac:spMkLst>
        </pc:spChg>
        <pc:spChg chg="mod">
          <ac:chgData name="Soban Najam" userId="59c411b0-ccb7-4330-99a9-29cc04a2c185" providerId="ADAL" clId="{7175BE28-6B03-4995-88E8-34BBC4F1360E}" dt="2023-09-21T04:55:06.727" v="1426" actId="2711"/>
          <ac:spMkLst>
            <pc:docMk/>
            <pc:sldMk cId="2288498887" sldId="283"/>
            <ac:spMk id="526" creationId="{FF5650DE-CE1F-5DC8-A8E4-2CA72FCB27C3}"/>
          </ac:spMkLst>
        </pc:spChg>
        <pc:spChg chg="mod">
          <ac:chgData name="Soban Najam" userId="59c411b0-ccb7-4330-99a9-29cc04a2c185" providerId="ADAL" clId="{7175BE28-6B03-4995-88E8-34BBC4F1360E}" dt="2023-09-21T04:55:06.727" v="1426" actId="2711"/>
          <ac:spMkLst>
            <pc:docMk/>
            <pc:sldMk cId="2288498887" sldId="283"/>
            <ac:spMk id="527" creationId="{8C8AB2C2-4DFF-E532-B3B1-237341AB7C35}"/>
          </ac:spMkLst>
        </pc:spChg>
        <pc:spChg chg="mod">
          <ac:chgData name="Soban Najam" userId="59c411b0-ccb7-4330-99a9-29cc04a2c185" providerId="ADAL" clId="{7175BE28-6B03-4995-88E8-34BBC4F1360E}" dt="2023-09-21T04:55:06.727" v="1426" actId="2711"/>
          <ac:spMkLst>
            <pc:docMk/>
            <pc:sldMk cId="2288498887" sldId="283"/>
            <ac:spMk id="528" creationId="{44045A5E-67F2-239D-536C-831BCA7D1A1E}"/>
          </ac:spMkLst>
        </pc:spChg>
        <pc:spChg chg="mod">
          <ac:chgData name="Soban Najam" userId="59c411b0-ccb7-4330-99a9-29cc04a2c185" providerId="ADAL" clId="{7175BE28-6B03-4995-88E8-34BBC4F1360E}" dt="2023-09-21T04:55:06.727" v="1426" actId="2711"/>
          <ac:spMkLst>
            <pc:docMk/>
            <pc:sldMk cId="2288498887" sldId="283"/>
            <ac:spMk id="529" creationId="{AA880E34-1EA7-B08E-6B14-989B1FF3D835}"/>
          </ac:spMkLst>
        </pc:spChg>
        <pc:spChg chg="mod">
          <ac:chgData name="Soban Najam" userId="59c411b0-ccb7-4330-99a9-29cc04a2c185" providerId="ADAL" clId="{7175BE28-6B03-4995-88E8-34BBC4F1360E}" dt="2023-09-21T04:55:06.727" v="1426" actId="2711"/>
          <ac:spMkLst>
            <pc:docMk/>
            <pc:sldMk cId="2288498887" sldId="283"/>
            <ac:spMk id="530" creationId="{4C613609-C63A-D39C-AC92-05D9E69D8EE9}"/>
          </ac:spMkLst>
        </pc:spChg>
        <pc:spChg chg="mod">
          <ac:chgData name="Soban Najam" userId="59c411b0-ccb7-4330-99a9-29cc04a2c185" providerId="ADAL" clId="{7175BE28-6B03-4995-88E8-34BBC4F1360E}" dt="2023-09-21T04:55:06.727" v="1426" actId="2711"/>
          <ac:spMkLst>
            <pc:docMk/>
            <pc:sldMk cId="2288498887" sldId="283"/>
            <ac:spMk id="531" creationId="{4E147E8B-C075-93B3-6362-DEEBDDEA30B7}"/>
          </ac:spMkLst>
        </pc:spChg>
        <pc:spChg chg="mod">
          <ac:chgData name="Soban Najam" userId="59c411b0-ccb7-4330-99a9-29cc04a2c185" providerId="ADAL" clId="{7175BE28-6B03-4995-88E8-34BBC4F1360E}" dt="2023-09-21T04:55:06.727" v="1426" actId="2711"/>
          <ac:spMkLst>
            <pc:docMk/>
            <pc:sldMk cId="2288498887" sldId="283"/>
            <ac:spMk id="532" creationId="{CE6BEDD9-E148-9A30-A6C5-517B13760279}"/>
          </ac:spMkLst>
        </pc:spChg>
        <pc:spChg chg="mod">
          <ac:chgData name="Soban Najam" userId="59c411b0-ccb7-4330-99a9-29cc04a2c185" providerId="ADAL" clId="{7175BE28-6B03-4995-88E8-34BBC4F1360E}" dt="2023-09-21T04:55:06.727" v="1426" actId="2711"/>
          <ac:spMkLst>
            <pc:docMk/>
            <pc:sldMk cId="2288498887" sldId="283"/>
            <ac:spMk id="533" creationId="{49479DE8-6A9F-21A5-7246-895E12506721}"/>
          </ac:spMkLst>
        </pc:spChg>
        <pc:spChg chg="mod">
          <ac:chgData name="Soban Najam" userId="59c411b0-ccb7-4330-99a9-29cc04a2c185" providerId="ADAL" clId="{7175BE28-6B03-4995-88E8-34BBC4F1360E}" dt="2023-09-21T04:55:06.727" v="1426" actId="2711"/>
          <ac:spMkLst>
            <pc:docMk/>
            <pc:sldMk cId="2288498887" sldId="283"/>
            <ac:spMk id="534" creationId="{7D7D446A-7563-512A-A98E-8B966D86F5C4}"/>
          </ac:spMkLst>
        </pc:spChg>
        <pc:spChg chg="mod">
          <ac:chgData name="Soban Najam" userId="59c411b0-ccb7-4330-99a9-29cc04a2c185" providerId="ADAL" clId="{7175BE28-6B03-4995-88E8-34BBC4F1360E}" dt="2023-09-21T04:55:06.727" v="1426" actId="2711"/>
          <ac:spMkLst>
            <pc:docMk/>
            <pc:sldMk cId="2288498887" sldId="283"/>
            <ac:spMk id="535" creationId="{84C73CAC-55A0-2EFB-6C26-DE25439335F2}"/>
          </ac:spMkLst>
        </pc:spChg>
        <pc:spChg chg="mod">
          <ac:chgData name="Soban Najam" userId="59c411b0-ccb7-4330-99a9-29cc04a2c185" providerId="ADAL" clId="{7175BE28-6B03-4995-88E8-34BBC4F1360E}" dt="2023-09-21T04:55:06.727" v="1426" actId="2711"/>
          <ac:spMkLst>
            <pc:docMk/>
            <pc:sldMk cId="2288498887" sldId="283"/>
            <ac:spMk id="542" creationId="{AF133CA0-5735-AC4A-8166-ED8B3DCD0DB8}"/>
          </ac:spMkLst>
        </pc:spChg>
        <pc:spChg chg="mod">
          <ac:chgData name="Soban Najam" userId="59c411b0-ccb7-4330-99a9-29cc04a2c185" providerId="ADAL" clId="{7175BE28-6B03-4995-88E8-34BBC4F1360E}" dt="2023-09-21T04:55:06.727" v="1426" actId="2711"/>
          <ac:spMkLst>
            <pc:docMk/>
            <pc:sldMk cId="2288498887" sldId="283"/>
            <ac:spMk id="543" creationId="{0A3EFBC8-A50B-46EB-4A31-DB085161FD03}"/>
          </ac:spMkLst>
        </pc:spChg>
        <pc:spChg chg="mod">
          <ac:chgData name="Soban Najam" userId="59c411b0-ccb7-4330-99a9-29cc04a2c185" providerId="ADAL" clId="{7175BE28-6B03-4995-88E8-34BBC4F1360E}" dt="2023-09-21T04:55:06.727" v="1426" actId="2711"/>
          <ac:spMkLst>
            <pc:docMk/>
            <pc:sldMk cId="2288498887" sldId="283"/>
            <ac:spMk id="544" creationId="{8F28B875-5DDE-76B8-0F4E-257CA803D827}"/>
          </ac:spMkLst>
        </pc:spChg>
        <pc:spChg chg="mod">
          <ac:chgData name="Soban Najam" userId="59c411b0-ccb7-4330-99a9-29cc04a2c185" providerId="ADAL" clId="{7175BE28-6B03-4995-88E8-34BBC4F1360E}" dt="2023-09-21T04:55:06.727" v="1426" actId="2711"/>
          <ac:spMkLst>
            <pc:docMk/>
            <pc:sldMk cId="2288498887" sldId="283"/>
            <ac:spMk id="545" creationId="{B36C49D3-4458-E5CF-61FD-7EB82C194B11}"/>
          </ac:spMkLst>
        </pc:spChg>
        <pc:spChg chg="mod">
          <ac:chgData name="Soban Najam" userId="59c411b0-ccb7-4330-99a9-29cc04a2c185" providerId="ADAL" clId="{7175BE28-6B03-4995-88E8-34BBC4F1360E}" dt="2023-09-21T04:55:06.727" v="1426" actId="2711"/>
          <ac:spMkLst>
            <pc:docMk/>
            <pc:sldMk cId="2288498887" sldId="283"/>
            <ac:spMk id="546" creationId="{72B91BF4-2EDF-4DF9-533A-DC5FAF0DB195}"/>
          </ac:spMkLst>
        </pc:spChg>
        <pc:spChg chg="mod">
          <ac:chgData name="Soban Najam" userId="59c411b0-ccb7-4330-99a9-29cc04a2c185" providerId="ADAL" clId="{7175BE28-6B03-4995-88E8-34BBC4F1360E}" dt="2023-09-21T04:55:06.727" v="1426" actId="2711"/>
          <ac:spMkLst>
            <pc:docMk/>
            <pc:sldMk cId="2288498887" sldId="283"/>
            <ac:spMk id="547" creationId="{B2A664D2-C345-B4FA-5C22-7AE2D37ACA4F}"/>
          </ac:spMkLst>
        </pc:spChg>
        <pc:spChg chg="mod">
          <ac:chgData name="Soban Najam" userId="59c411b0-ccb7-4330-99a9-29cc04a2c185" providerId="ADAL" clId="{7175BE28-6B03-4995-88E8-34BBC4F1360E}" dt="2023-09-21T04:55:06.727" v="1426" actId="2711"/>
          <ac:spMkLst>
            <pc:docMk/>
            <pc:sldMk cId="2288498887" sldId="283"/>
            <ac:spMk id="548" creationId="{F43F2A0B-A3E0-A3FC-97E7-B69EEBE125A8}"/>
          </ac:spMkLst>
        </pc:spChg>
        <pc:spChg chg="mod">
          <ac:chgData name="Soban Najam" userId="59c411b0-ccb7-4330-99a9-29cc04a2c185" providerId="ADAL" clId="{7175BE28-6B03-4995-88E8-34BBC4F1360E}" dt="2023-09-21T04:55:06.727" v="1426" actId="2711"/>
          <ac:spMkLst>
            <pc:docMk/>
            <pc:sldMk cId="2288498887" sldId="283"/>
            <ac:spMk id="549" creationId="{A2036F89-15B1-B5CE-B14B-66EE1828A29F}"/>
          </ac:spMkLst>
        </pc:spChg>
        <pc:spChg chg="mod">
          <ac:chgData name="Soban Najam" userId="59c411b0-ccb7-4330-99a9-29cc04a2c185" providerId="ADAL" clId="{7175BE28-6B03-4995-88E8-34BBC4F1360E}" dt="2023-09-21T04:55:06.727" v="1426" actId="2711"/>
          <ac:spMkLst>
            <pc:docMk/>
            <pc:sldMk cId="2288498887" sldId="283"/>
            <ac:spMk id="550" creationId="{8D348ED8-C7D6-F8C3-784D-D6FDD0123EC3}"/>
          </ac:spMkLst>
        </pc:spChg>
        <pc:spChg chg="mod">
          <ac:chgData name="Soban Najam" userId="59c411b0-ccb7-4330-99a9-29cc04a2c185" providerId="ADAL" clId="{7175BE28-6B03-4995-88E8-34BBC4F1360E}" dt="2023-09-21T04:55:06.727" v="1426" actId="2711"/>
          <ac:spMkLst>
            <pc:docMk/>
            <pc:sldMk cId="2288498887" sldId="283"/>
            <ac:spMk id="551" creationId="{ADB14403-AA7E-A6DC-8742-5DBF108F1A9B}"/>
          </ac:spMkLst>
        </pc:spChg>
        <pc:spChg chg="mod">
          <ac:chgData name="Soban Najam" userId="59c411b0-ccb7-4330-99a9-29cc04a2c185" providerId="ADAL" clId="{7175BE28-6B03-4995-88E8-34BBC4F1360E}" dt="2023-09-21T04:55:06.727" v="1426" actId="2711"/>
          <ac:spMkLst>
            <pc:docMk/>
            <pc:sldMk cId="2288498887" sldId="283"/>
            <ac:spMk id="552" creationId="{DB642872-6A3D-C7AE-2085-7FAAB794B6F3}"/>
          </ac:spMkLst>
        </pc:spChg>
        <pc:spChg chg="mod">
          <ac:chgData name="Soban Najam" userId="59c411b0-ccb7-4330-99a9-29cc04a2c185" providerId="ADAL" clId="{7175BE28-6B03-4995-88E8-34BBC4F1360E}" dt="2023-09-21T04:55:06.727" v="1426" actId="2711"/>
          <ac:spMkLst>
            <pc:docMk/>
            <pc:sldMk cId="2288498887" sldId="283"/>
            <ac:spMk id="553" creationId="{4139BE07-B321-4806-F740-D6BD7D810504}"/>
          </ac:spMkLst>
        </pc:spChg>
        <pc:spChg chg="mod">
          <ac:chgData name="Soban Najam" userId="59c411b0-ccb7-4330-99a9-29cc04a2c185" providerId="ADAL" clId="{7175BE28-6B03-4995-88E8-34BBC4F1360E}" dt="2023-09-21T04:55:06.727" v="1426" actId="2711"/>
          <ac:spMkLst>
            <pc:docMk/>
            <pc:sldMk cId="2288498887" sldId="283"/>
            <ac:spMk id="554" creationId="{E79FC74C-DBB2-4AD8-63DF-9910775F9650}"/>
          </ac:spMkLst>
        </pc:spChg>
        <pc:spChg chg="mod">
          <ac:chgData name="Soban Najam" userId="59c411b0-ccb7-4330-99a9-29cc04a2c185" providerId="ADAL" clId="{7175BE28-6B03-4995-88E8-34BBC4F1360E}" dt="2023-09-21T04:55:06.727" v="1426" actId="2711"/>
          <ac:spMkLst>
            <pc:docMk/>
            <pc:sldMk cId="2288498887" sldId="283"/>
            <ac:spMk id="555" creationId="{1F173160-5CC7-71E1-9EB1-74441BFE447F}"/>
          </ac:spMkLst>
        </pc:spChg>
        <pc:spChg chg="mod">
          <ac:chgData name="Soban Najam" userId="59c411b0-ccb7-4330-99a9-29cc04a2c185" providerId="ADAL" clId="{7175BE28-6B03-4995-88E8-34BBC4F1360E}" dt="2023-09-21T04:55:06.727" v="1426" actId="2711"/>
          <ac:spMkLst>
            <pc:docMk/>
            <pc:sldMk cId="2288498887" sldId="283"/>
            <ac:spMk id="556" creationId="{3C9C66C7-FD3E-B1AD-62BD-CB467EA2E383}"/>
          </ac:spMkLst>
        </pc:spChg>
        <pc:spChg chg="mod">
          <ac:chgData name="Soban Najam" userId="59c411b0-ccb7-4330-99a9-29cc04a2c185" providerId="ADAL" clId="{7175BE28-6B03-4995-88E8-34BBC4F1360E}" dt="2023-09-21T04:55:06.727" v="1426" actId="2711"/>
          <ac:spMkLst>
            <pc:docMk/>
            <pc:sldMk cId="2288498887" sldId="283"/>
            <ac:spMk id="557" creationId="{604AABC5-A800-1EC2-281F-44A29FCC4609}"/>
          </ac:spMkLst>
        </pc:spChg>
        <pc:spChg chg="mod">
          <ac:chgData name="Soban Najam" userId="59c411b0-ccb7-4330-99a9-29cc04a2c185" providerId="ADAL" clId="{7175BE28-6B03-4995-88E8-34BBC4F1360E}" dt="2023-09-21T04:55:06.727" v="1426" actId="2711"/>
          <ac:spMkLst>
            <pc:docMk/>
            <pc:sldMk cId="2288498887" sldId="283"/>
            <ac:spMk id="558" creationId="{42A60809-14C5-86C0-957F-668B93099DAB}"/>
          </ac:spMkLst>
        </pc:spChg>
        <pc:spChg chg="mod">
          <ac:chgData name="Soban Najam" userId="59c411b0-ccb7-4330-99a9-29cc04a2c185" providerId="ADAL" clId="{7175BE28-6B03-4995-88E8-34BBC4F1360E}" dt="2023-09-21T04:55:06.727" v="1426" actId="2711"/>
          <ac:spMkLst>
            <pc:docMk/>
            <pc:sldMk cId="2288498887" sldId="283"/>
            <ac:spMk id="559" creationId="{90FB9DDD-9822-CB64-6B9E-298C6B44A565}"/>
          </ac:spMkLst>
        </pc:spChg>
        <pc:spChg chg="mod">
          <ac:chgData name="Soban Najam" userId="59c411b0-ccb7-4330-99a9-29cc04a2c185" providerId="ADAL" clId="{7175BE28-6B03-4995-88E8-34BBC4F1360E}" dt="2023-09-21T04:55:06.727" v="1426" actId="2711"/>
          <ac:spMkLst>
            <pc:docMk/>
            <pc:sldMk cId="2288498887" sldId="283"/>
            <ac:spMk id="560" creationId="{9A78C352-2EBA-B2F7-2215-64C238121713}"/>
          </ac:spMkLst>
        </pc:spChg>
        <pc:spChg chg="mod">
          <ac:chgData name="Soban Najam" userId="59c411b0-ccb7-4330-99a9-29cc04a2c185" providerId="ADAL" clId="{7175BE28-6B03-4995-88E8-34BBC4F1360E}" dt="2023-09-21T04:55:06.727" v="1426" actId="2711"/>
          <ac:spMkLst>
            <pc:docMk/>
            <pc:sldMk cId="2288498887" sldId="283"/>
            <ac:spMk id="561" creationId="{4295029A-1F46-210C-F16A-8F0CE7BA9707}"/>
          </ac:spMkLst>
        </pc:spChg>
        <pc:spChg chg="mod">
          <ac:chgData name="Soban Najam" userId="59c411b0-ccb7-4330-99a9-29cc04a2c185" providerId="ADAL" clId="{7175BE28-6B03-4995-88E8-34BBC4F1360E}" dt="2023-09-21T04:55:06.727" v="1426" actId="2711"/>
          <ac:spMkLst>
            <pc:docMk/>
            <pc:sldMk cId="2288498887" sldId="283"/>
            <ac:spMk id="562" creationId="{799382CA-F6A5-AAE3-E8B0-9DD02EE33307}"/>
          </ac:spMkLst>
        </pc:spChg>
        <pc:spChg chg="mod">
          <ac:chgData name="Soban Najam" userId="59c411b0-ccb7-4330-99a9-29cc04a2c185" providerId="ADAL" clId="{7175BE28-6B03-4995-88E8-34BBC4F1360E}" dt="2023-09-21T04:55:06.727" v="1426" actId="2711"/>
          <ac:spMkLst>
            <pc:docMk/>
            <pc:sldMk cId="2288498887" sldId="283"/>
            <ac:spMk id="563" creationId="{1007FCDE-6DA5-BEEF-3B5F-023C92DB35F2}"/>
          </ac:spMkLst>
        </pc:spChg>
        <pc:spChg chg="mod">
          <ac:chgData name="Soban Najam" userId="59c411b0-ccb7-4330-99a9-29cc04a2c185" providerId="ADAL" clId="{7175BE28-6B03-4995-88E8-34BBC4F1360E}" dt="2023-09-21T04:55:06.727" v="1426" actId="2711"/>
          <ac:spMkLst>
            <pc:docMk/>
            <pc:sldMk cId="2288498887" sldId="283"/>
            <ac:spMk id="564" creationId="{1DDB4A0A-B953-8B1C-51B4-9DA989A186A8}"/>
          </ac:spMkLst>
        </pc:spChg>
        <pc:spChg chg="mod">
          <ac:chgData name="Soban Najam" userId="59c411b0-ccb7-4330-99a9-29cc04a2c185" providerId="ADAL" clId="{7175BE28-6B03-4995-88E8-34BBC4F1360E}" dt="2023-09-21T04:55:06.727" v="1426" actId="2711"/>
          <ac:spMkLst>
            <pc:docMk/>
            <pc:sldMk cId="2288498887" sldId="283"/>
            <ac:spMk id="565" creationId="{54FA9709-EA81-83F6-FBE0-06AC25B17436}"/>
          </ac:spMkLst>
        </pc:spChg>
        <pc:spChg chg="mod">
          <ac:chgData name="Soban Najam" userId="59c411b0-ccb7-4330-99a9-29cc04a2c185" providerId="ADAL" clId="{7175BE28-6B03-4995-88E8-34BBC4F1360E}" dt="2023-09-21T04:55:06.727" v="1426" actId="2711"/>
          <ac:spMkLst>
            <pc:docMk/>
            <pc:sldMk cId="2288498887" sldId="283"/>
            <ac:spMk id="566" creationId="{CAB94C19-D3D9-C1E0-DFC4-EFDE19625B02}"/>
          </ac:spMkLst>
        </pc:spChg>
        <pc:spChg chg="mod">
          <ac:chgData name="Soban Najam" userId="59c411b0-ccb7-4330-99a9-29cc04a2c185" providerId="ADAL" clId="{7175BE28-6B03-4995-88E8-34BBC4F1360E}" dt="2023-09-21T04:55:06.727" v="1426" actId="2711"/>
          <ac:spMkLst>
            <pc:docMk/>
            <pc:sldMk cId="2288498887" sldId="283"/>
            <ac:spMk id="567" creationId="{8C1EE4C6-B405-7BB9-BAD8-4BBC8843DD5A}"/>
          </ac:spMkLst>
        </pc:spChg>
        <pc:spChg chg="mod">
          <ac:chgData name="Soban Najam" userId="59c411b0-ccb7-4330-99a9-29cc04a2c185" providerId="ADAL" clId="{7175BE28-6B03-4995-88E8-34BBC4F1360E}" dt="2023-09-21T04:55:06.727" v="1426" actId="2711"/>
          <ac:spMkLst>
            <pc:docMk/>
            <pc:sldMk cId="2288498887" sldId="283"/>
            <ac:spMk id="568" creationId="{BB0EBC23-6C58-E8F4-2243-27D620E553D2}"/>
          </ac:spMkLst>
        </pc:spChg>
        <pc:spChg chg="mod">
          <ac:chgData name="Soban Najam" userId="59c411b0-ccb7-4330-99a9-29cc04a2c185" providerId="ADAL" clId="{7175BE28-6B03-4995-88E8-34BBC4F1360E}" dt="2023-09-21T04:55:06.727" v="1426" actId="2711"/>
          <ac:spMkLst>
            <pc:docMk/>
            <pc:sldMk cId="2288498887" sldId="283"/>
            <ac:spMk id="569" creationId="{C873B7F3-C7DC-5999-DA99-3B3D3E6113ED}"/>
          </ac:spMkLst>
        </pc:spChg>
        <pc:spChg chg="mod">
          <ac:chgData name="Soban Najam" userId="59c411b0-ccb7-4330-99a9-29cc04a2c185" providerId="ADAL" clId="{7175BE28-6B03-4995-88E8-34BBC4F1360E}" dt="2023-09-21T04:55:06.727" v="1426" actId="2711"/>
          <ac:spMkLst>
            <pc:docMk/>
            <pc:sldMk cId="2288498887" sldId="283"/>
            <ac:spMk id="570" creationId="{42A145C3-BFC2-5052-3E53-37A20FAE8A08}"/>
          </ac:spMkLst>
        </pc:spChg>
        <pc:spChg chg="mod">
          <ac:chgData name="Soban Najam" userId="59c411b0-ccb7-4330-99a9-29cc04a2c185" providerId="ADAL" clId="{7175BE28-6B03-4995-88E8-34BBC4F1360E}" dt="2023-09-21T04:55:06.727" v="1426" actId="2711"/>
          <ac:spMkLst>
            <pc:docMk/>
            <pc:sldMk cId="2288498887" sldId="283"/>
            <ac:spMk id="571" creationId="{2CDDEADE-C938-5E69-9EC1-F60CFC6753BD}"/>
          </ac:spMkLst>
        </pc:spChg>
        <pc:spChg chg="mod">
          <ac:chgData name="Soban Najam" userId="59c411b0-ccb7-4330-99a9-29cc04a2c185" providerId="ADAL" clId="{7175BE28-6B03-4995-88E8-34BBC4F1360E}" dt="2023-09-21T04:55:06.727" v="1426" actId="2711"/>
          <ac:spMkLst>
            <pc:docMk/>
            <pc:sldMk cId="2288498887" sldId="283"/>
            <ac:spMk id="572" creationId="{DA0F3525-3574-AE24-A0D2-01F0375194BC}"/>
          </ac:spMkLst>
        </pc:spChg>
        <pc:spChg chg="mod">
          <ac:chgData name="Soban Najam" userId="59c411b0-ccb7-4330-99a9-29cc04a2c185" providerId="ADAL" clId="{7175BE28-6B03-4995-88E8-34BBC4F1360E}" dt="2023-09-21T04:55:06.727" v="1426" actId="2711"/>
          <ac:spMkLst>
            <pc:docMk/>
            <pc:sldMk cId="2288498887" sldId="283"/>
            <ac:spMk id="573" creationId="{C85A38B4-B18D-D258-2A42-F7606B276505}"/>
          </ac:spMkLst>
        </pc:spChg>
        <pc:spChg chg="mod">
          <ac:chgData name="Soban Najam" userId="59c411b0-ccb7-4330-99a9-29cc04a2c185" providerId="ADAL" clId="{7175BE28-6B03-4995-88E8-34BBC4F1360E}" dt="2023-09-21T04:55:06.727" v="1426" actId="2711"/>
          <ac:spMkLst>
            <pc:docMk/>
            <pc:sldMk cId="2288498887" sldId="283"/>
            <ac:spMk id="574" creationId="{66936F19-7266-C2F6-3047-E766CB05C1EB}"/>
          </ac:spMkLst>
        </pc:spChg>
        <pc:spChg chg="mod">
          <ac:chgData name="Soban Najam" userId="59c411b0-ccb7-4330-99a9-29cc04a2c185" providerId="ADAL" clId="{7175BE28-6B03-4995-88E8-34BBC4F1360E}" dt="2023-09-21T04:55:06.727" v="1426" actId="2711"/>
          <ac:spMkLst>
            <pc:docMk/>
            <pc:sldMk cId="2288498887" sldId="283"/>
            <ac:spMk id="575" creationId="{D44839C9-DFC9-B9F6-6D5E-F5F4D122D633}"/>
          </ac:spMkLst>
        </pc:spChg>
        <pc:spChg chg="mod">
          <ac:chgData name="Soban Najam" userId="59c411b0-ccb7-4330-99a9-29cc04a2c185" providerId="ADAL" clId="{7175BE28-6B03-4995-88E8-34BBC4F1360E}" dt="2023-09-21T04:55:06.727" v="1426" actId="2711"/>
          <ac:spMkLst>
            <pc:docMk/>
            <pc:sldMk cId="2288498887" sldId="283"/>
            <ac:spMk id="576" creationId="{E1D39605-9B34-1B23-C0A7-6EB0EA9ACF56}"/>
          </ac:spMkLst>
        </pc:spChg>
        <pc:spChg chg="mod">
          <ac:chgData name="Soban Najam" userId="59c411b0-ccb7-4330-99a9-29cc04a2c185" providerId="ADAL" clId="{7175BE28-6B03-4995-88E8-34BBC4F1360E}" dt="2023-09-21T04:55:06.727" v="1426" actId="2711"/>
          <ac:spMkLst>
            <pc:docMk/>
            <pc:sldMk cId="2288498887" sldId="283"/>
            <ac:spMk id="577" creationId="{9A9A17F8-DD17-AEAF-05EB-10CCD33F53B6}"/>
          </ac:spMkLst>
        </pc:spChg>
        <pc:spChg chg="mod">
          <ac:chgData name="Soban Najam" userId="59c411b0-ccb7-4330-99a9-29cc04a2c185" providerId="ADAL" clId="{7175BE28-6B03-4995-88E8-34BBC4F1360E}" dt="2023-09-21T04:55:06.727" v="1426" actId="2711"/>
          <ac:spMkLst>
            <pc:docMk/>
            <pc:sldMk cId="2288498887" sldId="283"/>
            <ac:spMk id="578" creationId="{69EB0B75-10D8-510A-1974-A6DD8C8F177B}"/>
          </ac:spMkLst>
        </pc:spChg>
        <pc:spChg chg="mod">
          <ac:chgData name="Soban Najam" userId="59c411b0-ccb7-4330-99a9-29cc04a2c185" providerId="ADAL" clId="{7175BE28-6B03-4995-88E8-34BBC4F1360E}" dt="2023-09-21T04:55:06.727" v="1426" actId="2711"/>
          <ac:spMkLst>
            <pc:docMk/>
            <pc:sldMk cId="2288498887" sldId="283"/>
            <ac:spMk id="579" creationId="{5D55D6AC-E76D-8A3B-8CC3-5EA63A298DD4}"/>
          </ac:spMkLst>
        </pc:spChg>
        <pc:spChg chg="mod">
          <ac:chgData name="Soban Najam" userId="59c411b0-ccb7-4330-99a9-29cc04a2c185" providerId="ADAL" clId="{7175BE28-6B03-4995-88E8-34BBC4F1360E}" dt="2023-09-21T04:55:06.727" v="1426" actId="2711"/>
          <ac:spMkLst>
            <pc:docMk/>
            <pc:sldMk cId="2288498887" sldId="283"/>
            <ac:spMk id="580" creationId="{F857A0CD-12BF-0EE6-9E0C-19D90E2DEFFC}"/>
          </ac:spMkLst>
        </pc:spChg>
        <pc:spChg chg="mod">
          <ac:chgData name="Soban Najam" userId="59c411b0-ccb7-4330-99a9-29cc04a2c185" providerId="ADAL" clId="{7175BE28-6B03-4995-88E8-34BBC4F1360E}" dt="2023-09-21T04:55:06.727" v="1426" actId="2711"/>
          <ac:spMkLst>
            <pc:docMk/>
            <pc:sldMk cId="2288498887" sldId="283"/>
            <ac:spMk id="581" creationId="{7A87B1A2-DA7A-136F-47D9-91E445B7F1CB}"/>
          </ac:spMkLst>
        </pc:spChg>
        <pc:spChg chg="mod">
          <ac:chgData name="Soban Najam" userId="59c411b0-ccb7-4330-99a9-29cc04a2c185" providerId="ADAL" clId="{7175BE28-6B03-4995-88E8-34BBC4F1360E}" dt="2023-09-21T04:55:06.727" v="1426" actId="2711"/>
          <ac:spMkLst>
            <pc:docMk/>
            <pc:sldMk cId="2288498887" sldId="283"/>
            <ac:spMk id="582" creationId="{5BCEC712-AEDD-5D3C-C636-2866323647FE}"/>
          </ac:spMkLst>
        </pc:spChg>
        <pc:spChg chg="mod">
          <ac:chgData name="Soban Najam" userId="59c411b0-ccb7-4330-99a9-29cc04a2c185" providerId="ADAL" clId="{7175BE28-6B03-4995-88E8-34BBC4F1360E}" dt="2023-09-21T04:55:06.727" v="1426" actId="2711"/>
          <ac:spMkLst>
            <pc:docMk/>
            <pc:sldMk cId="2288498887" sldId="283"/>
            <ac:spMk id="583" creationId="{3B2E873A-67DA-9093-6416-07335C078623}"/>
          </ac:spMkLst>
        </pc:spChg>
        <pc:spChg chg="mod">
          <ac:chgData name="Soban Najam" userId="59c411b0-ccb7-4330-99a9-29cc04a2c185" providerId="ADAL" clId="{7175BE28-6B03-4995-88E8-34BBC4F1360E}" dt="2023-09-21T04:55:06.727" v="1426" actId="2711"/>
          <ac:spMkLst>
            <pc:docMk/>
            <pc:sldMk cId="2288498887" sldId="283"/>
            <ac:spMk id="584" creationId="{54295A25-D4DF-7D72-8FDF-AF5769AA3F68}"/>
          </ac:spMkLst>
        </pc:spChg>
        <pc:spChg chg="mod">
          <ac:chgData name="Soban Najam" userId="59c411b0-ccb7-4330-99a9-29cc04a2c185" providerId="ADAL" clId="{7175BE28-6B03-4995-88E8-34BBC4F1360E}" dt="2023-09-21T04:55:06.727" v="1426" actId="2711"/>
          <ac:spMkLst>
            <pc:docMk/>
            <pc:sldMk cId="2288498887" sldId="283"/>
            <ac:spMk id="585" creationId="{FA3523AC-FF19-568D-CF3B-675619942971}"/>
          </ac:spMkLst>
        </pc:spChg>
        <pc:spChg chg="mod">
          <ac:chgData name="Soban Najam" userId="59c411b0-ccb7-4330-99a9-29cc04a2c185" providerId="ADAL" clId="{7175BE28-6B03-4995-88E8-34BBC4F1360E}" dt="2023-09-21T04:55:06.727" v="1426" actId="2711"/>
          <ac:spMkLst>
            <pc:docMk/>
            <pc:sldMk cId="2288498887" sldId="283"/>
            <ac:spMk id="586" creationId="{3F3B1C1F-C248-3E57-D33A-054E36823191}"/>
          </ac:spMkLst>
        </pc:spChg>
        <pc:spChg chg="mod">
          <ac:chgData name="Soban Najam" userId="59c411b0-ccb7-4330-99a9-29cc04a2c185" providerId="ADAL" clId="{7175BE28-6B03-4995-88E8-34BBC4F1360E}" dt="2023-09-21T04:55:06.727" v="1426" actId="2711"/>
          <ac:spMkLst>
            <pc:docMk/>
            <pc:sldMk cId="2288498887" sldId="283"/>
            <ac:spMk id="587" creationId="{267119A5-95C3-2308-B0B0-BBD8F643C83D}"/>
          </ac:spMkLst>
        </pc:spChg>
        <pc:spChg chg="mod">
          <ac:chgData name="Soban Najam" userId="59c411b0-ccb7-4330-99a9-29cc04a2c185" providerId="ADAL" clId="{7175BE28-6B03-4995-88E8-34BBC4F1360E}" dt="2023-09-21T04:55:06.727" v="1426" actId="2711"/>
          <ac:spMkLst>
            <pc:docMk/>
            <pc:sldMk cId="2288498887" sldId="283"/>
            <ac:spMk id="588" creationId="{5F62959C-B2CF-D35C-605D-3CD97812F5E5}"/>
          </ac:spMkLst>
        </pc:spChg>
        <pc:spChg chg="mod">
          <ac:chgData name="Soban Najam" userId="59c411b0-ccb7-4330-99a9-29cc04a2c185" providerId="ADAL" clId="{7175BE28-6B03-4995-88E8-34BBC4F1360E}" dt="2023-09-21T04:55:06.727" v="1426" actId="2711"/>
          <ac:spMkLst>
            <pc:docMk/>
            <pc:sldMk cId="2288498887" sldId="283"/>
            <ac:spMk id="589" creationId="{2E23DA15-48E9-E6C5-47AA-35AFFE8D0EA4}"/>
          </ac:spMkLst>
        </pc:spChg>
        <pc:spChg chg="mod">
          <ac:chgData name="Soban Najam" userId="59c411b0-ccb7-4330-99a9-29cc04a2c185" providerId="ADAL" clId="{7175BE28-6B03-4995-88E8-34BBC4F1360E}" dt="2023-09-21T04:55:06.727" v="1426" actId="2711"/>
          <ac:spMkLst>
            <pc:docMk/>
            <pc:sldMk cId="2288498887" sldId="283"/>
            <ac:spMk id="590" creationId="{0643A871-67B2-71EF-ABDB-22A55E07A1BF}"/>
          </ac:spMkLst>
        </pc:spChg>
        <pc:spChg chg="mod">
          <ac:chgData name="Soban Najam" userId="59c411b0-ccb7-4330-99a9-29cc04a2c185" providerId="ADAL" clId="{7175BE28-6B03-4995-88E8-34BBC4F1360E}" dt="2023-09-21T04:55:06.727" v="1426" actId="2711"/>
          <ac:spMkLst>
            <pc:docMk/>
            <pc:sldMk cId="2288498887" sldId="283"/>
            <ac:spMk id="591" creationId="{BDC78309-4B1D-E03A-94DB-8E7B41CCFB84}"/>
          </ac:spMkLst>
        </pc:spChg>
        <pc:spChg chg="mod">
          <ac:chgData name="Soban Najam" userId="59c411b0-ccb7-4330-99a9-29cc04a2c185" providerId="ADAL" clId="{7175BE28-6B03-4995-88E8-34BBC4F1360E}" dt="2023-09-21T04:55:06.727" v="1426" actId="2711"/>
          <ac:spMkLst>
            <pc:docMk/>
            <pc:sldMk cId="2288498887" sldId="283"/>
            <ac:spMk id="592" creationId="{14F3E9B3-9BA3-2E96-7C4D-68430E94AD86}"/>
          </ac:spMkLst>
        </pc:spChg>
        <pc:spChg chg="mod">
          <ac:chgData name="Soban Najam" userId="59c411b0-ccb7-4330-99a9-29cc04a2c185" providerId="ADAL" clId="{7175BE28-6B03-4995-88E8-34BBC4F1360E}" dt="2023-09-21T04:55:06.727" v="1426" actId="2711"/>
          <ac:spMkLst>
            <pc:docMk/>
            <pc:sldMk cId="2288498887" sldId="283"/>
            <ac:spMk id="593" creationId="{7C809A48-31E1-FA64-1B0F-182719519426}"/>
          </ac:spMkLst>
        </pc:spChg>
        <pc:spChg chg="mod">
          <ac:chgData name="Soban Najam" userId="59c411b0-ccb7-4330-99a9-29cc04a2c185" providerId="ADAL" clId="{7175BE28-6B03-4995-88E8-34BBC4F1360E}" dt="2023-09-21T04:55:06.727" v="1426" actId="2711"/>
          <ac:spMkLst>
            <pc:docMk/>
            <pc:sldMk cId="2288498887" sldId="283"/>
            <ac:spMk id="594" creationId="{AE343B41-88C6-F984-CD5C-3FD8BCD6A306}"/>
          </ac:spMkLst>
        </pc:spChg>
        <pc:spChg chg="mod">
          <ac:chgData name="Soban Najam" userId="59c411b0-ccb7-4330-99a9-29cc04a2c185" providerId="ADAL" clId="{7175BE28-6B03-4995-88E8-34BBC4F1360E}" dt="2023-09-21T04:55:06.727" v="1426" actId="2711"/>
          <ac:spMkLst>
            <pc:docMk/>
            <pc:sldMk cId="2288498887" sldId="283"/>
            <ac:spMk id="595" creationId="{48AF67D6-A211-B191-199A-08E1173103C4}"/>
          </ac:spMkLst>
        </pc:spChg>
        <pc:spChg chg="mod">
          <ac:chgData name="Soban Najam" userId="59c411b0-ccb7-4330-99a9-29cc04a2c185" providerId="ADAL" clId="{7175BE28-6B03-4995-88E8-34BBC4F1360E}" dt="2023-09-21T04:55:06.727" v="1426" actId="2711"/>
          <ac:spMkLst>
            <pc:docMk/>
            <pc:sldMk cId="2288498887" sldId="283"/>
            <ac:spMk id="596" creationId="{8DE2508F-699C-8FDE-FB14-1E72854C3803}"/>
          </ac:spMkLst>
        </pc:spChg>
        <pc:spChg chg="mod">
          <ac:chgData name="Soban Najam" userId="59c411b0-ccb7-4330-99a9-29cc04a2c185" providerId="ADAL" clId="{7175BE28-6B03-4995-88E8-34BBC4F1360E}" dt="2023-09-21T04:55:06.727" v="1426" actId="2711"/>
          <ac:spMkLst>
            <pc:docMk/>
            <pc:sldMk cId="2288498887" sldId="283"/>
            <ac:spMk id="597" creationId="{BDE2FDFC-1E14-1578-8660-B3DE472A483B}"/>
          </ac:spMkLst>
        </pc:spChg>
        <pc:spChg chg="mod">
          <ac:chgData name="Soban Najam" userId="59c411b0-ccb7-4330-99a9-29cc04a2c185" providerId="ADAL" clId="{7175BE28-6B03-4995-88E8-34BBC4F1360E}" dt="2023-09-21T04:55:06.727" v="1426" actId="2711"/>
          <ac:spMkLst>
            <pc:docMk/>
            <pc:sldMk cId="2288498887" sldId="283"/>
            <ac:spMk id="598" creationId="{408C6865-698B-34BB-B605-98A2112BABF3}"/>
          </ac:spMkLst>
        </pc:spChg>
        <pc:spChg chg="add mod">
          <ac:chgData name="Soban Najam" userId="59c411b0-ccb7-4330-99a9-29cc04a2c185" providerId="ADAL" clId="{7175BE28-6B03-4995-88E8-34BBC4F1360E}" dt="2023-09-21T04:44:58.241" v="1161" actId="403"/>
          <ac:spMkLst>
            <pc:docMk/>
            <pc:sldMk cId="2288498887" sldId="283"/>
            <ac:spMk id="599" creationId="{48563195-34C8-2E53-C82F-AE2AC4CE9CEE}"/>
          </ac:spMkLst>
        </pc:spChg>
        <pc:grpChg chg="add mod">
          <ac:chgData name="Soban Najam" userId="59c411b0-ccb7-4330-99a9-29cc04a2c185" providerId="ADAL" clId="{7175BE28-6B03-4995-88E8-34BBC4F1360E}" dt="2023-09-21T04:55:06.727" v="1426" actId="2711"/>
          <ac:grpSpMkLst>
            <pc:docMk/>
            <pc:sldMk cId="2288498887" sldId="283"/>
            <ac:grpSpMk id="3" creationId="{5C662D5D-6996-9648-8D53-1FA92B836351}"/>
          </ac:grpSpMkLst>
        </pc:grpChg>
        <pc:grpChg chg="mod">
          <ac:chgData name="Soban Najam" userId="59c411b0-ccb7-4330-99a9-29cc04a2c185" providerId="ADAL" clId="{7175BE28-6B03-4995-88E8-34BBC4F1360E}" dt="2023-09-21T04:55:06.727" v="1426" actId="2711"/>
          <ac:grpSpMkLst>
            <pc:docMk/>
            <pc:sldMk cId="2288498887" sldId="283"/>
            <ac:grpSpMk id="4" creationId="{7CB81154-A5CC-4563-126E-013B4839EFE9}"/>
          </ac:grpSpMkLst>
        </pc:grpChg>
        <pc:grpChg chg="mod">
          <ac:chgData name="Soban Najam" userId="59c411b0-ccb7-4330-99a9-29cc04a2c185" providerId="ADAL" clId="{7175BE28-6B03-4995-88E8-34BBC4F1360E}" dt="2023-09-21T04:55:06.727" v="1426" actId="2711"/>
          <ac:grpSpMkLst>
            <pc:docMk/>
            <pc:sldMk cId="2288498887" sldId="283"/>
            <ac:grpSpMk id="8" creationId="{434D3F80-31D8-DB5A-DCB3-2C322BE10FC7}"/>
          </ac:grpSpMkLst>
        </pc:grpChg>
        <pc:grpChg chg="mod">
          <ac:chgData name="Soban Najam" userId="59c411b0-ccb7-4330-99a9-29cc04a2c185" providerId="ADAL" clId="{7175BE28-6B03-4995-88E8-34BBC4F1360E}" dt="2023-09-21T04:55:06.727" v="1426" actId="2711"/>
          <ac:grpSpMkLst>
            <pc:docMk/>
            <pc:sldMk cId="2288498887" sldId="283"/>
            <ac:grpSpMk id="9" creationId="{8E32E96A-44A6-FBA4-3DC8-294E2CFF785D}"/>
          </ac:grpSpMkLst>
        </pc:grpChg>
        <pc:grpChg chg="mod">
          <ac:chgData name="Soban Najam" userId="59c411b0-ccb7-4330-99a9-29cc04a2c185" providerId="ADAL" clId="{7175BE28-6B03-4995-88E8-34BBC4F1360E}" dt="2023-09-21T04:55:06.727" v="1426" actId="2711"/>
          <ac:grpSpMkLst>
            <pc:docMk/>
            <pc:sldMk cId="2288498887" sldId="283"/>
            <ac:grpSpMk id="10" creationId="{11807142-AEA6-9C68-E0BE-060AA8788472}"/>
          </ac:grpSpMkLst>
        </pc:grpChg>
        <pc:grpChg chg="mod">
          <ac:chgData name="Soban Najam" userId="59c411b0-ccb7-4330-99a9-29cc04a2c185" providerId="ADAL" clId="{7175BE28-6B03-4995-88E8-34BBC4F1360E}" dt="2023-09-21T04:55:06.727" v="1426" actId="2711"/>
          <ac:grpSpMkLst>
            <pc:docMk/>
            <pc:sldMk cId="2288498887" sldId="283"/>
            <ac:grpSpMk id="11" creationId="{FECCB528-B64A-DE55-2E95-37FAEC82B62C}"/>
          </ac:grpSpMkLst>
        </pc:grpChg>
        <pc:grpChg chg="mod">
          <ac:chgData name="Soban Najam" userId="59c411b0-ccb7-4330-99a9-29cc04a2c185" providerId="ADAL" clId="{7175BE28-6B03-4995-88E8-34BBC4F1360E}" dt="2023-09-21T04:55:06.727" v="1426" actId="2711"/>
          <ac:grpSpMkLst>
            <pc:docMk/>
            <pc:sldMk cId="2288498887" sldId="283"/>
            <ac:grpSpMk id="16" creationId="{98778271-53D8-FBFE-7CD6-8D2D3F447021}"/>
          </ac:grpSpMkLst>
        </pc:grpChg>
        <pc:grpChg chg="mod">
          <ac:chgData name="Soban Najam" userId="59c411b0-ccb7-4330-99a9-29cc04a2c185" providerId="ADAL" clId="{7175BE28-6B03-4995-88E8-34BBC4F1360E}" dt="2023-09-21T04:55:06.727" v="1426" actId="2711"/>
          <ac:grpSpMkLst>
            <pc:docMk/>
            <pc:sldMk cId="2288498887" sldId="283"/>
            <ac:grpSpMk id="17" creationId="{729F91F5-9C60-5268-E540-8223B5B9BFD7}"/>
          </ac:grpSpMkLst>
        </pc:grpChg>
        <pc:grpChg chg="mod">
          <ac:chgData name="Soban Najam" userId="59c411b0-ccb7-4330-99a9-29cc04a2c185" providerId="ADAL" clId="{7175BE28-6B03-4995-88E8-34BBC4F1360E}" dt="2023-09-21T04:55:06.727" v="1426" actId="2711"/>
          <ac:grpSpMkLst>
            <pc:docMk/>
            <pc:sldMk cId="2288498887" sldId="283"/>
            <ac:grpSpMk id="18" creationId="{49B12570-D719-7F6C-DCB6-A2820929C018}"/>
          </ac:grpSpMkLst>
        </pc:grpChg>
        <pc:grpChg chg="mod">
          <ac:chgData name="Soban Najam" userId="59c411b0-ccb7-4330-99a9-29cc04a2c185" providerId="ADAL" clId="{7175BE28-6B03-4995-88E8-34BBC4F1360E}" dt="2023-09-21T04:55:06.727" v="1426" actId="2711"/>
          <ac:grpSpMkLst>
            <pc:docMk/>
            <pc:sldMk cId="2288498887" sldId="283"/>
            <ac:grpSpMk id="19" creationId="{F8FCFB98-B25A-4E7E-D919-8DD603CFA8E1}"/>
          </ac:grpSpMkLst>
        </pc:grpChg>
        <pc:grpChg chg="mod">
          <ac:chgData name="Soban Najam" userId="59c411b0-ccb7-4330-99a9-29cc04a2c185" providerId="ADAL" clId="{7175BE28-6B03-4995-88E8-34BBC4F1360E}" dt="2023-09-21T04:55:06.727" v="1426" actId="2711"/>
          <ac:grpSpMkLst>
            <pc:docMk/>
            <pc:sldMk cId="2288498887" sldId="283"/>
            <ac:grpSpMk id="20" creationId="{9CE075C3-BE69-655E-D62C-EF1A2C219F80}"/>
          </ac:grpSpMkLst>
        </pc:grpChg>
        <pc:grpChg chg="mod">
          <ac:chgData name="Soban Najam" userId="59c411b0-ccb7-4330-99a9-29cc04a2c185" providerId="ADAL" clId="{7175BE28-6B03-4995-88E8-34BBC4F1360E}" dt="2023-09-21T04:55:06.727" v="1426" actId="2711"/>
          <ac:grpSpMkLst>
            <pc:docMk/>
            <pc:sldMk cId="2288498887" sldId="283"/>
            <ac:grpSpMk id="33" creationId="{B48FC865-AC8F-3B1C-367C-CF83F8E63DDA}"/>
          </ac:grpSpMkLst>
        </pc:grpChg>
        <pc:grpChg chg="mod">
          <ac:chgData name="Soban Najam" userId="59c411b0-ccb7-4330-99a9-29cc04a2c185" providerId="ADAL" clId="{7175BE28-6B03-4995-88E8-34BBC4F1360E}" dt="2023-09-21T04:55:06.727" v="1426" actId="2711"/>
          <ac:grpSpMkLst>
            <pc:docMk/>
            <pc:sldMk cId="2288498887" sldId="283"/>
            <ac:grpSpMk id="40" creationId="{EA5C1FEA-D919-75D0-7E04-230C0507A791}"/>
          </ac:grpSpMkLst>
        </pc:grpChg>
        <pc:grpChg chg="mod">
          <ac:chgData name="Soban Najam" userId="59c411b0-ccb7-4330-99a9-29cc04a2c185" providerId="ADAL" clId="{7175BE28-6B03-4995-88E8-34BBC4F1360E}" dt="2023-09-21T04:55:06.727" v="1426" actId="2711"/>
          <ac:grpSpMkLst>
            <pc:docMk/>
            <pc:sldMk cId="2288498887" sldId="283"/>
            <ac:grpSpMk id="116" creationId="{C6613BD9-A9E0-281A-7F5D-BF6E23111AF7}"/>
          </ac:grpSpMkLst>
        </pc:grpChg>
        <pc:grpChg chg="mod">
          <ac:chgData name="Soban Najam" userId="59c411b0-ccb7-4330-99a9-29cc04a2c185" providerId="ADAL" clId="{7175BE28-6B03-4995-88E8-34BBC4F1360E}" dt="2023-09-21T04:55:06.727" v="1426" actId="2711"/>
          <ac:grpSpMkLst>
            <pc:docMk/>
            <pc:sldMk cId="2288498887" sldId="283"/>
            <ac:grpSpMk id="152" creationId="{852B0BD9-68FB-48CC-7938-A066A18ACA30}"/>
          </ac:grpSpMkLst>
        </pc:grpChg>
        <pc:grpChg chg="mod">
          <ac:chgData name="Soban Najam" userId="59c411b0-ccb7-4330-99a9-29cc04a2c185" providerId="ADAL" clId="{7175BE28-6B03-4995-88E8-34BBC4F1360E}" dt="2023-09-21T04:55:06.727" v="1426" actId="2711"/>
          <ac:grpSpMkLst>
            <pc:docMk/>
            <pc:sldMk cId="2288498887" sldId="283"/>
            <ac:grpSpMk id="154" creationId="{BFAAAD97-2279-285A-00DA-A5F9E98A46BA}"/>
          </ac:grpSpMkLst>
        </pc:grpChg>
        <pc:grpChg chg="mod">
          <ac:chgData name="Soban Najam" userId="59c411b0-ccb7-4330-99a9-29cc04a2c185" providerId="ADAL" clId="{7175BE28-6B03-4995-88E8-34BBC4F1360E}" dt="2023-09-21T04:55:06.727" v="1426" actId="2711"/>
          <ac:grpSpMkLst>
            <pc:docMk/>
            <pc:sldMk cId="2288498887" sldId="283"/>
            <ac:grpSpMk id="256" creationId="{B764D2F1-1AE5-A8F2-233F-1A72446337C6}"/>
          </ac:grpSpMkLst>
        </pc:grpChg>
        <pc:grpChg chg="mod">
          <ac:chgData name="Soban Najam" userId="59c411b0-ccb7-4330-99a9-29cc04a2c185" providerId="ADAL" clId="{7175BE28-6B03-4995-88E8-34BBC4F1360E}" dt="2023-09-21T04:55:06.727" v="1426" actId="2711"/>
          <ac:grpSpMkLst>
            <pc:docMk/>
            <pc:sldMk cId="2288498887" sldId="283"/>
            <ac:grpSpMk id="282" creationId="{070C5D85-97FA-5B56-B80C-748AC76D9A5A}"/>
          </ac:grpSpMkLst>
        </pc:grpChg>
        <pc:grpChg chg="mod">
          <ac:chgData name="Soban Najam" userId="59c411b0-ccb7-4330-99a9-29cc04a2c185" providerId="ADAL" clId="{7175BE28-6B03-4995-88E8-34BBC4F1360E}" dt="2023-09-21T04:55:06.727" v="1426" actId="2711"/>
          <ac:grpSpMkLst>
            <pc:docMk/>
            <pc:sldMk cId="2288498887" sldId="283"/>
            <ac:grpSpMk id="297" creationId="{23BFAAC4-7B68-5763-4F73-74C9D9F909A8}"/>
          </ac:grpSpMkLst>
        </pc:grpChg>
        <pc:grpChg chg="mod">
          <ac:chgData name="Soban Najam" userId="59c411b0-ccb7-4330-99a9-29cc04a2c185" providerId="ADAL" clId="{7175BE28-6B03-4995-88E8-34BBC4F1360E}" dt="2023-09-21T04:55:06.727" v="1426" actId="2711"/>
          <ac:grpSpMkLst>
            <pc:docMk/>
            <pc:sldMk cId="2288498887" sldId="283"/>
            <ac:grpSpMk id="299" creationId="{C211BA4E-A775-3B61-EE72-AFE713F2D53C}"/>
          </ac:grpSpMkLst>
        </pc:grpChg>
        <pc:grpChg chg="mod">
          <ac:chgData name="Soban Najam" userId="59c411b0-ccb7-4330-99a9-29cc04a2c185" providerId="ADAL" clId="{7175BE28-6B03-4995-88E8-34BBC4F1360E}" dt="2023-09-21T04:55:06.727" v="1426" actId="2711"/>
          <ac:grpSpMkLst>
            <pc:docMk/>
            <pc:sldMk cId="2288498887" sldId="283"/>
            <ac:grpSpMk id="391" creationId="{101D3C93-06EA-71D6-967A-DF4802AC9A69}"/>
          </ac:grpSpMkLst>
        </pc:grpChg>
        <pc:grpChg chg="mod">
          <ac:chgData name="Soban Najam" userId="59c411b0-ccb7-4330-99a9-29cc04a2c185" providerId="ADAL" clId="{7175BE28-6B03-4995-88E8-34BBC4F1360E}" dt="2023-09-21T04:55:06.727" v="1426" actId="2711"/>
          <ac:grpSpMkLst>
            <pc:docMk/>
            <pc:sldMk cId="2288498887" sldId="283"/>
            <ac:grpSpMk id="393" creationId="{D808C988-1B20-07B7-04B0-AB1EE48F00B0}"/>
          </ac:grpSpMkLst>
        </pc:grpChg>
        <pc:grpChg chg="mod">
          <ac:chgData name="Soban Najam" userId="59c411b0-ccb7-4330-99a9-29cc04a2c185" providerId="ADAL" clId="{7175BE28-6B03-4995-88E8-34BBC4F1360E}" dt="2023-09-21T04:55:06.727" v="1426" actId="2711"/>
          <ac:grpSpMkLst>
            <pc:docMk/>
            <pc:sldMk cId="2288498887" sldId="283"/>
            <ac:grpSpMk id="399" creationId="{4B4E13F3-D572-CC13-8E51-55D81FC38BB0}"/>
          </ac:grpSpMkLst>
        </pc:grpChg>
        <pc:grpChg chg="mod">
          <ac:chgData name="Soban Najam" userId="59c411b0-ccb7-4330-99a9-29cc04a2c185" providerId="ADAL" clId="{7175BE28-6B03-4995-88E8-34BBC4F1360E}" dt="2023-09-21T04:55:06.727" v="1426" actId="2711"/>
          <ac:grpSpMkLst>
            <pc:docMk/>
            <pc:sldMk cId="2288498887" sldId="283"/>
            <ac:grpSpMk id="469" creationId="{F805A379-36B8-D0DB-D550-41FF9F59A9C7}"/>
          </ac:grpSpMkLst>
        </pc:grpChg>
        <pc:grpChg chg="mod">
          <ac:chgData name="Soban Najam" userId="59c411b0-ccb7-4330-99a9-29cc04a2c185" providerId="ADAL" clId="{7175BE28-6B03-4995-88E8-34BBC4F1360E}" dt="2023-09-21T04:55:06.727" v="1426" actId="2711"/>
          <ac:grpSpMkLst>
            <pc:docMk/>
            <pc:sldMk cId="2288498887" sldId="283"/>
            <ac:grpSpMk id="505" creationId="{C18B6A73-1C4E-63C3-F43B-22131F8C7A6B}"/>
          </ac:grpSpMkLst>
        </pc:grpChg>
        <pc:picChg chg="add mod">
          <ac:chgData name="Soban Najam" userId="59c411b0-ccb7-4330-99a9-29cc04a2c185" providerId="ADAL" clId="{7175BE28-6B03-4995-88E8-34BBC4F1360E}" dt="2023-09-20T20:15:59.714" v="757"/>
          <ac:picMkLst>
            <pc:docMk/>
            <pc:sldMk cId="2288498887" sldId="283"/>
            <ac:picMk id="2" creationId="{7EE49393-D920-06E7-85F5-75170365A825}"/>
          </ac:picMkLst>
        </pc:picChg>
        <pc:picChg chg="mod">
          <ac:chgData name="Soban Najam" userId="59c411b0-ccb7-4330-99a9-29cc04a2c185" providerId="ADAL" clId="{7175BE28-6B03-4995-88E8-34BBC4F1360E}" dt="2023-09-21T04:55:06.727" v="1426" actId="2711"/>
          <ac:picMkLst>
            <pc:docMk/>
            <pc:sldMk cId="2288498887" sldId="283"/>
            <ac:picMk id="37" creationId="{52624ED1-2BF1-63DD-6444-4292C65898E9}"/>
          </ac:picMkLst>
        </pc:picChg>
        <pc:picChg chg="mod">
          <ac:chgData name="Soban Najam" userId="59c411b0-ccb7-4330-99a9-29cc04a2c185" providerId="ADAL" clId="{7175BE28-6B03-4995-88E8-34BBC4F1360E}" dt="2023-09-21T04:55:06.727" v="1426" actId="2711"/>
          <ac:picMkLst>
            <pc:docMk/>
            <pc:sldMk cId="2288498887" sldId="283"/>
            <ac:picMk id="46" creationId="{A8731290-B188-E84D-9C54-CE93017622ED}"/>
          </ac:picMkLst>
        </pc:picChg>
        <pc:picChg chg="mod">
          <ac:chgData name="Soban Najam" userId="59c411b0-ccb7-4330-99a9-29cc04a2c185" providerId="ADAL" clId="{7175BE28-6B03-4995-88E8-34BBC4F1360E}" dt="2023-09-21T04:55:06.727" v="1426" actId="2711"/>
          <ac:picMkLst>
            <pc:docMk/>
            <pc:sldMk cId="2288498887" sldId="283"/>
            <ac:picMk id="85" creationId="{AB26FE47-791A-1E8A-F917-138450E2892D}"/>
          </ac:picMkLst>
        </pc:picChg>
        <pc:picChg chg="mod">
          <ac:chgData name="Soban Najam" userId="59c411b0-ccb7-4330-99a9-29cc04a2c185" providerId="ADAL" clId="{7175BE28-6B03-4995-88E8-34BBC4F1360E}" dt="2023-09-21T04:55:06.727" v="1426" actId="2711"/>
          <ac:picMkLst>
            <pc:docMk/>
            <pc:sldMk cId="2288498887" sldId="283"/>
            <ac:picMk id="86" creationId="{69F1F84F-2D75-4B90-7C5D-68DCB55FC124}"/>
          </ac:picMkLst>
        </pc:picChg>
        <pc:picChg chg="mod">
          <ac:chgData name="Soban Najam" userId="59c411b0-ccb7-4330-99a9-29cc04a2c185" providerId="ADAL" clId="{7175BE28-6B03-4995-88E8-34BBC4F1360E}" dt="2023-09-21T04:55:06.727" v="1426" actId="2711"/>
          <ac:picMkLst>
            <pc:docMk/>
            <pc:sldMk cId="2288498887" sldId="283"/>
            <ac:picMk id="87" creationId="{C4E4F382-424B-C0C0-5326-BDF4C2566936}"/>
          </ac:picMkLst>
        </pc:picChg>
        <pc:picChg chg="mod">
          <ac:chgData name="Soban Najam" userId="59c411b0-ccb7-4330-99a9-29cc04a2c185" providerId="ADAL" clId="{7175BE28-6B03-4995-88E8-34BBC4F1360E}" dt="2023-09-21T04:55:06.727" v="1426" actId="2711"/>
          <ac:picMkLst>
            <pc:docMk/>
            <pc:sldMk cId="2288498887" sldId="283"/>
            <ac:picMk id="88" creationId="{B3C239C9-C784-5735-8635-0D4CFE58738A}"/>
          </ac:picMkLst>
        </pc:picChg>
        <pc:picChg chg="mod">
          <ac:chgData name="Soban Najam" userId="59c411b0-ccb7-4330-99a9-29cc04a2c185" providerId="ADAL" clId="{7175BE28-6B03-4995-88E8-34BBC4F1360E}" dt="2023-09-21T04:55:06.727" v="1426" actId="2711"/>
          <ac:picMkLst>
            <pc:docMk/>
            <pc:sldMk cId="2288498887" sldId="283"/>
            <ac:picMk id="89" creationId="{54D1DA20-7E07-399A-B227-930DDAB62ED4}"/>
          </ac:picMkLst>
        </pc:picChg>
        <pc:picChg chg="mod">
          <ac:chgData name="Soban Najam" userId="59c411b0-ccb7-4330-99a9-29cc04a2c185" providerId="ADAL" clId="{7175BE28-6B03-4995-88E8-34BBC4F1360E}" dt="2023-09-21T04:55:06.727" v="1426" actId="2711"/>
          <ac:picMkLst>
            <pc:docMk/>
            <pc:sldMk cId="2288498887" sldId="283"/>
            <ac:picMk id="90" creationId="{5EA48D02-9E77-C568-213E-81981CCCF719}"/>
          </ac:picMkLst>
        </pc:picChg>
        <pc:picChg chg="mod">
          <ac:chgData name="Soban Najam" userId="59c411b0-ccb7-4330-99a9-29cc04a2c185" providerId="ADAL" clId="{7175BE28-6B03-4995-88E8-34BBC4F1360E}" dt="2023-09-21T04:55:06.727" v="1426" actId="2711"/>
          <ac:picMkLst>
            <pc:docMk/>
            <pc:sldMk cId="2288498887" sldId="283"/>
            <ac:picMk id="153" creationId="{A0EC10F8-9C7A-38FF-F50F-5A7DF7BB2881}"/>
          </ac:picMkLst>
        </pc:picChg>
        <pc:picChg chg="mod">
          <ac:chgData name="Soban Najam" userId="59c411b0-ccb7-4330-99a9-29cc04a2c185" providerId="ADAL" clId="{7175BE28-6B03-4995-88E8-34BBC4F1360E}" dt="2023-09-21T04:55:06.727" v="1426" actId="2711"/>
          <ac:picMkLst>
            <pc:docMk/>
            <pc:sldMk cId="2288498887" sldId="283"/>
            <ac:picMk id="155" creationId="{C93134DB-3AF4-4473-D1C8-2F8DC662E9F6}"/>
          </ac:picMkLst>
        </pc:picChg>
        <pc:picChg chg="mod">
          <ac:chgData name="Soban Najam" userId="59c411b0-ccb7-4330-99a9-29cc04a2c185" providerId="ADAL" clId="{7175BE28-6B03-4995-88E8-34BBC4F1360E}" dt="2023-09-21T04:55:06.727" v="1426" actId="2711"/>
          <ac:picMkLst>
            <pc:docMk/>
            <pc:sldMk cId="2288498887" sldId="283"/>
            <ac:picMk id="156" creationId="{FF1CE325-775C-D6CD-7203-414CFD915D69}"/>
          </ac:picMkLst>
        </pc:picChg>
        <pc:picChg chg="mod">
          <ac:chgData name="Soban Najam" userId="59c411b0-ccb7-4330-99a9-29cc04a2c185" providerId="ADAL" clId="{7175BE28-6B03-4995-88E8-34BBC4F1360E}" dt="2023-09-21T04:55:06.727" v="1426" actId="2711"/>
          <ac:picMkLst>
            <pc:docMk/>
            <pc:sldMk cId="2288498887" sldId="283"/>
            <ac:picMk id="192" creationId="{5B4ECA04-D3EF-3E1E-EA19-38CF94750A4F}"/>
          </ac:picMkLst>
        </pc:picChg>
        <pc:picChg chg="mod">
          <ac:chgData name="Soban Najam" userId="59c411b0-ccb7-4330-99a9-29cc04a2c185" providerId="ADAL" clId="{7175BE28-6B03-4995-88E8-34BBC4F1360E}" dt="2023-09-21T04:55:06.727" v="1426" actId="2711"/>
          <ac:picMkLst>
            <pc:docMk/>
            <pc:sldMk cId="2288498887" sldId="283"/>
            <ac:picMk id="193" creationId="{9CE05DEA-48C5-E613-1E41-3D0DCF0480D4}"/>
          </ac:picMkLst>
        </pc:picChg>
        <pc:picChg chg="mod">
          <ac:chgData name="Soban Najam" userId="59c411b0-ccb7-4330-99a9-29cc04a2c185" providerId="ADAL" clId="{7175BE28-6B03-4995-88E8-34BBC4F1360E}" dt="2023-09-21T04:55:06.727" v="1426" actId="2711"/>
          <ac:picMkLst>
            <pc:docMk/>
            <pc:sldMk cId="2288498887" sldId="283"/>
            <ac:picMk id="194" creationId="{4D4180A0-BEE3-445C-6CA2-CA38DDEDB5C8}"/>
          </ac:picMkLst>
        </pc:picChg>
        <pc:picChg chg="mod">
          <ac:chgData name="Soban Najam" userId="59c411b0-ccb7-4330-99a9-29cc04a2c185" providerId="ADAL" clId="{7175BE28-6B03-4995-88E8-34BBC4F1360E}" dt="2023-09-21T04:55:06.727" v="1426" actId="2711"/>
          <ac:picMkLst>
            <pc:docMk/>
            <pc:sldMk cId="2288498887" sldId="283"/>
            <ac:picMk id="195" creationId="{18AA72E8-8713-1502-A7C6-5A8DF05BE262}"/>
          </ac:picMkLst>
        </pc:picChg>
        <pc:picChg chg="mod">
          <ac:chgData name="Soban Najam" userId="59c411b0-ccb7-4330-99a9-29cc04a2c185" providerId="ADAL" clId="{7175BE28-6B03-4995-88E8-34BBC4F1360E}" dt="2023-09-21T04:55:06.727" v="1426" actId="2711"/>
          <ac:picMkLst>
            <pc:docMk/>
            <pc:sldMk cId="2288498887" sldId="283"/>
            <ac:picMk id="196" creationId="{3295BCCF-306D-773B-86B8-64E8D4868A66}"/>
          </ac:picMkLst>
        </pc:picChg>
        <pc:picChg chg="mod">
          <ac:chgData name="Soban Najam" userId="59c411b0-ccb7-4330-99a9-29cc04a2c185" providerId="ADAL" clId="{7175BE28-6B03-4995-88E8-34BBC4F1360E}" dt="2023-09-21T04:55:06.727" v="1426" actId="2711"/>
          <ac:picMkLst>
            <pc:docMk/>
            <pc:sldMk cId="2288498887" sldId="283"/>
            <ac:picMk id="197" creationId="{FD4FB4F8-01AE-E2E8-F042-4E8D34C9E698}"/>
          </ac:picMkLst>
        </pc:picChg>
        <pc:picChg chg="mod">
          <ac:chgData name="Soban Najam" userId="59c411b0-ccb7-4330-99a9-29cc04a2c185" providerId="ADAL" clId="{7175BE28-6B03-4995-88E8-34BBC4F1360E}" dt="2023-09-21T04:55:06.727" v="1426" actId="2711"/>
          <ac:picMkLst>
            <pc:docMk/>
            <pc:sldMk cId="2288498887" sldId="283"/>
            <ac:picMk id="398" creationId="{C675C948-4552-AF02-DACE-42E83AAAA7B9}"/>
          </ac:picMkLst>
        </pc:picChg>
        <pc:picChg chg="mod">
          <ac:chgData name="Soban Najam" userId="59c411b0-ccb7-4330-99a9-29cc04a2c185" providerId="ADAL" clId="{7175BE28-6B03-4995-88E8-34BBC4F1360E}" dt="2023-09-21T04:55:06.727" v="1426" actId="2711"/>
          <ac:picMkLst>
            <pc:docMk/>
            <pc:sldMk cId="2288498887" sldId="283"/>
            <ac:picMk id="439" creationId="{C3F04E39-045A-39E3-9C69-0FF520FA740E}"/>
          </ac:picMkLst>
        </pc:picChg>
        <pc:picChg chg="mod">
          <ac:chgData name="Soban Najam" userId="59c411b0-ccb7-4330-99a9-29cc04a2c185" providerId="ADAL" clId="{7175BE28-6B03-4995-88E8-34BBC4F1360E}" dt="2023-09-21T04:55:06.727" v="1426" actId="2711"/>
          <ac:picMkLst>
            <pc:docMk/>
            <pc:sldMk cId="2288498887" sldId="283"/>
            <ac:picMk id="440" creationId="{E5FDC913-9A87-0BF7-9E8D-9469E77C9E4F}"/>
          </ac:picMkLst>
        </pc:picChg>
        <pc:picChg chg="mod">
          <ac:chgData name="Soban Najam" userId="59c411b0-ccb7-4330-99a9-29cc04a2c185" providerId="ADAL" clId="{7175BE28-6B03-4995-88E8-34BBC4F1360E}" dt="2023-09-21T04:55:06.727" v="1426" actId="2711"/>
          <ac:picMkLst>
            <pc:docMk/>
            <pc:sldMk cId="2288498887" sldId="283"/>
            <ac:picMk id="441" creationId="{F325D00C-6667-4410-2149-2A97D632AA73}"/>
          </ac:picMkLst>
        </pc:picChg>
        <pc:picChg chg="mod">
          <ac:chgData name="Soban Najam" userId="59c411b0-ccb7-4330-99a9-29cc04a2c185" providerId="ADAL" clId="{7175BE28-6B03-4995-88E8-34BBC4F1360E}" dt="2023-09-21T04:55:06.727" v="1426" actId="2711"/>
          <ac:picMkLst>
            <pc:docMk/>
            <pc:sldMk cId="2288498887" sldId="283"/>
            <ac:picMk id="442" creationId="{EBA42989-33F6-9042-167E-9B00E5C69760}"/>
          </ac:picMkLst>
        </pc:picChg>
        <pc:picChg chg="mod">
          <ac:chgData name="Soban Najam" userId="59c411b0-ccb7-4330-99a9-29cc04a2c185" providerId="ADAL" clId="{7175BE28-6B03-4995-88E8-34BBC4F1360E}" dt="2023-09-21T04:55:06.727" v="1426" actId="2711"/>
          <ac:picMkLst>
            <pc:docMk/>
            <pc:sldMk cId="2288498887" sldId="283"/>
            <ac:picMk id="443" creationId="{A2C58441-E41B-067B-BA97-6853EAFC18C9}"/>
          </ac:picMkLst>
        </pc:picChg>
        <pc:picChg chg="mod">
          <ac:chgData name="Soban Najam" userId="59c411b0-ccb7-4330-99a9-29cc04a2c185" providerId="ADAL" clId="{7175BE28-6B03-4995-88E8-34BBC4F1360E}" dt="2023-09-21T04:55:06.727" v="1426" actId="2711"/>
          <ac:picMkLst>
            <pc:docMk/>
            <pc:sldMk cId="2288498887" sldId="283"/>
            <ac:picMk id="444" creationId="{EEEB324C-F249-AB62-D89D-43A0B8053E19}"/>
          </ac:picMkLst>
        </pc:picChg>
        <pc:picChg chg="mod">
          <ac:chgData name="Soban Najam" userId="59c411b0-ccb7-4330-99a9-29cc04a2c185" providerId="ADAL" clId="{7175BE28-6B03-4995-88E8-34BBC4F1360E}" dt="2023-09-21T04:55:06.727" v="1426" actId="2711"/>
          <ac:picMkLst>
            <pc:docMk/>
            <pc:sldMk cId="2288498887" sldId="283"/>
            <ac:picMk id="536" creationId="{2A27C7F0-8D37-91C0-B4E8-37E857010FEC}"/>
          </ac:picMkLst>
        </pc:picChg>
        <pc:picChg chg="mod">
          <ac:chgData name="Soban Najam" userId="59c411b0-ccb7-4330-99a9-29cc04a2c185" providerId="ADAL" clId="{7175BE28-6B03-4995-88E8-34BBC4F1360E}" dt="2023-09-21T04:55:06.727" v="1426" actId="2711"/>
          <ac:picMkLst>
            <pc:docMk/>
            <pc:sldMk cId="2288498887" sldId="283"/>
            <ac:picMk id="537" creationId="{5FB17D72-BC74-8BCB-A749-208C15DC9357}"/>
          </ac:picMkLst>
        </pc:picChg>
        <pc:picChg chg="mod">
          <ac:chgData name="Soban Najam" userId="59c411b0-ccb7-4330-99a9-29cc04a2c185" providerId="ADAL" clId="{7175BE28-6B03-4995-88E8-34BBC4F1360E}" dt="2023-09-21T04:55:06.727" v="1426" actId="2711"/>
          <ac:picMkLst>
            <pc:docMk/>
            <pc:sldMk cId="2288498887" sldId="283"/>
            <ac:picMk id="538" creationId="{A22ABE68-43ED-FC04-628B-000364F9CCB3}"/>
          </ac:picMkLst>
        </pc:picChg>
        <pc:picChg chg="mod">
          <ac:chgData name="Soban Najam" userId="59c411b0-ccb7-4330-99a9-29cc04a2c185" providerId="ADAL" clId="{7175BE28-6B03-4995-88E8-34BBC4F1360E}" dt="2023-09-21T04:55:06.727" v="1426" actId="2711"/>
          <ac:picMkLst>
            <pc:docMk/>
            <pc:sldMk cId="2288498887" sldId="283"/>
            <ac:picMk id="539" creationId="{B733DF1C-3FDA-A0C4-E174-26E1A0667B82}"/>
          </ac:picMkLst>
        </pc:picChg>
        <pc:picChg chg="mod">
          <ac:chgData name="Soban Najam" userId="59c411b0-ccb7-4330-99a9-29cc04a2c185" providerId="ADAL" clId="{7175BE28-6B03-4995-88E8-34BBC4F1360E}" dt="2023-09-21T04:55:06.727" v="1426" actId="2711"/>
          <ac:picMkLst>
            <pc:docMk/>
            <pc:sldMk cId="2288498887" sldId="283"/>
            <ac:picMk id="540" creationId="{9FD2D544-65BE-EA33-1261-CBF1CE931859}"/>
          </ac:picMkLst>
        </pc:picChg>
        <pc:picChg chg="mod">
          <ac:chgData name="Soban Najam" userId="59c411b0-ccb7-4330-99a9-29cc04a2c185" providerId="ADAL" clId="{7175BE28-6B03-4995-88E8-34BBC4F1360E}" dt="2023-09-21T04:55:06.727" v="1426" actId="2711"/>
          <ac:picMkLst>
            <pc:docMk/>
            <pc:sldMk cId="2288498887" sldId="283"/>
            <ac:picMk id="541" creationId="{C574373F-7CE6-DF68-8C7A-AF89104D6D81}"/>
          </ac:picMkLst>
        </pc:picChg>
        <pc:cxnChg chg="mod">
          <ac:chgData name="Soban Najam" userId="59c411b0-ccb7-4330-99a9-29cc04a2c185" providerId="ADAL" clId="{7175BE28-6B03-4995-88E8-34BBC4F1360E}" dt="2023-09-21T04:55:06.727" v="1426" actId="2711"/>
          <ac:cxnSpMkLst>
            <pc:docMk/>
            <pc:sldMk cId="2288498887" sldId="283"/>
            <ac:cxnSpMk id="12" creationId="{5B42E2B1-E3C9-774C-586F-0EAE44D7B55E}"/>
          </ac:cxnSpMkLst>
        </pc:cxnChg>
        <pc:cxnChg chg="mod">
          <ac:chgData name="Soban Najam" userId="59c411b0-ccb7-4330-99a9-29cc04a2c185" providerId="ADAL" clId="{7175BE28-6B03-4995-88E8-34BBC4F1360E}" dt="2023-09-21T04:55:06.727" v="1426" actId="2711"/>
          <ac:cxnSpMkLst>
            <pc:docMk/>
            <pc:sldMk cId="2288498887" sldId="283"/>
            <ac:cxnSpMk id="13" creationId="{129AB650-B59D-8874-39F7-ACCBF6F45C53}"/>
          </ac:cxnSpMkLst>
        </pc:cxnChg>
        <pc:cxnChg chg="mod">
          <ac:chgData name="Soban Najam" userId="59c411b0-ccb7-4330-99a9-29cc04a2c185" providerId="ADAL" clId="{7175BE28-6B03-4995-88E8-34BBC4F1360E}" dt="2023-09-21T04:55:06.727" v="1426" actId="2711"/>
          <ac:cxnSpMkLst>
            <pc:docMk/>
            <pc:sldMk cId="2288498887" sldId="283"/>
            <ac:cxnSpMk id="14" creationId="{B02A1489-1FB5-4EBE-3C4D-8F67D1866E6A}"/>
          </ac:cxnSpMkLst>
        </pc:cxnChg>
        <pc:cxnChg chg="mod">
          <ac:chgData name="Soban Najam" userId="59c411b0-ccb7-4330-99a9-29cc04a2c185" providerId="ADAL" clId="{7175BE28-6B03-4995-88E8-34BBC4F1360E}" dt="2023-09-21T04:55:06.727" v="1426" actId="2711"/>
          <ac:cxnSpMkLst>
            <pc:docMk/>
            <pc:sldMk cId="2288498887" sldId="283"/>
            <ac:cxnSpMk id="15" creationId="{4D073480-7663-C30E-AD25-2B1496BB5E31}"/>
          </ac:cxnSpMkLst>
        </pc:cxnChg>
        <pc:cxnChg chg="mod">
          <ac:chgData name="Soban Najam" userId="59c411b0-ccb7-4330-99a9-29cc04a2c185" providerId="ADAL" clId="{7175BE28-6B03-4995-88E8-34BBC4F1360E}" dt="2023-09-21T04:55:06.727" v="1426" actId="2711"/>
          <ac:cxnSpMkLst>
            <pc:docMk/>
            <pc:sldMk cId="2288498887" sldId="283"/>
            <ac:cxnSpMk id="21" creationId="{5179D9A5-D5F5-75CE-D6DF-6344F58CD9DD}"/>
          </ac:cxnSpMkLst>
        </pc:cxnChg>
        <pc:cxnChg chg="mod">
          <ac:chgData name="Soban Najam" userId="59c411b0-ccb7-4330-99a9-29cc04a2c185" providerId="ADAL" clId="{7175BE28-6B03-4995-88E8-34BBC4F1360E}" dt="2023-09-21T04:55:06.727" v="1426" actId="2711"/>
          <ac:cxnSpMkLst>
            <pc:docMk/>
            <pc:sldMk cId="2288498887" sldId="283"/>
            <ac:cxnSpMk id="22" creationId="{4CE4EBA3-8C41-DF3C-0D9C-A1E28D413E2E}"/>
          </ac:cxnSpMkLst>
        </pc:cxnChg>
        <pc:cxnChg chg="mod">
          <ac:chgData name="Soban Najam" userId="59c411b0-ccb7-4330-99a9-29cc04a2c185" providerId="ADAL" clId="{7175BE28-6B03-4995-88E8-34BBC4F1360E}" dt="2023-09-21T04:55:06.727" v="1426" actId="2711"/>
          <ac:cxnSpMkLst>
            <pc:docMk/>
            <pc:sldMk cId="2288498887" sldId="283"/>
            <ac:cxnSpMk id="23" creationId="{7648CF4A-9C38-F87B-8193-99DE5CDB2E64}"/>
          </ac:cxnSpMkLst>
        </pc:cxnChg>
        <pc:cxnChg chg="mod">
          <ac:chgData name="Soban Najam" userId="59c411b0-ccb7-4330-99a9-29cc04a2c185" providerId="ADAL" clId="{7175BE28-6B03-4995-88E8-34BBC4F1360E}" dt="2023-09-21T04:55:06.727" v="1426" actId="2711"/>
          <ac:cxnSpMkLst>
            <pc:docMk/>
            <pc:sldMk cId="2288498887" sldId="283"/>
            <ac:cxnSpMk id="24" creationId="{A0002B8C-344D-DDC9-96BF-4C369B11324F}"/>
          </ac:cxnSpMkLst>
        </pc:cxnChg>
      </pc:sldChg>
      <pc:sldChg chg="del">
        <pc:chgData name="Soban Najam" userId="59c411b0-ccb7-4330-99a9-29cc04a2c185" providerId="ADAL" clId="{7175BE28-6B03-4995-88E8-34BBC4F1360E}" dt="2023-09-20T17:51:49.963" v="127" actId="47"/>
        <pc:sldMkLst>
          <pc:docMk/>
          <pc:sldMk cId="3450288056" sldId="283"/>
        </pc:sldMkLst>
      </pc:sldChg>
      <pc:sldChg chg="del">
        <pc:chgData name="Soban Najam" userId="59c411b0-ccb7-4330-99a9-29cc04a2c185" providerId="ADAL" clId="{7175BE28-6B03-4995-88E8-34BBC4F1360E}" dt="2023-09-20T17:51:49.963" v="127" actId="47"/>
        <pc:sldMkLst>
          <pc:docMk/>
          <pc:sldMk cId="1063916599" sldId="284"/>
        </pc:sldMkLst>
      </pc:sldChg>
      <pc:sldChg chg="addSp modSp add del">
        <pc:chgData name="Soban Najam" userId="59c411b0-ccb7-4330-99a9-29cc04a2c185" providerId="ADAL" clId="{7175BE28-6B03-4995-88E8-34BBC4F1360E}" dt="2023-09-21T05:26:32.523" v="2924" actId="47"/>
        <pc:sldMkLst>
          <pc:docMk/>
          <pc:sldMk cId="2279813375" sldId="284"/>
        </pc:sldMkLst>
        <pc:picChg chg="add mod">
          <ac:chgData name="Soban Najam" userId="59c411b0-ccb7-4330-99a9-29cc04a2c185" providerId="ADAL" clId="{7175BE28-6B03-4995-88E8-34BBC4F1360E}" dt="2023-09-20T20:16:22.963" v="761"/>
          <ac:picMkLst>
            <pc:docMk/>
            <pc:sldMk cId="2279813375" sldId="284"/>
            <ac:picMk id="2" creationId="{C3C8B251-8934-FB17-133B-E13C92C85C86}"/>
          </ac:picMkLst>
        </pc:picChg>
      </pc:sldChg>
      <pc:sldChg chg="del">
        <pc:chgData name="Soban Najam" userId="59c411b0-ccb7-4330-99a9-29cc04a2c185" providerId="ADAL" clId="{7175BE28-6B03-4995-88E8-34BBC4F1360E}" dt="2023-09-20T17:51:49.963" v="127" actId="47"/>
        <pc:sldMkLst>
          <pc:docMk/>
          <pc:sldMk cId="2350067482" sldId="285"/>
        </pc:sldMkLst>
      </pc:sldChg>
      <pc:sldChg chg="addSp modSp add del mod">
        <pc:chgData name="Soban Najam" userId="59c411b0-ccb7-4330-99a9-29cc04a2c185" providerId="ADAL" clId="{7175BE28-6B03-4995-88E8-34BBC4F1360E}" dt="2023-09-21T06:12:32.676" v="3060" actId="47"/>
        <pc:sldMkLst>
          <pc:docMk/>
          <pc:sldMk cId="3924721644" sldId="285"/>
        </pc:sldMkLst>
        <pc:spChg chg="mod">
          <ac:chgData name="Soban Najam" userId="59c411b0-ccb7-4330-99a9-29cc04a2c185" providerId="ADAL" clId="{7175BE28-6B03-4995-88E8-34BBC4F1360E}" dt="2023-09-21T04:48:35.347" v="1377" actId="20577"/>
          <ac:spMkLst>
            <pc:docMk/>
            <pc:sldMk cId="3924721644" sldId="285"/>
            <ac:spMk id="6" creationId="{628BBA39-824D-488B-AE10-EB9F908C928A}"/>
          </ac:spMkLst>
        </pc:spChg>
        <pc:spChg chg="mod">
          <ac:chgData name="Soban Najam" userId="59c411b0-ccb7-4330-99a9-29cc04a2c185" providerId="ADAL" clId="{7175BE28-6B03-4995-88E8-34BBC4F1360E}" dt="2023-09-21T04:45:21.576" v="1174" actId="1036"/>
          <ac:spMkLst>
            <pc:docMk/>
            <pc:sldMk cId="3924721644" sldId="285"/>
            <ac:spMk id="11" creationId="{87C82B4E-1F6B-B6B4-AAED-612FF1828524}"/>
          </ac:spMkLst>
        </pc:spChg>
        <pc:spChg chg="mod">
          <ac:chgData name="Soban Najam" userId="59c411b0-ccb7-4330-99a9-29cc04a2c185" providerId="ADAL" clId="{7175BE28-6B03-4995-88E8-34BBC4F1360E}" dt="2023-09-21T04:45:21.576" v="1174" actId="1036"/>
          <ac:spMkLst>
            <pc:docMk/>
            <pc:sldMk cId="3924721644" sldId="285"/>
            <ac:spMk id="12" creationId="{CF62D5AE-B1E7-8B0D-79E9-AF3BF153DD06}"/>
          </ac:spMkLst>
        </pc:spChg>
        <pc:spChg chg="mod">
          <ac:chgData name="Soban Najam" userId="59c411b0-ccb7-4330-99a9-29cc04a2c185" providerId="ADAL" clId="{7175BE28-6B03-4995-88E8-34BBC4F1360E}" dt="2023-09-21T04:45:21.576" v="1174" actId="1036"/>
          <ac:spMkLst>
            <pc:docMk/>
            <pc:sldMk cId="3924721644" sldId="285"/>
            <ac:spMk id="13" creationId="{30796B8B-24EB-DDD4-A50E-94386C95CF6A}"/>
          </ac:spMkLst>
        </pc:spChg>
        <pc:spChg chg="mod">
          <ac:chgData name="Soban Najam" userId="59c411b0-ccb7-4330-99a9-29cc04a2c185" providerId="ADAL" clId="{7175BE28-6B03-4995-88E8-34BBC4F1360E}" dt="2023-09-21T04:45:21.576" v="1174" actId="1036"/>
          <ac:spMkLst>
            <pc:docMk/>
            <pc:sldMk cId="3924721644" sldId="285"/>
            <ac:spMk id="14" creationId="{5F63D751-729C-8D71-DCDC-A139539B8617}"/>
          </ac:spMkLst>
        </pc:spChg>
        <pc:spChg chg="mod">
          <ac:chgData name="Soban Najam" userId="59c411b0-ccb7-4330-99a9-29cc04a2c185" providerId="ADAL" clId="{7175BE28-6B03-4995-88E8-34BBC4F1360E}" dt="2023-09-21T04:45:21.576" v="1174" actId="1036"/>
          <ac:spMkLst>
            <pc:docMk/>
            <pc:sldMk cId="3924721644" sldId="285"/>
            <ac:spMk id="16" creationId="{83CF57D9-9DB0-7B1F-4202-E4977BF9F004}"/>
          </ac:spMkLst>
        </pc:spChg>
        <pc:spChg chg="mod">
          <ac:chgData name="Soban Najam" userId="59c411b0-ccb7-4330-99a9-29cc04a2c185" providerId="ADAL" clId="{7175BE28-6B03-4995-88E8-34BBC4F1360E}" dt="2023-09-21T04:45:21.576" v="1174" actId="1036"/>
          <ac:spMkLst>
            <pc:docMk/>
            <pc:sldMk cId="3924721644" sldId="285"/>
            <ac:spMk id="17" creationId="{F0071596-AC1F-E7C3-6C76-876C59091527}"/>
          </ac:spMkLst>
        </pc:spChg>
        <pc:spChg chg="mod">
          <ac:chgData name="Soban Najam" userId="59c411b0-ccb7-4330-99a9-29cc04a2c185" providerId="ADAL" clId="{7175BE28-6B03-4995-88E8-34BBC4F1360E}" dt="2023-09-21T04:45:21.576" v="1174" actId="1036"/>
          <ac:spMkLst>
            <pc:docMk/>
            <pc:sldMk cId="3924721644" sldId="285"/>
            <ac:spMk id="18" creationId="{FF1F2FD8-F62D-6114-2D3F-D1540C606773}"/>
          </ac:spMkLst>
        </pc:spChg>
        <pc:spChg chg="mod">
          <ac:chgData name="Soban Najam" userId="59c411b0-ccb7-4330-99a9-29cc04a2c185" providerId="ADAL" clId="{7175BE28-6B03-4995-88E8-34BBC4F1360E}" dt="2023-09-21T04:45:21.576" v="1174" actId="1036"/>
          <ac:spMkLst>
            <pc:docMk/>
            <pc:sldMk cId="3924721644" sldId="285"/>
            <ac:spMk id="19" creationId="{F7CC9D35-CBD4-94E7-964F-8CA2D909186B}"/>
          </ac:spMkLst>
        </pc:spChg>
        <pc:spChg chg="mod">
          <ac:chgData name="Soban Najam" userId="59c411b0-ccb7-4330-99a9-29cc04a2c185" providerId="ADAL" clId="{7175BE28-6B03-4995-88E8-34BBC4F1360E}" dt="2023-09-21T04:45:21.576" v="1174" actId="1036"/>
          <ac:spMkLst>
            <pc:docMk/>
            <pc:sldMk cId="3924721644" sldId="285"/>
            <ac:spMk id="21" creationId="{8D7F9371-6B40-C69D-E8B7-8D2A04B6C0DE}"/>
          </ac:spMkLst>
        </pc:spChg>
        <pc:spChg chg="mod">
          <ac:chgData name="Soban Najam" userId="59c411b0-ccb7-4330-99a9-29cc04a2c185" providerId="ADAL" clId="{7175BE28-6B03-4995-88E8-34BBC4F1360E}" dt="2023-09-21T04:45:21.576" v="1174" actId="1036"/>
          <ac:spMkLst>
            <pc:docMk/>
            <pc:sldMk cId="3924721644" sldId="285"/>
            <ac:spMk id="22" creationId="{EBE28A50-89FD-6A64-994D-38A8A6DB6EE0}"/>
          </ac:spMkLst>
        </pc:spChg>
        <pc:spChg chg="mod">
          <ac:chgData name="Soban Najam" userId="59c411b0-ccb7-4330-99a9-29cc04a2c185" providerId="ADAL" clId="{7175BE28-6B03-4995-88E8-34BBC4F1360E}" dt="2023-09-21T04:45:21.576" v="1174" actId="1036"/>
          <ac:spMkLst>
            <pc:docMk/>
            <pc:sldMk cId="3924721644" sldId="285"/>
            <ac:spMk id="26" creationId="{03CEFAE7-EF19-09C2-BD87-B1A3AC1EB74E}"/>
          </ac:spMkLst>
        </pc:spChg>
        <pc:spChg chg="mod">
          <ac:chgData name="Soban Najam" userId="59c411b0-ccb7-4330-99a9-29cc04a2c185" providerId="ADAL" clId="{7175BE28-6B03-4995-88E8-34BBC4F1360E}" dt="2023-09-21T04:45:21.576" v="1174" actId="1036"/>
          <ac:spMkLst>
            <pc:docMk/>
            <pc:sldMk cId="3924721644" sldId="285"/>
            <ac:spMk id="27" creationId="{52DE0E92-BBDB-F4E5-153C-2C3D338DB45A}"/>
          </ac:spMkLst>
        </pc:spChg>
        <pc:spChg chg="mod">
          <ac:chgData name="Soban Najam" userId="59c411b0-ccb7-4330-99a9-29cc04a2c185" providerId="ADAL" clId="{7175BE28-6B03-4995-88E8-34BBC4F1360E}" dt="2023-09-21T04:45:21.576" v="1174" actId="1036"/>
          <ac:spMkLst>
            <pc:docMk/>
            <pc:sldMk cId="3924721644" sldId="285"/>
            <ac:spMk id="31" creationId="{53523109-EB26-70D2-7117-C703A587F5EA}"/>
          </ac:spMkLst>
        </pc:spChg>
        <pc:spChg chg="mod">
          <ac:chgData name="Soban Najam" userId="59c411b0-ccb7-4330-99a9-29cc04a2c185" providerId="ADAL" clId="{7175BE28-6B03-4995-88E8-34BBC4F1360E}" dt="2023-09-21T04:45:21.576" v="1174" actId="1036"/>
          <ac:spMkLst>
            <pc:docMk/>
            <pc:sldMk cId="3924721644" sldId="285"/>
            <ac:spMk id="33" creationId="{C6C016CE-450D-4451-ECF6-8D104AC5F491}"/>
          </ac:spMkLst>
        </pc:spChg>
        <pc:spChg chg="mod">
          <ac:chgData name="Soban Najam" userId="59c411b0-ccb7-4330-99a9-29cc04a2c185" providerId="ADAL" clId="{7175BE28-6B03-4995-88E8-34BBC4F1360E}" dt="2023-09-21T04:45:21.576" v="1174" actId="1036"/>
          <ac:spMkLst>
            <pc:docMk/>
            <pc:sldMk cId="3924721644" sldId="285"/>
            <ac:spMk id="34" creationId="{0F7DDAA3-695C-D33A-6877-C833F1DF2B05}"/>
          </ac:spMkLst>
        </pc:spChg>
        <pc:spChg chg="mod">
          <ac:chgData name="Soban Najam" userId="59c411b0-ccb7-4330-99a9-29cc04a2c185" providerId="ADAL" clId="{7175BE28-6B03-4995-88E8-34BBC4F1360E}" dt="2023-09-21T04:45:21.576" v="1174" actId="1036"/>
          <ac:spMkLst>
            <pc:docMk/>
            <pc:sldMk cId="3924721644" sldId="285"/>
            <ac:spMk id="35" creationId="{F75045C2-79F6-2960-A81F-A70F7DC49ED5}"/>
          </ac:spMkLst>
        </pc:spChg>
        <pc:spChg chg="mod">
          <ac:chgData name="Soban Najam" userId="59c411b0-ccb7-4330-99a9-29cc04a2c185" providerId="ADAL" clId="{7175BE28-6B03-4995-88E8-34BBC4F1360E}" dt="2023-09-21T04:45:21.576" v="1174" actId="1036"/>
          <ac:spMkLst>
            <pc:docMk/>
            <pc:sldMk cId="3924721644" sldId="285"/>
            <ac:spMk id="36" creationId="{2EFCDC95-D9F8-474E-8867-5162F971467F}"/>
          </ac:spMkLst>
        </pc:spChg>
        <pc:spChg chg="mod">
          <ac:chgData name="Soban Najam" userId="59c411b0-ccb7-4330-99a9-29cc04a2c185" providerId="ADAL" clId="{7175BE28-6B03-4995-88E8-34BBC4F1360E}" dt="2023-09-21T04:45:21.576" v="1174" actId="1036"/>
          <ac:spMkLst>
            <pc:docMk/>
            <pc:sldMk cId="3924721644" sldId="285"/>
            <ac:spMk id="37" creationId="{1FE71145-ADAC-EC2D-0107-4F0BFAC1B7BE}"/>
          </ac:spMkLst>
        </pc:spChg>
        <pc:spChg chg="mod">
          <ac:chgData name="Soban Najam" userId="59c411b0-ccb7-4330-99a9-29cc04a2c185" providerId="ADAL" clId="{7175BE28-6B03-4995-88E8-34BBC4F1360E}" dt="2023-09-21T04:45:21.576" v="1174" actId="1036"/>
          <ac:spMkLst>
            <pc:docMk/>
            <pc:sldMk cId="3924721644" sldId="285"/>
            <ac:spMk id="38" creationId="{D3F31018-93CC-973E-7328-9BF0083DE469}"/>
          </ac:spMkLst>
        </pc:spChg>
        <pc:spChg chg="mod">
          <ac:chgData name="Soban Najam" userId="59c411b0-ccb7-4330-99a9-29cc04a2c185" providerId="ADAL" clId="{7175BE28-6B03-4995-88E8-34BBC4F1360E}" dt="2023-09-21T04:45:21.576" v="1174" actId="1036"/>
          <ac:spMkLst>
            <pc:docMk/>
            <pc:sldMk cId="3924721644" sldId="285"/>
            <ac:spMk id="39" creationId="{E61AA682-C50C-5C3C-C4BD-0E2D7E0CE97B}"/>
          </ac:spMkLst>
        </pc:spChg>
        <pc:spChg chg="mod">
          <ac:chgData name="Soban Najam" userId="59c411b0-ccb7-4330-99a9-29cc04a2c185" providerId="ADAL" clId="{7175BE28-6B03-4995-88E8-34BBC4F1360E}" dt="2023-09-21T04:45:21.576" v="1174" actId="1036"/>
          <ac:spMkLst>
            <pc:docMk/>
            <pc:sldMk cId="3924721644" sldId="285"/>
            <ac:spMk id="40" creationId="{0C4579A2-4700-097C-6166-C6C8E206C734}"/>
          </ac:spMkLst>
        </pc:spChg>
        <pc:spChg chg="mod">
          <ac:chgData name="Soban Najam" userId="59c411b0-ccb7-4330-99a9-29cc04a2c185" providerId="ADAL" clId="{7175BE28-6B03-4995-88E8-34BBC4F1360E}" dt="2023-09-21T04:45:21.576" v="1174" actId="1036"/>
          <ac:spMkLst>
            <pc:docMk/>
            <pc:sldMk cId="3924721644" sldId="285"/>
            <ac:spMk id="41" creationId="{373D9E09-06C3-6839-4EC3-73D87CFD85E4}"/>
          </ac:spMkLst>
        </pc:spChg>
        <pc:spChg chg="mod">
          <ac:chgData name="Soban Najam" userId="59c411b0-ccb7-4330-99a9-29cc04a2c185" providerId="ADAL" clId="{7175BE28-6B03-4995-88E8-34BBC4F1360E}" dt="2023-09-21T04:45:21.576" v="1174" actId="1036"/>
          <ac:spMkLst>
            <pc:docMk/>
            <pc:sldMk cId="3924721644" sldId="285"/>
            <ac:spMk id="42" creationId="{61D1CF1E-ECC1-E74B-47D8-E58E26E80F7F}"/>
          </ac:spMkLst>
        </pc:spChg>
        <pc:spChg chg="mod">
          <ac:chgData name="Soban Najam" userId="59c411b0-ccb7-4330-99a9-29cc04a2c185" providerId="ADAL" clId="{7175BE28-6B03-4995-88E8-34BBC4F1360E}" dt="2023-09-21T04:45:21.576" v="1174" actId="1036"/>
          <ac:spMkLst>
            <pc:docMk/>
            <pc:sldMk cId="3924721644" sldId="285"/>
            <ac:spMk id="43" creationId="{6D50EC61-FAC6-7DB4-3854-30B546C18259}"/>
          </ac:spMkLst>
        </pc:spChg>
        <pc:spChg chg="mod">
          <ac:chgData name="Soban Najam" userId="59c411b0-ccb7-4330-99a9-29cc04a2c185" providerId="ADAL" clId="{7175BE28-6B03-4995-88E8-34BBC4F1360E}" dt="2023-09-21T04:45:21.576" v="1174" actId="1036"/>
          <ac:spMkLst>
            <pc:docMk/>
            <pc:sldMk cId="3924721644" sldId="285"/>
            <ac:spMk id="44" creationId="{1200EAEA-E60A-E27E-C9AE-1077D4B4F766}"/>
          </ac:spMkLst>
        </pc:spChg>
        <pc:spChg chg="mod">
          <ac:chgData name="Soban Najam" userId="59c411b0-ccb7-4330-99a9-29cc04a2c185" providerId="ADAL" clId="{7175BE28-6B03-4995-88E8-34BBC4F1360E}" dt="2023-09-21T04:45:21.576" v="1174" actId="1036"/>
          <ac:spMkLst>
            <pc:docMk/>
            <pc:sldMk cId="3924721644" sldId="285"/>
            <ac:spMk id="45" creationId="{7A400184-276B-C990-52C0-AFFD2CEFC5E9}"/>
          </ac:spMkLst>
        </pc:spChg>
        <pc:spChg chg="mod">
          <ac:chgData name="Soban Najam" userId="59c411b0-ccb7-4330-99a9-29cc04a2c185" providerId="ADAL" clId="{7175BE28-6B03-4995-88E8-34BBC4F1360E}" dt="2023-09-21T04:45:21.576" v="1174" actId="1036"/>
          <ac:spMkLst>
            <pc:docMk/>
            <pc:sldMk cId="3924721644" sldId="285"/>
            <ac:spMk id="46" creationId="{3B3AB694-E4C0-D574-E455-647C0F11D010}"/>
          </ac:spMkLst>
        </pc:spChg>
        <pc:spChg chg="mod">
          <ac:chgData name="Soban Najam" userId="59c411b0-ccb7-4330-99a9-29cc04a2c185" providerId="ADAL" clId="{7175BE28-6B03-4995-88E8-34BBC4F1360E}" dt="2023-09-21T04:45:21.576" v="1174" actId="1036"/>
          <ac:spMkLst>
            <pc:docMk/>
            <pc:sldMk cId="3924721644" sldId="285"/>
            <ac:spMk id="47" creationId="{B7FA6299-1913-31C2-3343-C70E774EE35A}"/>
          </ac:spMkLst>
        </pc:spChg>
        <pc:spChg chg="mod">
          <ac:chgData name="Soban Najam" userId="59c411b0-ccb7-4330-99a9-29cc04a2c185" providerId="ADAL" clId="{7175BE28-6B03-4995-88E8-34BBC4F1360E}" dt="2023-09-21T04:45:21.576" v="1174" actId="1036"/>
          <ac:spMkLst>
            <pc:docMk/>
            <pc:sldMk cId="3924721644" sldId="285"/>
            <ac:spMk id="48" creationId="{7F0CD9D5-5FC0-5634-C311-B1A79C673B38}"/>
          </ac:spMkLst>
        </pc:spChg>
        <pc:spChg chg="mod">
          <ac:chgData name="Soban Najam" userId="59c411b0-ccb7-4330-99a9-29cc04a2c185" providerId="ADAL" clId="{7175BE28-6B03-4995-88E8-34BBC4F1360E}" dt="2023-09-21T04:45:21.576" v="1174" actId="1036"/>
          <ac:spMkLst>
            <pc:docMk/>
            <pc:sldMk cId="3924721644" sldId="285"/>
            <ac:spMk id="49" creationId="{DD638FF1-7903-7043-BE68-08E098DC5FAA}"/>
          </ac:spMkLst>
        </pc:spChg>
        <pc:spChg chg="mod">
          <ac:chgData name="Soban Najam" userId="59c411b0-ccb7-4330-99a9-29cc04a2c185" providerId="ADAL" clId="{7175BE28-6B03-4995-88E8-34BBC4F1360E}" dt="2023-09-21T04:45:21.576" v="1174" actId="1036"/>
          <ac:spMkLst>
            <pc:docMk/>
            <pc:sldMk cId="3924721644" sldId="285"/>
            <ac:spMk id="50" creationId="{59591D03-0189-CD31-0426-1E756F3BBFB6}"/>
          </ac:spMkLst>
        </pc:spChg>
        <pc:spChg chg="mod">
          <ac:chgData name="Soban Najam" userId="59c411b0-ccb7-4330-99a9-29cc04a2c185" providerId="ADAL" clId="{7175BE28-6B03-4995-88E8-34BBC4F1360E}" dt="2023-09-21T04:45:21.576" v="1174" actId="1036"/>
          <ac:spMkLst>
            <pc:docMk/>
            <pc:sldMk cId="3924721644" sldId="285"/>
            <ac:spMk id="51" creationId="{BF504295-B805-6461-6A61-8F18BC835349}"/>
          </ac:spMkLst>
        </pc:spChg>
        <pc:spChg chg="mod">
          <ac:chgData name="Soban Najam" userId="59c411b0-ccb7-4330-99a9-29cc04a2c185" providerId="ADAL" clId="{7175BE28-6B03-4995-88E8-34BBC4F1360E}" dt="2023-09-21T04:45:21.576" v="1174" actId="1036"/>
          <ac:spMkLst>
            <pc:docMk/>
            <pc:sldMk cId="3924721644" sldId="285"/>
            <ac:spMk id="52" creationId="{9C1E2493-C866-723C-2E0E-6617E41984F9}"/>
          </ac:spMkLst>
        </pc:spChg>
        <pc:spChg chg="mod">
          <ac:chgData name="Soban Najam" userId="59c411b0-ccb7-4330-99a9-29cc04a2c185" providerId="ADAL" clId="{7175BE28-6B03-4995-88E8-34BBC4F1360E}" dt="2023-09-21T04:45:21.576" v="1174" actId="1036"/>
          <ac:spMkLst>
            <pc:docMk/>
            <pc:sldMk cId="3924721644" sldId="285"/>
            <ac:spMk id="53" creationId="{93C916DA-4DB8-8098-31EC-1D9BF4DABD58}"/>
          </ac:spMkLst>
        </pc:spChg>
        <pc:spChg chg="mod">
          <ac:chgData name="Soban Najam" userId="59c411b0-ccb7-4330-99a9-29cc04a2c185" providerId="ADAL" clId="{7175BE28-6B03-4995-88E8-34BBC4F1360E}" dt="2023-09-21T04:45:21.576" v="1174" actId="1036"/>
          <ac:spMkLst>
            <pc:docMk/>
            <pc:sldMk cId="3924721644" sldId="285"/>
            <ac:spMk id="54" creationId="{AB2725F1-F59A-09F4-30AE-379CB5859422}"/>
          </ac:spMkLst>
        </pc:spChg>
        <pc:spChg chg="mod">
          <ac:chgData name="Soban Najam" userId="59c411b0-ccb7-4330-99a9-29cc04a2c185" providerId="ADAL" clId="{7175BE28-6B03-4995-88E8-34BBC4F1360E}" dt="2023-09-21T04:45:21.576" v="1174" actId="1036"/>
          <ac:spMkLst>
            <pc:docMk/>
            <pc:sldMk cId="3924721644" sldId="285"/>
            <ac:spMk id="55" creationId="{F8DB2BB0-A9D6-1480-C558-8A01EF36CE91}"/>
          </ac:spMkLst>
        </pc:spChg>
        <pc:spChg chg="mod">
          <ac:chgData name="Soban Najam" userId="59c411b0-ccb7-4330-99a9-29cc04a2c185" providerId="ADAL" clId="{7175BE28-6B03-4995-88E8-34BBC4F1360E}" dt="2023-09-21T04:45:21.576" v="1174" actId="1036"/>
          <ac:spMkLst>
            <pc:docMk/>
            <pc:sldMk cId="3924721644" sldId="285"/>
            <ac:spMk id="56" creationId="{C452C95D-489D-A319-5CA8-A3EF8FCD3A88}"/>
          </ac:spMkLst>
        </pc:spChg>
        <pc:spChg chg="mod">
          <ac:chgData name="Soban Najam" userId="59c411b0-ccb7-4330-99a9-29cc04a2c185" providerId="ADAL" clId="{7175BE28-6B03-4995-88E8-34BBC4F1360E}" dt="2023-09-21T04:45:21.576" v="1174" actId="1036"/>
          <ac:spMkLst>
            <pc:docMk/>
            <pc:sldMk cId="3924721644" sldId="285"/>
            <ac:spMk id="57" creationId="{46420990-94FA-188E-5A0D-F3DE61AC875F}"/>
          </ac:spMkLst>
        </pc:spChg>
        <pc:spChg chg="mod">
          <ac:chgData name="Soban Najam" userId="59c411b0-ccb7-4330-99a9-29cc04a2c185" providerId="ADAL" clId="{7175BE28-6B03-4995-88E8-34BBC4F1360E}" dt="2023-09-21T04:45:21.576" v="1174" actId="1036"/>
          <ac:spMkLst>
            <pc:docMk/>
            <pc:sldMk cId="3924721644" sldId="285"/>
            <ac:spMk id="58" creationId="{432C187F-19E0-675B-E26B-AD07D33AE4F0}"/>
          </ac:spMkLst>
        </pc:spChg>
        <pc:spChg chg="mod">
          <ac:chgData name="Soban Najam" userId="59c411b0-ccb7-4330-99a9-29cc04a2c185" providerId="ADAL" clId="{7175BE28-6B03-4995-88E8-34BBC4F1360E}" dt="2023-09-21T04:45:21.576" v="1174" actId="1036"/>
          <ac:spMkLst>
            <pc:docMk/>
            <pc:sldMk cId="3924721644" sldId="285"/>
            <ac:spMk id="66" creationId="{5E96B6E8-CF71-FD7D-049D-2C0C9BF4E079}"/>
          </ac:spMkLst>
        </pc:spChg>
        <pc:spChg chg="mod">
          <ac:chgData name="Soban Najam" userId="59c411b0-ccb7-4330-99a9-29cc04a2c185" providerId="ADAL" clId="{7175BE28-6B03-4995-88E8-34BBC4F1360E}" dt="2023-09-21T04:45:21.576" v="1174" actId="1036"/>
          <ac:spMkLst>
            <pc:docMk/>
            <pc:sldMk cId="3924721644" sldId="285"/>
            <ac:spMk id="67" creationId="{9E07ABA8-CB02-CE1B-4D3A-F3B147E28F97}"/>
          </ac:spMkLst>
        </pc:spChg>
        <pc:spChg chg="mod">
          <ac:chgData name="Soban Najam" userId="59c411b0-ccb7-4330-99a9-29cc04a2c185" providerId="ADAL" clId="{7175BE28-6B03-4995-88E8-34BBC4F1360E}" dt="2023-09-21T04:45:21.576" v="1174" actId="1036"/>
          <ac:spMkLst>
            <pc:docMk/>
            <pc:sldMk cId="3924721644" sldId="285"/>
            <ac:spMk id="68" creationId="{5A6B669E-B338-FBAD-363F-8AD220864A57}"/>
          </ac:spMkLst>
        </pc:spChg>
        <pc:spChg chg="mod">
          <ac:chgData name="Soban Najam" userId="59c411b0-ccb7-4330-99a9-29cc04a2c185" providerId="ADAL" clId="{7175BE28-6B03-4995-88E8-34BBC4F1360E}" dt="2023-09-21T04:45:21.576" v="1174" actId="1036"/>
          <ac:spMkLst>
            <pc:docMk/>
            <pc:sldMk cId="3924721644" sldId="285"/>
            <ac:spMk id="69" creationId="{7CC3B83D-6D6D-2696-C867-02ED5B9B1BCF}"/>
          </ac:spMkLst>
        </pc:spChg>
        <pc:spChg chg="mod">
          <ac:chgData name="Soban Najam" userId="59c411b0-ccb7-4330-99a9-29cc04a2c185" providerId="ADAL" clId="{7175BE28-6B03-4995-88E8-34BBC4F1360E}" dt="2023-09-21T04:45:21.576" v="1174" actId="1036"/>
          <ac:spMkLst>
            <pc:docMk/>
            <pc:sldMk cId="3924721644" sldId="285"/>
            <ac:spMk id="70" creationId="{5869E044-C522-41F5-7294-E6AEB44E5E23}"/>
          </ac:spMkLst>
        </pc:spChg>
        <pc:spChg chg="mod">
          <ac:chgData name="Soban Najam" userId="59c411b0-ccb7-4330-99a9-29cc04a2c185" providerId="ADAL" clId="{7175BE28-6B03-4995-88E8-34BBC4F1360E}" dt="2023-09-21T04:45:21.576" v="1174" actId="1036"/>
          <ac:spMkLst>
            <pc:docMk/>
            <pc:sldMk cId="3924721644" sldId="285"/>
            <ac:spMk id="71" creationId="{DA7711C4-6611-4F3C-2262-233410DE6863}"/>
          </ac:spMkLst>
        </pc:spChg>
        <pc:spChg chg="mod">
          <ac:chgData name="Soban Najam" userId="59c411b0-ccb7-4330-99a9-29cc04a2c185" providerId="ADAL" clId="{7175BE28-6B03-4995-88E8-34BBC4F1360E}" dt="2023-09-21T04:45:21.576" v="1174" actId="1036"/>
          <ac:spMkLst>
            <pc:docMk/>
            <pc:sldMk cId="3924721644" sldId="285"/>
            <ac:spMk id="72" creationId="{ABAE4E9F-3408-1DA2-9F93-4691297BA974}"/>
          </ac:spMkLst>
        </pc:spChg>
        <pc:spChg chg="mod">
          <ac:chgData name="Soban Najam" userId="59c411b0-ccb7-4330-99a9-29cc04a2c185" providerId="ADAL" clId="{7175BE28-6B03-4995-88E8-34BBC4F1360E}" dt="2023-09-21T04:45:21.576" v="1174" actId="1036"/>
          <ac:spMkLst>
            <pc:docMk/>
            <pc:sldMk cId="3924721644" sldId="285"/>
            <ac:spMk id="73" creationId="{F1C162A4-055D-A829-73D8-5B71C745157C}"/>
          </ac:spMkLst>
        </pc:spChg>
        <pc:spChg chg="mod">
          <ac:chgData name="Soban Najam" userId="59c411b0-ccb7-4330-99a9-29cc04a2c185" providerId="ADAL" clId="{7175BE28-6B03-4995-88E8-34BBC4F1360E}" dt="2023-09-21T04:45:21.576" v="1174" actId="1036"/>
          <ac:spMkLst>
            <pc:docMk/>
            <pc:sldMk cId="3924721644" sldId="285"/>
            <ac:spMk id="74" creationId="{E9685584-5509-46C5-72EE-67F6D021EE1C}"/>
          </ac:spMkLst>
        </pc:spChg>
        <pc:spChg chg="mod">
          <ac:chgData name="Soban Najam" userId="59c411b0-ccb7-4330-99a9-29cc04a2c185" providerId="ADAL" clId="{7175BE28-6B03-4995-88E8-34BBC4F1360E}" dt="2023-09-21T04:45:21.576" v="1174" actId="1036"/>
          <ac:spMkLst>
            <pc:docMk/>
            <pc:sldMk cId="3924721644" sldId="285"/>
            <ac:spMk id="75" creationId="{F2DBB518-85EA-FF97-50A5-33B88F9FB7C5}"/>
          </ac:spMkLst>
        </pc:spChg>
        <pc:spChg chg="mod">
          <ac:chgData name="Soban Najam" userId="59c411b0-ccb7-4330-99a9-29cc04a2c185" providerId="ADAL" clId="{7175BE28-6B03-4995-88E8-34BBC4F1360E}" dt="2023-09-21T04:45:21.576" v="1174" actId="1036"/>
          <ac:spMkLst>
            <pc:docMk/>
            <pc:sldMk cId="3924721644" sldId="285"/>
            <ac:spMk id="76" creationId="{B00FA647-576D-A274-57CF-A14701D75CBB}"/>
          </ac:spMkLst>
        </pc:spChg>
        <pc:spChg chg="mod">
          <ac:chgData name="Soban Najam" userId="59c411b0-ccb7-4330-99a9-29cc04a2c185" providerId="ADAL" clId="{7175BE28-6B03-4995-88E8-34BBC4F1360E}" dt="2023-09-21T04:45:21.576" v="1174" actId="1036"/>
          <ac:spMkLst>
            <pc:docMk/>
            <pc:sldMk cId="3924721644" sldId="285"/>
            <ac:spMk id="77" creationId="{EA9AD7C4-9668-E7C6-10B7-B475EB673E5B}"/>
          </ac:spMkLst>
        </pc:spChg>
        <pc:spChg chg="mod">
          <ac:chgData name="Soban Najam" userId="59c411b0-ccb7-4330-99a9-29cc04a2c185" providerId="ADAL" clId="{7175BE28-6B03-4995-88E8-34BBC4F1360E}" dt="2023-09-21T04:45:21.576" v="1174" actId="1036"/>
          <ac:spMkLst>
            <pc:docMk/>
            <pc:sldMk cId="3924721644" sldId="285"/>
            <ac:spMk id="78" creationId="{030FC0F7-C9C0-D9CE-2A43-B978EDA1C46E}"/>
          </ac:spMkLst>
        </pc:spChg>
        <pc:spChg chg="mod">
          <ac:chgData name="Soban Najam" userId="59c411b0-ccb7-4330-99a9-29cc04a2c185" providerId="ADAL" clId="{7175BE28-6B03-4995-88E8-34BBC4F1360E}" dt="2023-09-21T04:45:21.576" v="1174" actId="1036"/>
          <ac:spMkLst>
            <pc:docMk/>
            <pc:sldMk cId="3924721644" sldId="285"/>
            <ac:spMk id="79" creationId="{66B3B485-6CAB-D456-46ED-3ADE5B8F9B08}"/>
          </ac:spMkLst>
        </pc:spChg>
        <pc:spChg chg="mod">
          <ac:chgData name="Soban Najam" userId="59c411b0-ccb7-4330-99a9-29cc04a2c185" providerId="ADAL" clId="{7175BE28-6B03-4995-88E8-34BBC4F1360E}" dt="2023-09-21T04:45:21.576" v="1174" actId="1036"/>
          <ac:spMkLst>
            <pc:docMk/>
            <pc:sldMk cId="3924721644" sldId="285"/>
            <ac:spMk id="80" creationId="{C4AD8BC6-5FF1-B5BD-8B64-4482371F4FFE}"/>
          </ac:spMkLst>
        </pc:spChg>
        <pc:spChg chg="mod">
          <ac:chgData name="Soban Najam" userId="59c411b0-ccb7-4330-99a9-29cc04a2c185" providerId="ADAL" clId="{7175BE28-6B03-4995-88E8-34BBC4F1360E}" dt="2023-09-21T04:45:21.576" v="1174" actId="1036"/>
          <ac:spMkLst>
            <pc:docMk/>
            <pc:sldMk cId="3924721644" sldId="285"/>
            <ac:spMk id="81" creationId="{75DF7124-4DE3-2633-F359-326B9520403C}"/>
          </ac:spMkLst>
        </pc:spChg>
        <pc:spChg chg="mod">
          <ac:chgData name="Soban Najam" userId="59c411b0-ccb7-4330-99a9-29cc04a2c185" providerId="ADAL" clId="{7175BE28-6B03-4995-88E8-34BBC4F1360E}" dt="2023-09-21T04:45:21.576" v="1174" actId="1036"/>
          <ac:spMkLst>
            <pc:docMk/>
            <pc:sldMk cId="3924721644" sldId="285"/>
            <ac:spMk id="82" creationId="{B06CE964-57B0-724F-D3CC-4A93AFF2CF36}"/>
          </ac:spMkLst>
        </pc:spChg>
        <pc:spChg chg="mod">
          <ac:chgData name="Soban Najam" userId="59c411b0-ccb7-4330-99a9-29cc04a2c185" providerId="ADAL" clId="{7175BE28-6B03-4995-88E8-34BBC4F1360E}" dt="2023-09-21T04:45:21.576" v="1174" actId="1036"/>
          <ac:spMkLst>
            <pc:docMk/>
            <pc:sldMk cId="3924721644" sldId="285"/>
            <ac:spMk id="83" creationId="{C1556287-EF9A-6E9B-5577-B16436744F11}"/>
          </ac:spMkLst>
        </pc:spChg>
        <pc:spChg chg="mod">
          <ac:chgData name="Soban Najam" userId="59c411b0-ccb7-4330-99a9-29cc04a2c185" providerId="ADAL" clId="{7175BE28-6B03-4995-88E8-34BBC4F1360E}" dt="2023-09-21T04:45:21.576" v="1174" actId="1036"/>
          <ac:spMkLst>
            <pc:docMk/>
            <pc:sldMk cId="3924721644" sldId="285"/>
            <ac:spMk id="84" creationId="{FB20D985-FB72-07E0-53C5-92414F963DF3}"/>
          </ac:spMkLst>
        </pc:spChg>
        <pc:spChg chg="mod">
          <ac:chgData name="Soban Najam" userId="59c411b0-ccb7-4330-99a9-29cc04a2c185" providerId="ADAL" clId="{7175BE28-6B03-4995-88E8-34BBC4F1360E}" dt="2023-09-21T04:45:21.576" v="1174" actId="1036"/>
          <ac:spMkLst>
            <pc:docMk/>
            <pc:sldMk cId="3924721644" sldId="285"/>
            <ac:spMk id="85" creationId="{F0C77CE9-748E-7C68-6F97-5E98F0C19C4F}"/>
          </ac:spMkLst>
        </pc:spChg>
        <pc:spChg chg="mod">
          <ac:chgData name="Soban Najam" userId="59c411b0-ccb7-4330-99a9-29cc04a2c185" providerId="ADAL" clId="{7175BE28-6B03-4995-88E8-34BBC4F1360E}" dt="2023-09-21T04:45:21.576" v="1174" actId="1036"/>
          <ac:spMkLst>
            <pc:docMk/>
            <pc:sldMk cId="3924721644" sldId="285"/>
            <ac:spMk id="86" creationId="{73894F84-2D5C-584B-1F94-1B310AADB3C0}"/>
          </ac:spMkLst>
        </pc:spChg>
        <pc:spChg chg="mod">
          <ac:chgData name="Soban Najam" userId="59c411b0-ccb7-4330-99a9-29cc04a2c185" providerId="ADAL" clId="{7175BE28-6B03-4995-88E8-34BBC4F1360E}" dt="2023-09-21T04:45:21.576" v="1174" actId="1036"/>
          <ac:spMkLst>
            <pc:docMk/>
            <pc:sldMk cId="3924721644" sldId="285"/>
            <ac:spMk id="87" creationId="{AA33C883-3F02-DB34-C809-84348E5A4950}"/>
          </ac:spMkLst>
        </pc:spChg>
        <pc:spChg chg="mod">
          <ac:chgData name="Soban Najam" userId="59c411b0-ccb7-4330-99a9-29cc04a2c185" providerId="ADAL" clId="{7175BE28-6B03-4995-88E8-34BBC4F1360E}" dt="2023-09-21T04:45:21.576" v="1174" actId="1036"/>
          <ac:spMkLst>
            <pc:docMk/>
            <pc:sldMk cId="3924721644" sldId="285"/>
            <ac:spMk id="88" creationId="{5F039065-982A-F243-16F1-0DF8212362C1}"/>
          </ac:spMkLst>
        </pc:spChg>
        <pc:spChg chg="mod">
          <ac:chgData name="Soban Najam" userId="59c411b0-ccb7-4330-99a9-29cc04a2c185" providerId="ADAL" clId="{7175BE28-6B03-4995-88E8-34BBC4F1360E}" dt="2023-09-21T04:45:21.576" v="1174" actId="1036"/>
          <ac:spMkLst>
            <pc:docMk/>
            <pc:sldMk cId="3924721644" sldId="285"/>
            <ac:spMk id="89" creationId="{2379ABA3-DFBC-A0C6-6632-EC6ABB5773AE}"/>
          </ac:spMkLst>
        </pc:spChg>
        <pc:spChg chg="mod">
          <ac:chgData name="Soban Najam" userId="59c411b0-ccb7-4330-99a9-29cc04a2c185" providerId="ADAL" clId="{7175BE28-6B03-4995-88E8-34BBC4F1360E}" dt="2023-09-21T04:45:21.576" v="1174" actId="1036"/>
          <ac:spMkLst>
            <pc:docMk/>
            <pc:sldMk cId="3924721644" sldId="285"/>
            <ac:spMk id="90" creationId="{F2CA83FA-BD58-E9BD-CFA5-487C146773F4}"/>
          </ac:spMkLst>
        </pc:spChg>
        <pc:spChg chg="mod">
          <ac:chgData name="Soban Najam" userId="59c411b0-ccb7-4330-99a9-29cc04a2c185" providerId="ADAL" clId="{7175BE28-6B03-4995-88E8-34BBC4F1360E}" dt="2023-09-21T04:45:21.576" v="1174" actId="1036"/>
          <ac:spMkLst>
            <pc:docMk/>
            <pc:sldMk cId="3924721644" sldId="285"/>
            <ac:spMk id="91" creationId="{D988C27B-84BC-0F20-38F4-1A83B10C0478}"/>
          </ac:spMkLst>
        </pc:spChg>
        <pc:spChg chg="mod">
          <ac:chgData name="Soban Najam" userId="59c411b0-ccb7-4330-99a9-29cc04a2c185" providerId="ADAL" clId="{7175BE28-6B03-4995-88E8-34BBC4F1360E}" dt="2023-09-21T04:45:21.576" v="1174" actId="1036"/>
          <ac:spMkLst>
            <pc:docMk/>
            <pc:sldMk cId="3924721644" sldId="285"/>
            <ac:spMk id="92" creationId="{5590B580-869A-DC2D-1F4E-77E30CBFF878}"/>
          </ac:spMkLst>
        </pc:spChg>
        <pc:spChg chg="mod">
          <ac:chgData name="Soban Najam" userId="59c411b0-ccb7-4330-99a9-29cc04a2c185" providerId="ADAL" clId="{7175BE28-6B03-4995-88E8-34BBC4F1360E}" dt="2023-09-21T04:45:21.576" v="1174" actId="1036"/>
          <ac:spMkLst>
            <pc:docMk/>
            <pc:sldMk cId="3924721644" sldId="285"/>
            <ac:spMk id="93" creationId="{28B2D3AE-185A-B005-3D22-D7640529D594}"/>
          </ac:spMkLst>
        </pc:spChg>
        <pc:spChg chg="mod">
          <ac:chgData name="Soban Najam" userId="59c411b0-ccb7-4330-99a9-29cc04a2c185" providerId="ADAL" clId="{7175BE28-6B03-4995-88E8-34BBC4F1360E}" dt="2023-09-21T04:45:21.576" v="1174" actId="1036"/>
          <ac:spMkLst>
            <pc:docMk/>
            <pc:sldMk cId="3924721644" sldId="285"/>
            <ac:spMk id="94" creationId="{7746B37C-7470-4693-9A6D-DF36A2014D6D}"/>
          </ac:spMkLst>
        </pc:spChg>
        <pc:spChg chg="mod">
          <ac:chgData name="Soban Najam" userId="59c411b0-ccb7-4330-99a9-29cc04a2c185" providerId="ADAL" clId="{7175BE28-6B03-4995-88E8-34BBC4F1360E}" dt="2023-09-21T04:45:21.576" v="1174" actId="1036"/>
          <ac:spMkLst>
            <pc:docMk/>
            <pc:sldMk cId="3924721644" sldId="285"/>
            <ac:spMk id="95" creationId="{5B46C7DB-10AA-4FC0-D8EB-6D2BB7EE4DA7}"/>
          </ac:spMkLst>
        </pc:spChg>
        <pc:spChg chg="mod">
          <ac:chgData name="Soban Najam" userId="59c411b0-ccb7-4330-99a9-29cc04a2c185" providerId="ADAL" clId="{7175BE28-6B03-4995-88E8-34BBC4F1360E}" dt="2023-09-21T04:45:21.576" v="1174" actId="1036"/>
          <ac:spMkLst>
            <pc:docMk/>
            <pc:sldMk cId="3924721644" sldId="285"/>
            <ac:spMk id="96" creationId="{B39F4291-1FC2-04CE-63B4-536DB69D3A4A}"/>
          </ac:spMkLst>
        </pc:spChg>
        <pc:spChg chg="mod">
          <ac:chgData name="Soban Najam" userId="59c411b0-ccb7-4330-99a9-29cc04a2c185" providerId="ADAL" clId="{7175BE28-6B03-4995-88E8-34BBC4F1360E}" dt="2023-09-21T04:45:21.576" v="1174" actId="1036"/>
          <ac:spMkLst>
            <pc:docMk/>
            <pc:sldMk cId="3924721644" sldId="285"/>
            <ac:spMk id="97" creationId="{19D71392-F595-9E19-2F1C-4D544EB67E34}"/>
          </ac:spMkLst>
        </pc:spChg>
        <pc:spChg chg="mod">
          <ac:chgData name="Soban Najam" userId="59c411b0-ccb7-4330-99a9-29cc04a2c185" providerId="ADAL" clId="{7175BE28-6B03-4995-88E8-34BBC4F1360E}" dt="2023-09-21T04:45:21.576" v="1174" actId="1036"/>
          <ac:spMkLst>
            <pc:docMk/>
            <pc:sldMk cId="3924721644" sldId="285"/>
            <ac:spMk id="98" creationId="{EDC94F7C-F0C4-D3B1-1D10-6AEA290F6B18}"/>
          </ac:spMkLst>
        </pc:spChg>
        <pc:spChg chg="mod">
          <ac:chgData name="Soban Najam" userId="59c411b0-ccb7-4330-99a9-29cc04a2c185" providerId="ADAL" clId="{7175BE28-6B03-4995-88E8-34BBC4F1360E}" dt="2023-09-21T04:45:21.576" v="1174" actId="1036"/>
          <ac:spMkLst>
            <pc:docMk/>
            <pc:sldMk cId="3924721644" sldId="285"/>
            <ac:spMk id="99" creationId="{8822E7EB-77F5-0D3D-9A56-D46CCA90DBD5}"/>
          </ac:spMkLst>
        </pc:spChg>
        <pc:spChg chg="mod">
          <ac:chgData name="Soban Najam" userId="59c411b0-ccb7-4330-99a9-29cc04a2c185" providerId="ADAL" clId="{7175BE28-6B03-4995-88E8-34BBC4F1360E}" dt="2023-09-21T04:45:21.576" v="1174" actId="1036"/>
          <ac:spMkLst>
            <pc:docMk/>
            <pc:sldMk cId="3924721644" sldId="285"/>
            <ac:spMk id="100" creationId="{D48DC8B3-AE50-3348-3E87-171B5CB62ADB}"/>
          </ac:spMkLst>
        </pc:spChg>
        <pc:spChg chg="mod">
          <ac:chgData name="Soban Najam" userId="59c411b0-ccb7-4330-99a9-29cc04a2c185" providerId="ADAL" clId="{7175BE28-6B03-4995-88E8-34BBC4F1360E}" dt="2023-09-21T04:45:21.576" v="1174" actId="1036"/>
          <ac:spMkLst>
            <pc:docMk/>
            <pc:sldMk cId="3924721644" sldId="285"/>
            <ac:spMk id="101" creationId="{291E6CDE-EB18-1A68-A3D3-A7AEB14ED142}"/>
          </ac:spMkLst>
        </pc:spChg>
        <pc:spChg chg="mod">
          <ac:chgData name="Soban Najam" userId="59c411b0-ccb7-4330-99a9-29cc04a2c185" providerId="ADAL" clId="{7175BE28-6B03-4995-88E8-34BBC4F1360E}" dt="2023-09-21T04:45:21.576" v="1174" actId="1036"/>
          <ac:spMkLst>
            <pc:docMk/>
            <pc:sldMk cId="3924721644" sldId="285"/>
            <ac:spMk id="102" creationId="{3034F7DF-24FC-BA89-DF46-449CA3E7047B}"/>
          </ac:spMkLst>
        </pc:spChg>
        <pc:spChg chg="mod">
          <ac:chgData name="Soban Najam" userId="59c411b0-ccb7-4330-99a9-29cc04a2c185" providerId="ADAL" clId="{7175BE28-6B03-4995-88E8-34BBC4F1360E}" dt="2023-09-21T04:45:21.576" v="1174" actId="1036"/>
          <ac:spMkLst>
            <pc:docMk/>
            <pc:sldMk cId="3924721644" sldId="285"/>
            <ac:spMk id="103" creationId="{B9D1BBDB-209A-C689-63ED-3B540FC28C37}"/>
          </ac:spMkLst>
        </pc:spChg>
        <pc:spChg chg="mod">
          <ac:chgData name="Soban Najam" userId="59c411b0-ccb7-4330-99a9-29cc04a2c185" providerId="ADAL" clId="{7175BE28-6B03-4995-88E8-34BBC4F1360E}" dt="2023-09-21T04:45:21.576" v="1174" actId="1036"/>
          <ac:spMkLst>
            <pc:docMk/>
            <pc:sldMk cId="3924721644" sldId="285"/>
            <ac:spMk id="104" creationId="{31A8CC4A-59C6-9A75-9029-9E35AAF4148B}"/>
          </ac:spMkLst>
        </pc:spChg>
        <pc:spChg chg="mod">
          <ac:chgData name="Soban Najam" userId="59c411b0-ccb7-4330-99a9-29cc04a2c185" providerId="ADAL" clId="{7175BE28-6B03-4995-88E8-34BBC4F1360E}" dt="2023-09-21T04:45:21.576" v="1174" actId="1036"/>
          <ac:spMkLst>
            <pc:docMk/>
            <pc:sldMk cId="3924721644" sldId="285"/>
            <ac:spMk id="105" creationId="{2323EAEE-D8FC-2F16-9AFD-323C1B2F6009}"/>
          </ac:spMkLst>
        </pc:spChg>
        <pc:spChg chg="mod">
          <ac:chgData name="Soban Najam" userId="59c411b0-ccb7-4330-99a9-29cc04a2c185" providerId="ADAL" clId="{7175BE28-6B03-4995-88E8-34BBC4F1360E}" dt="2023-09-21T04:45:21.576" v="1174" actId="1036"/>
          <ac:spMkLst>
            <pc:docMk/>
            <pc:sldMk cId="3924721644" sldId="285"/>
            <ac:spMk id="106" creationId="{1A71B7C7-BE16-00FB-A21D-D339A14A10E5}"/>
          </ac:spMkLst>
        </pc:spChg>
        <pc:spChg chg="mod">
          <ac:chgData name="Soban Najam" userId="59c411b0-ccb7-4330-99a9-29cc04a2c185" providerId="ADAL" clId="{7175BE28-6B03-4995-88E8-34BBC4F1360E}" dt="2023-09-21T04:45:21.576" v="1174" actId="1036"/>
          <ac:spMkLst>
            <pc:docMk/>
            <pc:sldMk cId="3924721644" sldId="285"/>
            <ac:spMk id="107" creationId="{247EC740-10B0-8031-ABC3-D96107C72BD0}"/>
          </ac:spMkLst>
        </pc:spChg>
        <pc:spChg chg="mod">
          <ac:chgData name="Soban Najam" userId="59c411b0-ccb7-4330-99a9-29cc04a2c185" providerId="ADAL" clId="{7175BE28-6B03-4995-88E8-34BBC4F1360E}" dt="2023-09-21T04:45:21.576" v="1174" actId="1036"/>
          <ac:spMkLst>
            <pc:docMk/>
            <pc:sldMk cId="3924721644" sldId="285"/>
            <ac:spMk id="108" creationId="{A5140860-1AF3-F9F0-5AA0-60B174A53C76}"/>
          </ac:spMkLst>
        </pc:spChg>
        <pc:spChg chg="mod">
          <ac:chgData name="Soban Najam" userId="59c411b0-ccb7-4330-99a9-29cc04a2c185" providerId="ADAL" clId="{7175BE28-6B03-4995-88E8-34BBC4F1360E}" dt="2023-09-21T04:45:21.576" v="1174" actId="1036"/>
          <ac:spMkLst>
            <pc:docMk/>
            <pc:sldMk cId="3924721644" sldId="285"/>
            <ac:spMk id="109" creationId="{1DD70EC3-5C99-45E2-D994-BBF3B93EDDBD}"/>
          </ac:spMkLst>
        </pc:spChg>
        <pc:spChg chg="mod">
          <ac:chgData name="Soban Najam" userId="59c411b0-ccb7-4330-99a9-29cc04a2c185" providerId="ADAL" clId="{7175BE28-6B03-4995-88E8-34BBC4F1360E}" dt="2023-09-21T04:45:21.576" v="1174" actId="1036"/>
          <ac:spMkLst>
            <pc:docMk/>
            <pc:sldMk cId="3924721644" sldId="285"/>
            <ac:spMk id="110" creationId="{340ACC72-6D38-46DE-C275-2DC79644EA6E}"/>
          </ac:spMkLst>
        </pc:spChg>
        <pc:spChg chg="mod">
          <ac:chgData name="Soban Najam" userId="59c411b0-ccb7-4330-99a9-29cc04a2c185" providerId="ADAL" clId="{7175BE28-6B03-4995-88E8-34BBC4F1360E}" dt="2023-09-21T04:45:21.576" v="1174" actId="1036"/>
          <ac:spMkLst>
            <pc:docMk/>
            <pc:sldMk cId="3924721644" sldId="285"/>
            <ac:spMk id="111" creationId="{BA527510-271B-2B7F-30E6-47962BDE4E0E}"/>
          </ac:spMkLst>
        </pc:spChg>
        <pc:spChg chg="mod">
          <ac:chgData name="Soban Najam" userId="59c411b0-ccb7-4330-99a9-29cc04a2c185" providerId="ADAL" clId="{7175BE28-6B03-4995-88E8-34BBC4F1360E}" dt="2023-09-21T04:45:21.576" v="1174" actId="1036"/>
          <ac:spMkLst>
            <pc:docMk/>
            <pc:sldMk cId="3924721644" sldId="285"/>
            <ac:spMk id="112" creationId="{B17FC933-2E53-932B-C8E6-0988820F54C3}"/>
          </ac:spMkLst>
        </pc:spChg>
        <pc:spChg chg="mod">
          <ac:chgData name="Soban Najam" userId="59c411b0-ccb7-4330-99a9-29cc04a2c185" providerId="ADAL" clId="{7175BE28-6B03-4995-88E8-34BBC4F1360E}" dt="2023-09-21T04:45:21.576" v="1174" actId="1036"/>
          <ac:spMkLst>
            <pc:docMk/>
            <pc:sldMk cId="3924721644" sldId="285"/>
            <ac:spMk id="113" creationId="{FB5C0DFA-BB78-E831-D883-6190FC1B7C55}"/>
          </ac:spMkLst>
        </pc:spChg>
        <pc:spChg chg="mod">
          <ac:chgData name="Soban Najam" userId="59c411b0-ccb7-4330-99a9-29cc04a2c185" providerId="ADAL" clId="{7175BE28-6B03-4995-88E8-34BBC4F1360E}" dt="2023-09-21T04:45:21.576" v="1174" actId="1036"/>
          <ac:spMkLst>
            <pc:docMk/>
            <pc:sldMk cId="3924721644" sldId="285"/>
            <ac:spMk id="114" creationId="{2883963C-06FD-2843-8F17-0AA43995D14F}"/>
          </ac:spMkLst>
        </pc:spChg>
        <pc:spChg chg="mod">
          <ac:chgData name="Soban Najam" userId="59c411b0-ccb7-4330-99a9-29cc04a2c185" providerId="ADAL" clId="{7175BE28-6B03-4995-88E8-34BBC4F1360E}" dt="2023-09-21T04:45:21.576" v="1174" actId="1036"/>
          <ac:spMkLst>
            <pc:docMk/>
            <pc:sldMk cId="3924721644" sldId="285"/>
            <ac:spMk id="115" creationId="{C72E66F2-3741-644C-A75D-574F6C70F4E2}"/>
          </ac:spMkLst>
        </pc:spChg>
        <pc:spChg chg="mod">
          <ac:chgData name="Soban Najam" userId="59c411b0-ccb7-4330-99a9-29cc04a2c185" providerId="ADAL" clId="{7175BE28-6B03-4995-88E8-34BBC4F1360E}" dt="2023-09-21T04:45:21.576" v="1174" actId="1036"/>
          <ac:spMkLst>
            <pc:docMk/>
            <pc:sldMk cId="3924721644" sldId="285"/>
            <ac:spMk id="116" creationId="{8589CEF2-D143-74DD-F610-0565ADF9DCE1}"/>
          </ac:spMkLst>
        </pc:spChg>
        <pc:spChg chg="mod">
          <ac:chgData name="Soban Najam" userId="59c411b0-ccb7-4330-99a9-29cc04a2c185" providerId="ADAL" clId="{7175BE28-6B03-4995-88E8-34BBC4F1360E}" dt="2023-09-21T04:45:21.576" v="1174" actId="1036"/>
          <ac:spMkLst>
            <pc:docMk/>
            <pc:sldMk cId="3924721644" sldId="285"/>
            <ac:spMk id="117" creationId="{DB5CBF15-682E-704E-48DB-D5EA8C2B447D}"/>
          </ac:spMkLst>
        </pc:spChg>
        <pc:spChg chg="mod">
          <ac:chgData name="Soban Najam" userId="59c411b0-ccb7-4330-99a9-29cc04a2c185" providerId="ADAL" clId="{7175BE28-6B03-4995-88E8-34BBC4F1360E}" dt="2023-09-21T04:45:21.576" v="1174" actId="1036"/>
          <ac:spMkLst>
            <pc:docMk/>
            <pc:sldMk cId="3924721644" sldId="285"/>
            <ac:spMk id="118" creationId="{1968ECAD-E0BE-1574-4F7D-82486F2877F9}"/>
          </ac:spMkLst>
        </pc:spChg>
        <pc:spChg chg="mod">
          <ac:chgData name="Soban Najam" userId="59c411b0-ccb7-4330-99a9-29cc04a2c185" providerId="ADAL" clId="{7175BE28-6B03-4995-88E8-34BBC4F1360E}" dt="2023-09-21T04:45:21.576" v="1174" actId="1036"/>
          <ac:spMkLst>
            <pc:docMk/>
            <pc:sldMk cId="3924721644" sldId="285"/>
            <ac:spMk id="119" creationId="{97C275DA-EB10-2ECA-29D2-75714066F7C6}"/>
          </ac:spMkLst>
        </pc:spChg>
        <pc:spChg chg="mod">
          <ac:chgData name="Soban Najam" userId="59c411b0-ccb7-4330-99a9-29cc04a2c185" providerId="ADAL" clId="{7175BE28-6B03-4995-88E8-34BBC4F1360E}" dt="2023-09-21T04:45:21.576" v="1174" actId="1036"/>
          <ac:spMkLst>
            <pc:docMk/>
            <pc:sldMk cId="3924721644" sldId="285"/>
            <ac:spMk id="120" creationId="{6390C53A-53A7-D5EC-A09F-3AB5AF79181E}"/>
          </ac:spMkLst>
        </pc:spChg>
        <pc:spChg chg="mod">
          <ac:chgData name="Soban Najam" userId="59c411b0-ccb7-4330-99a9-29cc04a2c185" providerId="ADAL" clId="{7175BE28-6B03-4995-88E8-34BBC4F1360E}" dt="2023-09-21T04:45:21.576" v="1174" actId="1036"/>
          <ac:spMkLst>
            <pc:docMk/>
            <pc:sldMk cId="3924721644" sldId="285"/>
            <ac:spMk id="121" creationId="{F47E0D5A-B416-4DB8-C65F-93C3C59561CE}"/>
          </ac:spMkLst>
        </pc:spChg>
        <pc:spChg chg="mod">
          <ac:chgData name="Soban Najam" userId="59c411b0-ccb7-4330-99a9-29cc04a2c185" providerId="ADAL" clId="{7175BE28-6B03-4995-88E8-34BBC4F1360E}" dt="2023-09-21T04:45:21.576" v="1174" actId="1036"/>
          <ac:spMkLst>
            <pc:docMk/>
            <pc:sldMk cId="3924721644" sldId="285"/>
            <ac:spMk id="122" creationId="{AB6E53D5-F51B-3C6F-3C63-2696C2FEBA70}"/>
          </ac:spMkLst>
        </pc:spChg>
        <pc:spChg chg="mod">
          <ac:chgData name="Soban Najam" userId="59c411b0-ccb7-4330-99a9-29cc04a2c185" providerId="ADAL" clId="{7175BE28-6B03-4995-88E8-34BBC4F1360E}" dt="2023-09-21T04:45:21.576" v="1174" actId="1036"/>
          <ac:spMkLst>
            <pc:docMk/>
            <pc:sldMk cId="3924721644" sldId="285"/>
            <ac:spMk id="123" creationId="{B258DFA6-931D-98BE-BCCE-D40A1FF03332}"/>
          </ac:spMkLst>
        </pc:spChg>
        <pc:spChg chg="mod">
          <ac:chgData name="Soban Najam" userId="59c411b0-ccb7-4330-99a9-29cc04a2c185" providerId="ADAL" clId="{7175BE28-6B03-4995-88E8-34BBC4F1360E}" dt="2023-09-21T04:45:21.576" v="1174" actId="1036"/>
          <ac:spMkLst>
            <pc:docMk/>
            <pc:sldMk cId="3924721644" sldId="285"/>
            <ac:spMk id="124" creationId="{00C50063-8697-4144-CC27-07B53E8F40D7}"/>
          </ac:spMkLst>
        </pc:spChg>
        <pc:spChg chg="mod">
          <ac:chgData name="Soban Najam" userId="59c411b0-ccb7-4330-99a9-29cc04a2c185" providerId="ADAL" clId="{7175BE28-6B03-4995-88E8-34BBC4F1360E}" dt="2023-09-21T04:45:21.576" v="1174" actId="1036"/>
          <ac:spMkLst>
            <pc:docMk/>
            <pc:sldMk cId="3924721644" sldId="285"/>
            <ac:spMk id="125" creationId="{0BC62C97-81F4-A872-F950-CE7AC161AEB0}"/>
          </ac:spMkLst>
        </pc:spChg>
        <pc:spChg chg="mod">
          <ac:chgData name="Soban Najam" userId="59c411b0-ccb7-4330-99a9-29cc04a2c185" providerId="ADAL" clId="{7175BE28-6B03-4995-88E8-34BBC4F1360E}" dt="2023-09-21T04:45:21.576" v="1174" actId="1036"/>
          <ac:spMkLst>
            <pc:docMk/>
            <pc:sldMk cId="3924721644" sldId="285"/>
            <ac:spMk id="126" creationId="{C17FC4D4-EDB9-300C-E3BF-8FA000E4DCEF}"/>
          </ac:spMkLst>
        </pc:spChg>
        <pc:spChg chg="mod">
          <ac:chgData name="Soban Najam" userId="59c411b0-ccb7-4330-99a9-29cc04a2c185" providerId="ADAL" clId="{7175BE28-6B03-4995-88E8-34BBC4F1360E}" dt="2023-09-21T04:45:21.576" v="1174" actId="1036"/>
          <ac:spMkLst>
            <pc:docMk/>
            <pc:sldMk cId="3924721644" sldId="285"/>
            <ac:spMk id="127" creationId="{51E23066-0BD0-D3A8-5101-20A33A352F13}"/>
          </ac:spMkLst>
        </pc:spChg>
        <pc:spChg chg="mod">
          <ac:chgData name="Soban Najam" userId="59c411b0-ccb7-4330-99a9-29cc04a2c185" providerId="ADAL" clId="{7175BE28-6B03-4995-88E8-34BBC4F1360E}" dt="2023-09-21T04:45:21.576" v="1174" actId="1036"/>
          <ac:spMkLst>
            <pc:docMk/>
            <pc:sldMk cId="3924721644" sldId="285"/>
            <ac:spMk id="128" creationId="{B682B14E-088B-4B98-707B-BE8BEB9C6CC4}"/>
          </ac:spMkLst>
        </pc:spChg>
        <pc:spChg chg="mod">
          <ac:chgData name="Soban Najam" userId="59c411b0-ccb7-4330-99a9-29cc04a2c185" providerId="ADAL" clId="{7175BE28-6B03-4995-88E8-34BBC4F1360E}" dt="2023-09-21T04:45:21.576" v="1174" actId="1036"/>
          <ac:spMkLst>
            <pc:docMk/>
            <pc:sldMk cId="3924721644" sldId="285"/>
            <ac:spMk id="129" creationId="{E46A2109-AF8A-33EF-CF2C-3E76019E3BE6}"/>
          </ac:spMkLst>
        </pc:spChg>
        <pc:spChg chg="mod">
          <ac:chgData name="Soban Najam" userId="59c411b0-ccb7-4330-99a9-29cc04a2c185" providerId="ADAL" clId="{7175BE28-6B03-4995-88E8-34BBC4F1360E}" dt="2023-09-21T04:45:21.576" v="1174" actId="1036"/>
          <ac:spMkLst>
            <pc:docMk/>
            <pc:sldMk cId="3924721644" sldId="285"/>
            <ac:spMk id="130" creationId="{DDAAD163-224D-7C78-E99A-9D5980F2B857}"/>
          </ac:spMkLst>
        </pc:spChg>
        <pc:spChg chg="mod">
          <ac:chgData name="Soban Najam" userId="59c411b0-ccb7-4330-99a9-29cc04a2c185" providerId="ADAL" clId="{7175BE28-6B03-4995-88E8-34BBC4F1360E}" dt="2023-09-21T04:45:21.576" v="1174" actId="1036"/>
          <ac:spMkLst>
            <pc:docMk/>
            <pc:sldMk cId="3924721644" sldId="285"/>
            <ac:spMk id="131" creationId="{E7E7ADBF-98FC-8736-1FAD-B11179B0C79F}"/>
          </ac:spMkLst>
        </pc:spChg>
        <pc:spChg chg="mod">
          <ac:chgData name="Soban Najam" userId="59c411b0-ccb7-4330-99a9-29cc04a2c185" providerId="ADAL" clId="{7175BE28-6B03-4995-88E8-34BBC4F1360E}" dt="2023-09-21T04:45:21.576" v="1174" actId="1036"/>
          <ac:spMkLst>
            <pc:docMk/>
            <pc:sldMk cId="3924721644" sldId="285"/>
            <ac:spMk id="132" creationId="{79447FC8-7560-3277-B1D7-F48D9AED2728}"/>
          </ac:spMkLst>
        </pc:spChg>
        <pc:spChg chg="mod">
          <ac:chgData name="Soban Najam" userId="59c411b0-ccb7-4330-99a9-29cc04a2c185" providerId="ADAL" clId="{7175BE28-6B03-4995-88E8-34BBC4F1360E}" dt="2023-09-21T04:45:21.576" v="1174" actId="1036"/>
          <ac:spMkLst>
            <pc:docMk/>
            <pc:sldMk cId="3924721644" sldId="285"/>
            <ac:spMk id="133" creationId="{407E9A2C-99C3-F917-845F-41BB26FD3765}"/>
          </ac:spMkLst>
        </pc:spChg>
        <pc:spChg chg="mod">
          <ac:chgData name="Soban Najam" userId="59c411b0-ccb7-4330-99a9-29cc04a2c185" providerId="ADAL" clId="{7175BE28-6B03-4995-88E8-34BBC4F1360E}" dt="2023-09-21T04:45:21.576" v="1174" actId="1036"/>
          <ac:spMkLst>
            <pc:docMk/>
            <pc:sldMk cId="3924721644" sldId="285"/>
            <ac:spMk id="134" creationId="{DD84A6DA-4DF2-9FC0-3CEF-B974B91291BA}"/>
          </ac:spMkLst>
        </pc:spChg>
        <pc:spChg chg="mod">
          <ac:chgData name="Soban Najam" userId="59c411b0-ccb7-4330-99a9-29cc04a2c185" providerId="ADAL" clId="{7175BE28-6B03-4995-88E8-34BBC4F1360E}" dt="2023-09-21T04:45:21.576" v="1174" actId="1036"/>
          <ac:spMkLst>
            <pc:docMk/>
            <pc:sldMk cId="3924721644" sldId="285"/>
            <ac:spMk id="135" creationId="{FB107EBA-BC7E-AC89-4249-212B1870F796}"/>
          </ac:spMkLst>
        </pc:spChg>
        <pc:spChg chg="mod">
          <ac:chgData name="Soban Najam" userId="59c411b0-ccb7-4330-99a9-29cc04a2c185" providerId="ADAL" clId="{7175BE28-6B03-4995-88E8-34BBC4F1360E}" dt="2023-09-21T04:45:21.576" v="1174" actId="1036"/>
          <ac:spMkLst>
            <pc:docMk/>
            <pc:sldMk cId="3924721644" sldId="285"/>
            <ac:spMk id="136" creationId="{ACA01AE9-3E9F-AF4C-7506-E88A56790AF6}"/>
          </ac:spMkLst>
        </pc:spChg>
        <pc:spChg chg="mod">
          <ac:chgData name="Soban Najam" userId="59c411b0-ccb7-4330-99a9-29cc04a2c185" providerId="ADAL" clId="{7175BE28-6B03-4995-88E8-34BBC4F1360E}" dt="2023-09-21T04:45:21.576" v="1174" actId="1036"/>
          <ac:spMkLst>
            <pc:docMk/>
            <pc:sldMk cId="3924721644" sldId="285"/>
            <ac:spMk id="137" creationId="{1E152E54-C769-4ED3-A3D9-D22BD420759F}"/>
          </ac:spMkLst>
        </pc:spChg>
        <pc:spChg chg="mod">
          <ac:chgData name="Soban Najam" userId="59c411b0-ccb7-4330-99a9-29cc04a2c185" providerId="ADAL" clId="{7175BE28-6B03-4995-88E8-34BBC4F1360E}" dt="2023-09-21T04:45:21.576" v="1174" actId="1036"/>
          <ac:spMkLst>
            <pc:docMk/>
            <pc:sldMk cId="3924721644" sldId="285"/>
            <ac:spMk id="138" creationId="{17C8ED35-14B4-F3E2-520B-4CDAA746BAF3}"/>
          </ac:spMkLst>
        </pc:spChg>
        <pc:spChg chg="mod">
          <ac:chgData name="Soban Najam" userId="59c411b0-ccb7-4330-99a9-29cc04a2c185" providerId="ADAL" clId="{7175BE28-6B03-4995-88E8-34BBC4F1360E}" dt="2023-09-21T04:45:21.576" v="1174" actId="1036"/>
          <ac:spMkLst>
            <pc:docMk/>
            <pc:sldMk cId="3924721644" sldId="285"/>
            <ac:spMk id="139" creationId="{FE111292-E36A-5011-FA69-A0993B63265C}"/>
          </ac:spMkLst>
        </pc:spChg>
        <pc:spChg chg="mod">
          <ac:chgData name="Soban Najam" userId="59c411b0-ccb7-4330-99a9-29cc04a2c185" providerId="ADAL" clId="{7175BE28-6B03-4995-88E8-34BBC4F1360E}" dt="2023-09-21T04:45:21.576" v="1174" actId="1036"/>
          <ac:spMkLst>
            <pc:docMk/>
            <pc:sldMk cId="3924721644" sldId="285"/>
            <ac:spMk id="140" creationId="{F5D18EA5-9D59-F556-C8B6-2942CDF977C5}"/>
          </ac:spMkLst>
        </pc:spChg>
        <pc:spChg chg="mod">
          <ac:chgData name="Soban Najam" userId="59c411b0-ccb7-4330-99a9-29cc04a2c185" providerId="ADAL" clId="{7175BE28-6B03-4995-88E8-34BBC4F1360E}" dt="2023-09-21T04:45:21.576" v="1174" actId="1036"/>
          <ac:spMkLst>
            <pc:docMk/>
            <pc:sldMk cId="3924721644" sldId="285"/>
            <ac:spMk id="141" creationId="{060E3012-FE6E-7890-EA5A-81F938379D53}"/>
          </ac:spMkLst>
        </pc:spChg>
        <pc:spChg chg="mod">
          <ac:chgData name="Soban Najam" userId="59c411b0-ccb7-4330-99a9-29cc04a2c185" providerId="ADAL" clId="{7175BE28-6B03-4995-88E8-34BBC4F1360E}" dt="2023-09-21T04:45:21.576" v="1174" actId="1036"/>
          <ac:spMkLst>
            <pc:docMk/>
            <pc:sldMk cId="3924721644" sldId="285"/>
            <ac:spMk id="142" creationId="{807681A9-2C50-7ACB-6AF9-BCCE65ACCF49}"/>
          </ac:spMkLst>
        </pc:spChg>
        <pc:spChg chg="mod">
          <ac:chgData name="Soban Najam" userId="59c411b0-ccb7-4330-99a9-29cc04a2c185" providerId="ADAL" clId="{7175BE28-6B03-4995-88E8-34BBC4F1360E}" dt="2023-09-21T04:45:21.576" v="1174" actId="1036"/>
          <ac:spMkLst>
            <pc:docMk/>
            <pc:sldMk cId="3924721644" sldId="285"/>
            <ac:spMk id="143" creationId="{3008C18B-0DA9-A05E-2C68-34FE20EB34C6}"/>
          </ac:spMkLst>
        </pc:spChg>
        <pc:spChg chg="mod">
          <ac:chgData name="Soban Najam" userId="59c411b0-ccb7-4330-99a9-29cc04a2c185" providerId="ADAL" clId="{7175BE28-6B03-4995-88E8-34BBC4F1360E}" dt="2023-09-21T04:45:21.576" v="1174" actId="1036"/>
          <ac:spMkLst>
            <pc:docMk/>
            <pc:sldMk cId="3924721644" sldId="285"/>
            <ac:spMk id="144" creationId="{F1BC652E-A792-3B94-82D3-01A68F22153A}"/>
          </ac:spMkLst>
        </pc:spChg>
        <pc:spChg chg="mod">
          <ac:chgData name="Soban Najam" userId="59c411b0-ccb7-4330-99a9-29cc04a2c185" providerId="ADAL" clId="{7175BE28-6B03-4995-88E8-34BBC4F1360E}" dt="2023-09-21T04:45:21.576" v="1174" actId="1036"/>
          <ac:spMkLst>
            <pc:docMk/>
            <pc:sldMk cId="3924721644" sldId="285"/>
            <ac:spMk id="145" creationId="{B1D8C08C-835B-59D9-599B-1CD942C98F1B}"/>
          </ac:spMkLst>
        </pc:spChg>
        <pc:spChg chg="mod">
          <ac:chgData name="Soban Najam" userId="59c411b0-ccb7-4330-99a9-29cc04a2c185" providerId="ADAL" clId="{7175BE28-6B03-4995-88E8-34BBC4F1360E}" dt="2023-09-21T04:45:21.576" v="1174" actId="1036"/>
          <ac:spMkLst>
            <pc:docMk/>
            <pc:sldMk cId="3924721644" sldId="285"/>
            <ac:spMk id="146" creationId="{3B614AAA-4A6E-A954-D9D1-06D00B7CBBD0}"/>
          </ac:spMkLst>
        </pc:spChg>
        <pc:spChg chg="mod">
          <ac:chgData name="Soban Najam" userId="59c411b0-ccb7-4330-99a9-29cc04a2c185" providerId="ADAL" clId="{7175BE28-6B03-4995-88E8-34BBC4F1360E}" dt="2023-09-21T04:45:21.576" v="1174" actId="1036"/>
          <ac:spMkLst>
            <pc:docMk/>
            <pc:sldMk cId="3924721644" sldId="285"/>
            <ac:spMk id="147" creationId="{EA6560C7-E492-CD37-1E1E-C9950AE020D6}"/>
          </ac:spMkLst>
        </pc:spChg>
        <pc:spChg chg="mod">
          <ac:chgData name="Soban Najam" userId="59c411b0-ccb7-4330-99a9-29cc04a2c185" providerId="ADAL" clId="{7175BE28-6B03-4995-88E8-34BBC4F1360E}" dt="2023-09-21T04:45:21.576" v="1174" actId="1036"/>
          <ac:spMkLst>
            <pc:docMk/>
            <pc:sldMk cId="3924721644" sldId="285"/>
            <ac:spMk id="148" creationId="{1152239C-9C86-2683-7C02-BCF1E7064AA5}"/>
          </ac:spMkLst>
        </pc:spChg>
        <pc:spChg chg="mod">
          <ac:chgData name="Soban Najam" userId="59c411b0-ccb7-4330-99a9-29cc04a2c185" providerId="ADAL" clId="{7175BE28-6B03-4995-88E8-34BBC4F1360E}" dt="2023-09-21T04:45:21.576" v="1174" actId="1036"/>
          <ac:spMkLst>
            <pc:docMk/>
            <pc:sldMk cId="3924721644" sldId="285"/>
            <ac:spMk id="149" creationId="{71659476-2F23-6D05-302E-5E56034C5CD5}"/>
          </ac:spMkLst>
        </pc:spChg>
        <pc:spChg chg="mod">
          <ac:chgData name="Soban Najam" userId="59c411b0-ccb7-4330-99a9-29cc04a2c185" providerId="ADAL" clId="{7175BE28-6B03-4995-88E8-34BBC4F1360E}" dt="2023-09-21T04:45:21.576" v="1174" actId="1036"/>
          <ac:spMkLst>
            <pc:docMk/>
            <pc:sldMk cId="3924721644" sldId="285"/>
            <ac:spMk id="150" creationId="{0EC7CE26-5410-798B-0D0E-08E15074A9B6}"/>
          </ac:spMkLst>
        </pc:spChg>
        <pc:spChg chg="mod">
          <ac:chgData name="Soban Najam" userId="59c411b0-ccb7-4330-99a9-29cc04a2c185" providerId="ADAL" clId="{7175BE28-6B03-4995-88E8-34BBC4F1360E}" dt="2023-09-21T04:45:21.576" v="1174" actId="1036"/>
          <ac:spMkLst>
            <pc:docMk/>
            <pc:sldMk cId="3924721644" sldId="285"/>
            <ac:spMk id="151" creationId="{A3775531-696E-E406-D98B-10728CA6B6A5}"/>
          </ac:spMkLst>
        </pc:spChg>
        <pc:spChg chg="mod">
          <ac:chgData name="Soban Najam" userId="59c411b0-ccb7-4330-99a9-29cc04a2c185" providerId="ADAL" clId="{7175BE28-6B03-4995-88E8-34BBC4F1360E}" dt="2023-09-21T04:45:21.576" v="1174" actId="1036"/>
          <ac:spMkLst>
            <pc:docMk/>
            <pc:sldMk cId="3924721644" sldId="285"/>
            <ac:spMk id="152" creationId="{41E43D7D-0DD6-1029-606B-8B20143427EC}"/>
          </ac:spMkLst>
        </pc:spChg>
        <pc:spChg chg="mod">
          <ac:chgData name="Soban Najam" userId="59c411b0-ccb7-4330-99a9-29cc04a2c185" providerId="ADAL" clId="{7175BE28-6B03-4995-88E8-34BBC4F1360E}" dt="2023-09-21T04:45:21.576" v="1174" actId="1036"/>
          <ac:spMkLst>
            <pc:docMk/>
            <pc:sldMk cId="3924721644" sldId="285"/>
            <ac:spMk id="153" creationId="{9BF43F36-03B8-2190-8AFE-11FAAD58044C}"/>
          </ac:spMkLst>
        </pc:spChg>
        <pc:spChg chg="mod">
          <ac:chgData name="Soban Najam" userId="59c411b0-ccb7-4330-99a9-29cc04a2c185" providerId="ADAL" clId="{7175BE28-6B03-4995-88E8-34BBC4F1360E}" dt="2023-09-21T04:45:21.576" v="1174" actId="1036"/>
          <ac:spMkLst>
            <pc:docMk/>
            <pc:sldMk cId="3924721644" sldId="285"/>
            <ac:spMk id="154" creationId="{4640501A-4605-87F3-F54A-24F1018FD661}"/>
          </ac:spMkLst>
        </pc:spChg>
        <pc:spChg chg="mod">
          <ac:chgData name="Soban Najam" userId="59c411b0-ccb7-4330-99a9-29cc04a2c185" providerId="ADAL" clId="{7175BE28-6B03-4995-88E8-34BBC4F1360E}" dt="2023-09-21T04:45:21.576" v="1174" actId="1036"/>
          <ac:spMkLst>
            <pc:docMk/>
            <pc:sldMk cId="3924721644" sldId="285"/>
            <ac:spMk id="155" creationId="{B724C835-0945-9E41-6438-302D239C202F}"/>
          </ac:spMkLst>
        </pc:spChg>
        <pc:spChg chg="mod">
          <ac:chgData name="Soban Najam" userId="59c411b0-ccb7-4330-99a9-29cc04a2c185" providerId="ADAL" clId="{7175BE28-6B03-4995-88E8-34BBC4F1360E}" dt="2023-09-21T04:45:21.576" v="1174" actId="1036"/>
          <ac:spMkLst>
            <pc:docMk/>
            <pc:sldMk cId="3924721644" sldId="285"/>
            <ac:spMk id="156" creationId="{01AFBAFD-F6FE-F5E3-8F71-77E2CF68FBC6}"/>
          </ac:spMkLst>
        </pc:spChg>
        <pc:spChg chg="mod">
          <ac:chgData name="Soban Najam" userId="59c411b0-ccb7-4330-99a9-29cc04a2c185" providerId="ADAL" clId="{7175BE28-6B03-4995-88E8-34BBC4F1360E}" dt="2023-09-21T04:45:21.576" v="1174" actId="1036"/>
          <ac:spMkLst>
            <pc:docMk/>
            <pc:sldMk cId="3924721644" sldId="285"/>
            <ac:spMk id="157" creationId="{61BDAE63-7485-F76D-81E6-3AC27603E6A0}"/>
          </ac:spMkLst>
        </pc:spChg>
        <pc:spChg chg="mod">
          <ac:chgData name="Soban Najam" userId="59c411b0-ccb7-4330-99a9-29cc04a2c185" providerId="ADAL" clId="{7175BE28-6B03-4995-88E8-34BBC4F1360E}" dt="2023-09-21T04:45:21.576" v="1174" actId="1036"/>
          <ac:spMkLst>
            <pc:docMk/>
            <pc:sldMk cId="3924721644" sldId="285"/>
            <ac:spMk id="158" creationId="{30973D87-7F93-EA2A-BA3C-B7F4B6744D06}"/>
          </ac:spMkLst>
        </pc:spChg>
        <pc:spChg chg="mod">
          <ac:chgData name="Soban Najam" userId="59c411b0-ccb7-4330-99a9-29cc04a2c185" providerId="ADAL" clId="{7175BE28-6B03-4995-88E8-34BBC4F1360E}" dt="2023-09-21T04:45:21.576" v="1174" actId="1036"/>
          <ac:spMkLst>
            <pc:docMk/>
            <pc:sldMk cId="3924721644" sldId="285"/>
            <ac:spMk id="159" creationId="{DAAEC891-993F-25B8-1228-5CCB406837E3}"/>
          </ac:spMkLst>
        </pc:spChg>
        <pc:spChg chg="mod">
          <ac:chgData name="Soban Najam" userId="59c411b0-ccb7-4330-99a9-29cc04a2c185" providerId="ADAL" clId="{7175BE28-6B03-4995-88E8-34BBC4F1360E}" dt="2023-09-21T04:45:21.576" v="1174" actId="1036"/>
          <ac:spMkLst>
            <pc:docMk/>
            <pc:sldMk cId="3924721644" sldId="285"/>
            <ac:spMk id="160" creationId="{B484580C-CDFE-43C8-4893-C32ED470FB2C}"/>
          </ac:spMkLst>
        </pc:spChg>
        <pc:spChg chg="mod">
          <ac:chgData name="Soban Najam" userId="59c411b0-ccb7-4330-99a9-29cc04a2c185" providerId="ADAL" clId="{7175BE28-6B03-4995-88E8-34BBC4F1360E}" dt="2023-09-21T04:45:21.576" v="1174" actId="1036"/>
          <ac:spMkLst>
            <pc:docMk/>
            <pc:sldMk cId="3924721644" sldId="285"/>
            <ac:spMk id="161" creationId="{192D122A-D8CF-EAFE-D64D-FA2910430E51}"/>
          </ac:spMkLst>
        </pc:spChg>
        <pc:spChg chg="mod">
          <ac:chgData name="Soban Najam" userId="59c411b0-ccb7-4330-99a9-29cc04a2c185" providerId="ADAL" clId="{7175BE28-6B03-4995-88E8-34BBC4F1360E}" dt="2023-09-21T04:45:21.576" v="1174" actId="1036"/>
          <ac:spMkLst>
            <pc:docMk/>
            <pc:sldMk cId="3924721644" sldId="285"/>
            <ac:spMk id="162" creationId="{418C1614-8C23-2B73-868D-0D6686F3D2B4}"/>
          </ac:spMkLst>
        </pc:spChg>
        <pc:spChg chg="mod">
          <ac:chgData name="Soban Najam" userId="59c411b0-ccb7-4330-99a9-29cc04a2c185" providerId="ADAL" clId="{7175BE28-6B03-4995-88E8-34BBC4F1360E}" dt="2023-09-21T04:45:21.576" v="1174" actId="1036"/>
          <ac:spMkLst>
            <pc:docMk/>
            <pc:sldMk cId="3924721644" sldId="285"/>
            <ac:spMk id="163" creationId="{9E1A0FA0-E70D-E9B7-BC02-217825311C08}"/>
          </ac:spMkLst>
        </pc:spChg>
        <pc:spChg chg="mod">
          <ac:chgData name="Soban Najam" userId="59c411b0-ccb7-4330-99a9-29cc04a2c185" providerId="ADAL" clId="{7175BE28-6B03-4995-88E8-34BBC4F1360E}" dt="2023-09-21T04:45:21.576" v="1174" actId="1036"/>
          <ac:spMkLst>
            <pc:docMk/>
            <pc:sldMk cId="3924721644" sldId="285"/>
            <ac:spMk id="164" creationId="{8617D71A-9216-5AC3-6EA7-3BBD77C5B96B}"/>
          </ac:spMkLst>
        </pc:spChg>
        <pc:spChg chg="mod">
          <ac:chgData name="Soban Najam" userId="59c411b0-ccb7-4330-99a9-29cc04a2c185" providerId="ADAL" clId="{7175BE28-6B03-4995-88E8-34BBC4F1360E}" dt="2023-09-21T04:45:21.576" v="1174" actId="1036"/>
          <ac:spMkLst>
            <pc:docMk/>
            <pc:sldMk cId="3924721644" sldId="285"/>
            <ac:spMk id="165" creationId="{7CCFDB0D-D84F-9503-FB8D-1E7D7EB777EE}"/>
          </ac:spMkLst>
        </pc:spChg>
        <pc:spChg chg="mod">
          <ac:chgData name="Soban Najam" userId="59c411b0-ccb7-4330-99a9-29cc04a2c185" providerId="ADAL" clId="{7175BE28-6B03-4995-88E8-34BBC4F1360E}" dt="2023-09-21T04:45:21.576" v="1174" actId="1036"/>
          <ac:spMkLst>
            <pc:docMk/>
            <pc:sldMk cId="3924721644" sldId="285"/>
            <ac:spMk id="166" creationId="{A7A1BF52-050C-D263-BD34-6476702ECCD2}"/>
          </ac:spMkLst>
        </pc:spChg>
        <pc:spChg chg="mod">
          <ac:chgData name="Soban Najam" userId="59c411b0-ccb7-4330-99a9-29cc04a2c185" providerId="ADAL" clId="{7175BE28-6B03-4995-88E8-34BBC4F1360E}" dt="2023-09-21T04:45:21.576" v="1174" actId="1036"/>
          <ac:spMkLst>
            <pc:docMk/>
            <pc:sldMk cId="3924721644" sldId="285"/>
            <ac:spMk id="167" creationId="{8B39B16E-6B41-5575-BBBB-C9E490E000BD}"/>
          </ac:spMkLst>
        </pc:spChg>
        <pc:spChg chg="mod">
          <ac:chgData name="Soban Najam" userId="59c411b0-ccb7-4330-99a9-29cc04a2c185" providerId="ADAL" clId="{7175BE28-6B03-4995-88E8-34BBC4F1360E}" dt="2023-09-21T04:45:21.576" v="1174" actId="1036"/>
          <ac:spMkLst>
            <pc:docMk/>
            <pc:sldMk cId="3924721644" sldId="285"/>
            <ac:spMk id="168" creationId="{97322495-B3FC-9156-8FB7-4EC9104F101C}"/>
          </ac:spMkLst>
        </pc:spChg>
        <pc:spChg chg="mod">
          <ac:chgData name="Soban Najam" userId="59c411b0-ccb7-4330-99a9-29cc04a2c185" providerId="ADAL" clId="{7175BE28-6B03-4995-88E8-34BBC4F1360E}" dt="2023-09-21T04:45:21.576" v="1174" actId="1036"/>
          <ac:spMkLst>
            <pc:docMk/>
            <pc:sldMk cId="3924721644" sldId="285"/>
            <ac:spMk id="169" creationId="{6F4644FA-19F5-DADF-2544-D191C2457E81}"/>
          </ac:spMkLst>
        </pc:spChg>
        <pc:spChg chg="mod">
          <ac:chgData name="Soban Najam" userId="59c411b0-ccb7-4330-99a9-29cc04a2c185" providerId="ADAL" clId="{7175BE28-6B03-4995-88E8-34BBC4F1360E}" dt="2023-09-21T04:45:21.576" v="1174" actId="1036"/>
          <ac:spMkLst>
            <pc:docMk/>
            <pc:sldMk cId="3924721644" sldId="285"/>
            <ac:spMk id="170" creationId="{6CB95271-908F-5BB4-23CB-21293C35D931}"/>
          </ac:spMkLst>
        </pc:spChg>
        <pc:spChg chg="mod">
          <ac:chgData name="Soban Najam" userId="59c411b0-ccb7-4330-99a9-29cc04a2c185" providerId="ADAL" clId="{7175BE28-6B03-4995-88E8-34BBC4F1360E}" dt="2023-09-21T04:45:21.576" v="1174" actId="1036"/>
          <ac:spMkLst>
            <pc:docMk/>
            <pc:sldMk cId="3924721644" sldId="285"/>
            <ac:spMk id="171" creationId="{84C09A15-92A4-3EEB-1B32-E6FE43A62E7F}"/>
          </ac:spMkLst>
        </pc:spChg>
        <pc:spChg chg="mod">
          <ac:chgData name="Soban Najam" userId="59c411b0-ccb7-4330-99a9-29cc04a2c185" providerId="ADAL" clId="{7175BE28-6B03-4995-88E8-34BBC4F1360E}" dt="2023-09-21T04:45:21.576" v="1174" actId="1036"/>
          <ac:spMkLst>
            <pc:docMk/>
            <pc:sldMk cId="3924721644" sldId="285"/>
            <ac:spMk id="172" creationId="{CBFA0B55-4738-5ED6-2F46-732A7DFA6AEC}"/>
          </ac:spMkLst>
        </pc:spChg>
        <pc:spChg chg="mod">
          <ac:chgData name="Soban Najam" userId="59c411b0-ccb7-4330-99a9-29cc04a2c185" providerId="ADAL" clId="{7175BE28-6B03-4995-88E8-34BBC4F1360E}" dt="2023-09-21T04:45:21.576" v="1174" actId="1036"/>
          <ac:spMkLst>
            <pc:docMk/>
            <pc:sldMk cId="3924721644" sldId="285"/>
            <ac:spMk id="173" creationId="{A356B80B-9C3F-1B36-B8E7-27600F64FDCC}"/>
          </ac:spMkLst>
        </pc:spChg>
        <pc:spChg chg="mod">
          <ac:chgData name="Soban Najam" userId="59c411b0-ccb7-4330-99a9-29cc04a2c185" providerId="ADAL" clId="{7175BE28-6B03-4995-88E8-34BBC4F1360E}" dt="2023-09-21T04:45:21.576" v="1174" actId="1036"/>
          <ac:spMkLst>
            <pc:docMk/>
            <pc:sldMk cId="3924721644" sldId="285"/>
            <ac:spMk id="174" creationId="{0CC26F5A-11F9-4834-2C95-919083014AF5}"/>
          </ac:spMkLst>
        </pc:spChg>
        <pc:spChg chg="mod">
          <ac:chgData name="Soban Najam" userId="59c411b0-ccb7-4330-99a9-29cc04a2c185" providerId="ADAL" clId="{7175BE28-6B03-4995-88E8-34BBC4F1360E}" dt="2023-09-21T04:45:21.576" v="1174" actId="1036"/>
          <ac:spMkLst>
            <pc:docMk/>
            <pc:sldMk cId="3924721644" sldId="285"/>
            <ac:spMk id="175" creationId="{88B88873-E135-2FEE-C8D3-15344B68102F}"/>
          </ac:spMkLst>
        </pc:spChg>
        <pc:spChg chg="mod">
          <ac:chgData name="Soban Najam" userId="59c411b0-ccb7-4330-99a9-29cc04a2c185" providerId="ADAL" clId="{7175BE28-6B03-4995-88E8-34BBC4F1360E}" dt="2023-09-21T04:45:21.576" v="1174" actId="1036"/>
          <ac:spMkLst>
            <pc:docMk/>
            <pc:sldMk cId="3924721644" sldId="285"/>
            <ac:spMk id="176" creationId="{9E9EC9FE-976D-A51B-F79E-A88F5CBA3534}"/>
          </ac:spMkLst>
        </pc:spChg>
        <pc:spChg chg="mod">
          <ac:chgData name="Soban Najam" userId="59c411b0-ccb7-4330-99a9-29cc04a2c185" providerId="ADAL" clId="{7175BE28-6B03-4995-88E8-34BBC4F1360E}" dt="2023-09-21T04:45:21.576" v="1174" actId="1036"/>
          <ac:spMkLst>
            <pc:docMk/>
            <pc:sldMk cId="3924721644" sldId="285"/>
            <ac:spMk id="177" creationId="{D822597B-25FF-52B4-C7C6-F0518ADE6D6C}"/>
          </ac:spMkLst>
        </pc:spChg>
        <pc:spChg chg="mod">
          <ac:chgData name="Soban Najam" userId="59c411b0-ccb7-4330-99a9-29cc04a2c185" providerId="ADAL" clId="{7175BE28-6B03-4995-88E8-34BBC4F1360E}" dt="2023-09-21T04:45:21.576" v="1174" actId="1036"/>
          <ac:spMkLst>
            <pc:docMk/>
            <pc:sldMk cId="3924721644" sldId="285"/>
            <ac:spMk id="178" creationId="{552D3B9B-0A1C-12E4-60EA-7E34460E394B}"/>
          </ac:spMkLst>
        </pc:spChg>
        <pc:spChg chg="mod">
          <ac:chgData name="Soban Najam" userId="59c411b0-ccb7-4330-99a9-29cc04a2c185" providerId="ADAL" clId="{7175BE28-6B03-4995-88E8-34BBC4F1360E}" dt="2023-09-21T04:45:21.576" v="1174" actId="1036"/>
          <ac:spMkLst>
            <pc:docMk/>
            <pc:sldMk cId="3924721644" sldId="285"/>
            <ac:spMk id="179" creationId="{36BAAE59-882F-545A-CBF2-3A4EEF57EEE8}"/>
          </ac:spMkLst>
        </pc:spChg>
        <pc:spChg chg="mod">
          <ac:chgData name="Soban Najam" userId="59c411b0-ccb7-4330-99a9-29cc04a2c185" providerId="ADAL" clId="{7175BE28-6B03-4995-88E8-34BBC4F1360E}" dt="2023-09-21T04:45:21.576" v="1174" actId="1036"/>
          <ac:spMkLst>
            <pc:docMk/>
            <pc:sldMk cId="3924721644" sldId="285"/>
            <ac:spMk id="180" creationId="{3204797F-DF8A-36E1-0526-3BAE2D280630}"/>
          </ac:spMkLst>
        </pc:spChg>
        <pc:spChg chg="mod">
          <ac:chgData name="Soban Najam" userId="59c411b0-ccb7-4330-99a9-29cc04a2c185" providerId="ADAL" clId="{7175BE28-6B03-4995-88E8-34BBC4F1360E}" dt="2023-09-21T04:45:21.576" v="1174" actId="1036"/>
          <ac:spMkLst>
            <pc:docMk/>
            <pc:sldMk cId="3924721644" sldId="285"/>
            <ac:spMk id="181" creationId="{27069A84-5576-C9E1-7A5D-D05FB06AE41E}"/>
          </ac:spMkLst>
        </pc:spChg>
        <pc:spChg chg="mod">
          <ac:chgData name="Soban Najam" userId="59c411b0-ccb7-4330-99a9-29cc04a2c185" providerId="ADAL" clId="{7175BE28-6B03-4995-88E8-34BBC4F1360E}" dt="2023-09-21T04:45:21.576" v="1174" actId="1036"/>
          <ac:spMkLst>
            <pc:docMk/>
            <pc:sldMk cId="3924721644" sldId="285"/>
            <ac:spMk id="182" creationId="{5849DD94-1EFA-6A20-A97C-C33FCA56BA56}"/>
          </ac:spMkLst>
        </pc:spChg>
        <pc:spChg chg="mod">
          <ac:chgData name="Soban Najam" userId="59c411b0-ccb7-4330-99a9-29cc04a2c185" providerId="ADAL" clId="{7175BE28-6B03-4995-88E8-34BBC4F1360E}" dt="2023-09-21T04:45:21.576" v="1174" actId="1036"/>
          <ac:spMkLst>
            <pc:docMk/>
            <pc:sldMk cId="3924721644" sldId="285"/>
            <ac:spMk id="183" creationId="{BB78A270-4083-9D79-D08C-729C900C39DA}"/>
          </ac:spMkLst>
        </pc:spChg>
        <pc:spChg chg="mod">
          <ac:chgData name="Soban Najam" userId="59c411b0-ccb7-4330-99a9-29cc04a2c185" providerId="ADAL" clId="{7175BE28-6B03-4995-88E8-34BBC4F1360E}" dt="2023-09-21T04:45:21.576" v="1174" actId="1036"/>
          <ac:spMkLst>
            <pc:docMk/>
            <pc:sldMk cId="3924721644" sldId="285"/>
            <ac:spMk id="184" creationId="{C672D31C-F278-E10C-1B71-F35B1DFE2803}"/>
          </ac:spMkLst>
        </pc:spChg>
        <pc:spChg chg="mod">
          <ac:chgData name="Soban Najam" userId="59c411b0-ccb7-4330-99a9-29cc04a2c185" providerId="ADAL" clId="{7175BE28-6B03-4995-88E8-34BBC4F1360E}" dt="2023-09-21T04:45:21.576" v="1174" actId="1036"/>
          <ac:spMkLst>
            <pc:docMk/>
            <pc:sldMk cId="3924721644" sldId="285"/>
            <ac:spMk id="185" creationId="{D3124D28-45CF-ED9E-C6BB-2B2DB45F4F6C}"/>
          </ac:spMkLst>
        </pc:spChg>
        <pc:spChg chg="mod">
          <ac:chgData name="Soban Najam" userId="59c411b0-ccb7-4330-99a9-29cc04a2c185" providerId="ADAL" clId="{7175BE28-6B03-4995-88E8-34BBC4F1360E}" dt="2023-09-21T04:45:21.576" v="1174" actId="1036"/>
          <ac:spMkLst>
            <pc:docMk/>
            <pc:sldMk cId="3924721644" sldId="285"/>
            <ac:spMk id="186" creationId="{6A7CB6F7-C885-9693-CAD7-1117A9BF3F77}"/>
          </ac:spMkLst>
        </pc:spChg>
        <pc:spChg chg="mod">
          <ac:chgData name="Soban Najam" userId="59c411b0-ccb7-4330-99a9-29cc04a2c185" providerId="ADAL" clId="{7175BE28-6B03-4995-88E8-34BBC4F1360E}" dt="2023-09-21T04:45:21.576" v="1174" actId="1036"/>
          <ac:spMkLst>
            <pc:docMk/>
            <pc:sldMk cId="3924721644" sldId="285"/>
            <ac:spMk id="187" creationId="{3C0F31AF-F649-34EC-D504-83C6D2026B06}"/>
          </ac:spMkLst>
        </pc:spChg>
        <pc:spChg chg="mod">
          <ac:chgData name="Soban Najam" userId="59c411b0-ccb7-4330-99a9-29cc04a2c185" providerId="ADAL" clId="{7175BE28-6B03-4995-88E8-34BBC4F1360E}" dt="2023-09-21T04:45:21.576" v="1174" actId="1036"/>
          <ac:spMkLst>
            <pc:docMk/>
            <pc:sldMk cId="3924721644" sldId="285"/>
            <ac:spMk id="188" creationId="{E72BDDE2-D4EA-1E20-4587-758EBF23C2FE}"/>
          </ac:spMkLst>
        </pc:spChg>
        <pc:spChg chg="mod">
          <ac:chgData name="Soban Najam" userId="59c411b0-ccb7-4330-99a9-29cc04a2c185" providerId="ADAL" clId="{7175BE28-6B03-4995-88E8-34BBC4F1360E}" dt="2023-09-21T04:45:21.576" v="1174" actId="1036"/>
          <ac:spMkLst>
            <pc:docMk/>
            <pc:sldMk cId="3924721644" sldId="285"/>
            <ac:spMk id="189" creationId="{22C9A275-0E59-5F80-5085-03D969C1098E}"/>
          </ac:spMkLst>
        </pc:spChg>
        <pc:spChg chg="mod">
          <ac:chgData name="Soban Najam" userId="59c411b0-ccb7-4330-99a9-29cc04a2c185" providerId="ADAL" clId="{7175BE28-6B03-4995-88E8-34BBC4F1360E}" dt="2023-09-21T04:45:21.576" v="1174" actId="1036"/>
          <ac:spMkLst>
            <pc:docMk/>
            <pc:sldMk cId="3924721644" sldId="285"/>
            <ac:spMk id="190" creationId="{4329946D-293E-26C9-6DF1-E03F8A99CB7E}"/>
          </ac:spMkLst>
        </pc:spChg>
        <pc:spChg chg="mod">
          <ac:chgData name="Soban Najam" userId="59c411b0-ccb7-4330-99a9-29cc04a2c185" providerId="ADAL" clId="{7175BE28-6B03-4995-88E8-34BBC4F1360E}" dt="2023-09-21T04:45:21.576" v="1174" actId="1036"/>
          <ac:spMkLst>
            <pc:docMk/>
            <pc:sldMk cId="3924721644" sldId="285"/>
            <ac:spMk id="191" creationId="{A1FA6508-5673-AE48-7D87-C5C0EF4527A3}"/>
          </ac:spMkLst>
        </pc:spChg>
        <pc:spChg chg="mod">
          <ac:chgData name="Soban Najam" userId="59c411b0-ccb7-4330-99a9-29cc04a2c185" providerId="ADAL" clId="{7175BE28-6B03-4995-88E8-34BBC4F1360E}" dt="2023-09-21T04:45:21.576" v="1174" actId="1036"/>
          <ac:spMkLst>
            <pc:docMk/>
            <pc:sldMk cId="3924721644" sldId="285"/>
            <ac:spMk id="192" creationId="{A713B1C1-9D43-9AB1-5D08-0CA7D29E9EFA}"/>
          </ac:spMkLst>
        </pc:spChg>
        <pc:spChg chg="mod">
          <ac:chgData name="Soban Najam" userId="59c411b0-ccb7-4330-99a9-29cc04a2c185" providerId="ADAL" clId="{7175BE28-6B03-4995-88E8-34BBC4F1360E}" dt="2023-09-21T04:45:21.576" v="1174" actId="1036"/>
          <ac:spMkLst>
            <pc:docMk/>
            <pc:sldMk cId="3924721644" sldId="285"/>
            <ac:spMk id="193" creationId="{D1BC9A4F-9737-0AD2-2F00-92D08BD91AB5}"/>
          </ac:spMkLst>
        </pc:spChg>
        <pc:spChg chg="mod">
          <ac:chgData name="Soban Najam" userId="59c411b0-ccb7-4330-99a9-29cc04a2c185" providerId="ADAL" clId="{7175BE28-6B03-4995-88E8-34BBC4F1360E}" dt="2023-09-21T04:45:21.576" v="1174" actId="1036"/>
          <ac:spMkLst>
            <pc:docMk/>
            <pc:sldMk cId="3924721644" sldId="285"/>
            <ac:spMk id="194" creationId="{945DA2DC-C74B-6DF5-F48A-FFC28502568C}"/>
          </ac:spMkLst>
        </pc:spChg>
        <pc:spChg chg="mod">
          <ac:chgData name="Soban Najam" userId="59c411b0-ccb7-4330-99a9-29cc04a2c185" providerId="ADAL" clId="{7175BE28-6B03-4995-88E8-34BBC4F1360E}" dt="2023-09-21T04:45:21.576" v="1174" actId="1036"/>
          <ac:spMkLst>
            <pc:docMk/>
            <pc:sldMk cId="3924721644" sldId="285"/>
            <ac:spMk id="195" creationId="{A372DDFD-A50A-B35D-F8F8-38539B288FD8}"/>
          </ac:spMkLst>
        </pc:spChg>
        <pc:spChg chg="mod">
          <ac:chgData name="Soban Najam" userId="59c411b0-ccb7-4330-99a9-29cc04a2c185" providerId="ADAL" clId="{7175BE28-6B03-4995-88E8-34BBC4F1360E}" dt="2023-09-21T04:45:21.576" v="1174" actId="1036"/>
          <ac:spMkLst>
            <pc:docMk/>
            <pc:sldMk cId="3924721644" sldId="285"/>
            <ac:spMk id="196" creationId="{FCD3C341-591F-0E45-B3EA-2B9AD3C4332B}"/>
          </ac:spMkLst>
        </pc:spChg>
        <pc:spChg chg="mod">
          <ac:chgData name="Soban Najam" userId="59c411b0-ccb7-4330-99a9-29cc04a2c185" providerId="ADAL" clId="{7175BE28-6B03-4995-88E8-34BBC4F1360E}" dt="2023-09-21T04:45:21.576" v="1174" actId="1036"/>
          <ac:spMkLst>
            <pc:docMk/>
            <pc:sldMk cId="3924721644" sldId="285"/>
            <ac:spMk id="197" creationId="{EA35723C-C605-6BF1-2DF9-6C113E967A68}"/>
          </ac:spMkLst>
        </pc:spChg>
        <pc:spChg chg="mod">
          <ac:chgData name="Soban Najam" userId="59c411b0-ccb7-4330-99a9-29cc04a2c185" providerId="ADAL" clId="{7175BE28-6B03-4995-88E8-34BBC4F1360E}" dt="2023-09-21T04:45:21.576" v="1174" actId="1036"/>
          <ac:spMkLst>
            <pc:docMk/>
            <pc:sldMk cId="3924721644" sldId="285"/>
            <ac:spMk id="198" creationId="{8E15195C-5992-712C-9871-C7D9368F57B9}"/>
          </ac:spMkLst>
        </pc:spChg>
        <pc:spChg chg="mod">
          <ac:chgData name="Soban Najam" userId="59c411b0-ccb7-4330-99a9-29cc04a2c185" providerId="ADAL" clId="{7175BE28-6B03-4995-88E8-34BBC4F1360E}" dt="2023-09-21T04:45:21.576" v="1174" actId="1036"/>
          <ac:spMkLst>
            <pc:docMk/>
            <pc:sldMk cId="3924721644" sldId="285"/>
            <ac:spMk id="199" creationId="{D2683266-9E46-A958-CE5F-8258B544526C}"/>
          </ac:spMkLst>
        </pc:spChg>
        <pc:spChg chg="mod">
          <ac:chgData name="Soban Najam" userId="59c411b0-ccb7-4330-99a9-29cc04a2c185" providerId="ADAL" clId="{7175BE28-6B03-4995-88E8-34BBC4F1360E}" dt="2023-09-21T04:45:21.576" v="1174" actId="1036"/>
          <ac:spMkLst>
            <pc:docMk/>
            <pc:sldMk cId="3924721644" sldId="285"/>
            <ac:spMk id="200" creationId="{A29905DD-6F9D-D56D-74A6-D4047BC91948}"/>
          </ac:spMkLst>
        </pc:spChg>
        <pc:spChg chg="mod">
          <ac:chgData name="Soban Najam" userId="59c411b0-ccb7-4330-99a9-29cc04a2c185" providerId="ADAL" clId="{7175BE28-6B03-4995-88E8-34BBC4F1360E}" dt="2023-09-21T04:45:21.576" v="1174" actId="1036"/>
          <ac:spMkLst>
            <pc:docMk/>
            <pc:sldMk cId="3924721644" sldId="285"/>
            <ac:spMk id="207" creationId="{C05E282D-A3A2-6B30-1986-8B57EB1FADDF}"/>
          </ac:spMkLst>
        </pc:spChg>
        <pc:spChg chg="mod">
          <ac:chgData name="Soban Najam" userId="59c411b0-ccb7-4330-99a9-29cc04a2c185" providerId="ADAL" clId="{7175BE28-6B03-4995-88E8-34BBC4F1360E}" dt="2023-09-21T04:45:21.576" v="1174" actId="1036"/>
          <ac:spMkLst>
            <pc:docMk/>
            <pc:sldMk cId="3924721644" sldId="285"/>
            <ac:spMk id="208" creationId="{8A340FD5-7C80-415F-7877-B5E7BB109C8B}"/>
          </ac:spMkLst>
        </pc:spChg>
        <pc:spChg chg="mod">
          <ac:chgData name="Soban Najam" userId="59c411b0-ccb7-4330-99a9-29cc04a2c185" providerId="ADAL" clId="{7175BE28-6B03-4995-88E8-34BBC4F1360E}" dt="2023-09-21T04:45:21.576" v="1174" actId="1036"/>
          <ac:spMkLst>
            <pc:docMk/>
            <pc:sldMk cId="3924721644" sldId="285"/>
            <ac:spMk id="209" creationId="{A2E81AD1-2398-20AD-5B9B-B85447224854}"/>
          </ac:spMkLst>
        </pc:spChg>
        <pc:spChg chg="mod">
          <ac:chgData name="Soban Najam" userId="59c411b0-ccb7-4330-99a9-29cc04a2c185" providerId="ADAL" clId="{7175BE28-6B03-4995-88E8-34BBC4F1360E}" dt="2023-09-21T04:45:21.576" v="1174" actId="1036"/>
          <ac:spMkLst>
            <pc:docMk/>
            <pc:sldMk cId="3924721644" sldId="285"/>
            <ac:spMk id="210" creationId="{9A55DDE1-82A3-FB10-9C94-BFA86EE6F9C6}"/>
          </ac:spMkLst>
        </pc:spChg>
        <pc:spChg chg="mod">
          <ac:chgData name="Soban Najam" userId="59c411b0-ccb7-4330-99a9-29cc04a2c185" providerId="ADAL" clId="{7175BE28-6B03-4995-88E8-34BBC4F1360E}" dt="2023-09-21T04:45:21.576" v="1174" actId="1036"/>
          <ac:spMkLst>
            <pc:docMk/>
            <pc:sldMk cId="3924721644" sldId="285"/>
            <ac:spMk id="211" creationId="{6E959AE5-4E6B-853B-6774-BC428CFF10AC}"/>
          </ac:spMkLst>
        </pc:spChg>
        <pc:spChg chg="mod">
          <ac:chgData name="Soban Najam" userId="59c411b0-ccb7-4330-99a9-29cc04a2c185" providerId="ADAL" clId="{7175BE28-6B03-4995-88E8-34BBC4F1360E}" dt="2023-09-21T04:45:21.576" v="1174" actId="1036"/>
          <ac:spMkLst>
            <pc:docMk/>
            <pc:sldMk cId="3924721644" sldId="285"/>
            <ac:spMk id="212" creationId="{8F22759E-F027-A338-5F93-61C4EF85CD71}"/>
          </ac:spMkLst>
        </pc:spChg>
        <pc:spChg chg="mod">
          <ac:chgData name="Soban Najam" userId="59c411b0-ccb7-4330-99a9-29cc04a2c185" providerId="ADAL" clId="{7175BE28-6B03-4995-88E8-34BBC4F1360E}" dt="2023-09-21T04:45:21.576" v="1174" actId="1036"/>
          <ac:spMkLst>
            <pc:docMk/>
            <pc:sldMk cId="3924721644" sldId="285"/>
            <ac:spMk id="213" creationId="{ECCCF513-E581-C3A0-EC04-54D832F2C646}"/>
          </ac:spMkLst>
        </pc:spChg>
        <pc:spChg chg="mod">
          <ac:chgData name="Soban Najam" userId="59c411b0-ccb7-4330-99a9-29cc04a2c185" providerId="ADAL" clId="{7175BE28-6B03-4995-88E8-34BBC4F1360E}" dt="2023-09-21T04:45:21.576" v="1174" actId="1036"/>
          <ac:spMkLst>
            <pc:docMk/>
            <pc:sldMk cId="3924721644" sldId="285"/>
            <ac:spMk id="214" creationId="{DD054B02-09C5-130D-441C-F4755F14C495}"/>
          </ac:spMkLst>
        </pc:spChg>
        <pc:spChg chg="mod">
          <ac:chgData name="Soban Najam" userId="59c411b0-ccb7-4330-99a9-29cc04a2c185" providerId="ADAL" clId="{7175BE28-6B03-4995-88E8-34BBC4F1360E}" dt="2023-09-21T04:45:21.576" v="1174" actId="1036"/>
          <ac:spMkLst>
            <pc:docMk/>
            <pc:sldMk cId="3924721644" sldId="285"/>
            <ac:spMk id="215" creationId="{D3DDAB68-F547-F01B-D993-2EF4133714EA}"/>
          </ac:spMkLst>
        </pc:spChg>
        <pc:spChg chg="mod">
          <ac:chgData name="Soban Najam" userId="59c411b0-ccb7-4330-99a9-29cc04a2c185" providerId="ADAL" clId="{7175BE28-6B03-4995-88E8-34BBC4F1360E}" dt="2023-09-21T04:45:21.576" v="1174" actId="1036"/>
          <ac:spMkLst>
            <pc:docMk/>
            <pc:sldMk cId="3924721644" sldId="285"/>
            <ac:spMk id="216" creationId="{1F30DDC8-B61B-3B1F-B928-499EC52350B7}"/>
          </ac:spMkLst>
        </pc:spChg>
        <pc:spChg chg="mod">
          <ac:chgData name="Soban Najam" userId="59c411b0-ccb7-4330-99a9-29cc04a2c185" providerId="ADAL" clId="{7175BE28-6B03-4995-88E8-34BBC4F1360E}" dt="2023-09-21T04:45:21.576" v="1174" actId="1036"/>
          <ac:spMkLst>
            <pc:docMk/>
            <pc:sldMk cId="3924721644" sldId="285"/>
            <ac:spMk id="217" creationId="{3B28D487-3331-DFBB-94C1-64A8F489951D}"/>
          </ac:spMkLst>
        </pc:spChg>
        <pc:spChg chg="mod">
          <ac:chgData name="Soban Najam" userId="59c411b0-ccb7-4330-99a9-29cc04a2c185" providerId="ADAL" clId="{7175BE28-6B03-4995-88E8-34BBC4F1360E}" dt="2023-09-21T04:45:21.576" v="1174" actId="1036"/>
          <ac:spMkLst>
            <pc:docMk/>
            <pc:sldMk cId="3924721644" sldId="285"/>
            <ac:spMk id="218" creationId="{45915726-B5FD-71F0-94E9-B4050A894CC3}"/>
          </ac:spMkLst>
        </pc:spChg>
        <pc:spChg chg="mod">
          <ac:chgData name="Soban Najam" userId="59c411b0-ccb7-4330-99a9-29cc04a2c185" providerId="ADAL" clId="{7175BE28-6B03-4995-88E8-34BBC4F1360E}" dt="2023-09-21T04:45:21.576" v="1174" actId="1036"/>
          <ac:spMkLst>
            <pc:docMk/>
            <pc:sldMk cId="3924721644" sldId="285"/>
            <ac:spMk id="219" creationId="{F581C02E-B127-82B2-AE80-F45681DC8197}"/>
          </ac:spMkLst>
        </pc:spChg>
        <pc:spChg chg="mod">
          <ac:chgData name="Soban Najam" userId="59c411b0-ccb7-4330-99a9-29cc04a2c185" providerId="ADAL" clId="{7175BE28-6B03-4995-88E8-34BBC4F1360E}" dt="2023-09-21T04:45:21.576" v="1174" actId="1036"/>
          <ac:spMkLst>
            <pc:docMk/>
            <pc:sldMk cId="3924721644" sldId="285"/>
            <ac:spMk id="220" creationId="{E4479E2D-BB86-91AB-3D28-AAFF9772C960}"/>
          </ac:spMkLst>
        </pc:spChg>
        <pc:spChg chg="mod">
          <ac:chgData name="Soban Najam" userId="59c411b0-ccb7-4330-99a9-29cc04a2c185" providerId="ADAL" clId="{7175BE28-6B03-4995-88E8-34BBC4F1360E}" dt="2023-09-21T04:45:21.576" v="1174" actId="1036"/>
          <ac:spMkLst>
            <pc:docMk/>
            <pc:sldMk cId="3924721644" sldId="285"/>
            <ac:spMk id="221" creationId="{DC3BBDB9-EBB5-638C-1B58-E6B7B342D437}"/>
          </ac:spMkLst>
        </pc:spChg>
        <pc:spChg chg="mod">
          <ac:chgData name="Soban Najam" userId="59c411b0-ccb7-4330-99a9-29cc04a2c185" providerId="ADAL" clId="{7175BE28-6B03-4995-88E8-34BBC4F1360E}" dt="2023-09-21T04:45:21.576" v="1174" actId="1036"/>
          <ac:spMkLst>
            <pc:docMk/>
            <pc:sldMk cId="3924721644" sldId="285"/>
            <ac:spMk id="222" creationId="{471C3F4E-3FD6-515D-BFF1-E89909A911FE}"/>
          </ac:spMkLst>
        </pc:spChg>
        <pc:spChg chg="mod">
          <ac:chgData name="Soban Najam" userId="59c411b0-ccb7-4330-99a9-29cc04a2c185" providerId="ADAL" clId="{7175BE28-6B03-4995-88E8-34BBC4F1360E}" dt="2023-09-21T04:45:21.576" v="1174" actId="1036"/>
          <ac:spMkLst>
            <pc:docMk/>
            <pc:sldMk cId="3924721644" sldId="285"/>
            <ac:spMk id="223" creationId="{490EE5D6-64BD-4504-4FD2-8E61CF230EEB}"/>
          </ac:spMkLst>
        </pc:spChg>
        <pc:spChg chg="mod">
          <ac:chgData name="Soban Najam" userId="59c411b0-ccb7-4330-99a9-29cc04a2c185" providerId="ADAL" clId="{7175BE28-6B03-4995-88E8-34BBC4F1360E}" dt="2023-09-21T04:45:21.576" v="1174" actId="1036"/>
          <ac:spMkLst>
            <pc:docMk/>
            <pc:sldMk cId="3924721644" sldId="285"/>
            <ac:spMk id="224" creationId="{F500ACC5-267D-61CB-A726-1DCC04E0CB71}"/>
          </ac:spMkLst>
        </pc:spChg>
        <pc:spChg chg="mod">
          <ac:chgData name="Soban Najam" userId="59c411b0-ccb7-4330-99a9-29cc04a2c185" providerId="ADAL" clId="{7175BE28-6B03-4995-88E8-34BBC4F1360E}" dt="2023-09-21T04:45:21.576" v="1174" actId="1036"/>
          <ac:spMkLst>
            <pc:docMk/>
            <pc:sldMk cId="3924721644" sldId="285"/>
            <ac:spMk id="225" creationId="{CFD85EBA-C9F7-D5F1-14C2-8C801C075FE8}"/>
          </ac:spMkLst>
        </pc:spChg>
        <pc:spChg chg="mod">
          <ac:chgData name="Soban Najam" userId="59c411b0-ccb7-4330-99a9-29cc04a2c185" providerId="ADAL" clId="{7175BE28-6B03-4995-88E8-34BBC4F1360E}" dt="2023-09-21T04:45:21.576" v="1174" actId="1036"/>
          <ac:spMkLst>
            <pc:docMk/>
            <pc:sldMk cId="3924721644" sldId="285"/>
            <ac:spMk id="226" creationId="{1AC3405E-815A-6653-7709-C816CD95C5F6}"/>
          </ac:spMkLst>
        </pc:spChg>
        <pc:spChg chg="mod">
          <ac:chgData name="Soban Najam" userId="59c411b0-ccb7-4330-99a9-29cc04a2c185" providerId="ADAL" clId="{7175BE28-6B03-4995-88E8-34BBC4F1360E}" dt="2023-09-21T04:45:21.576" v="1174" actId="1036"/>
          <ac:spMkLst>
            <pc:docMk/>
            <pc:sldMk cId="3924721644" sldId="285"/>
            <ac:spMk id="227" creationId="{3E9917C7-53C7-EBC8-662F-5AAB8B0A4166}"/>
          </ac:spMkLst>
        </pc:spChg>
        <pc:spChg chg="mod">
          <ac:chgData name="Soban Najam" userId="59c411b0-ccb7-4330-99a9-29cc04a2c185" providerId="ADAL" clId="{7175BE28-6B03-4995-88E8-34BBC4F1360E}" dt="2023-09-21T04:45:21.576" v="1174" actId="1036"/>
          <ac:spMkLst>
            <pc:docMk/>
            <pc:sldMk cId="3924721644" sldId="285"/>
            <ac:spMk id="228" creationId="{2CE21A21-591C-9D5B-1E6D-CBDD03BC1791}"/>
          </ac:spMkLst>
        </pc:spChg>
        <pc:spChg chg="mod">
          <ac:chgData name="Soban Najam" userId="59c411b0-ccb7-4330-99a9-29cc04a2c185" providerId="ADAL" clId="{7175BE28-6B03-4995-88E8-34BBC4F1360E}" dt="2023-09-21T04:45:21.576" v="1174" actId="1036"/>
          <ac:spMkLst>
            <pc:docMk/>
            <pc:sldMk cId="3924721644" sldId="285"/>
            <ac:spMk id="229" creationId="{355A1601-AB84-BDCF-EDF0-0764DB714766}"/>
          </ac:spMkLst>
        </pc:spChg>
        <pc:spChg chg="mod">
          <ac:chgData name="Soban Najam" userId="59c411b0-ccb7-4330-99a9-29cc04a2c185" providerId="ADAL" clId="{7175BE28-6B03-4995-88E8-34BBC4F1360E}" dt="2023-09-21T04:45:21.576" v="1174" actId="1036"/>
          <ac:spMkLst>
            <pc:docMk/>
            <pc:sldMk cId="3924721644" sldId="285"/>
            <ac:spMk id="230" creationId="{6579D48D-9325-C9B5-2AA3-1A122C240A70}"/>
          </ac:spMkLst>
        </pc:spChg>
        <pc:spChg chg="mod">
          <ac:chgData name="Soban Najam" userId="59c411b0-ccb7-4330-99a9-29cc04a2c185" providerId="ADAL" clId="{7175BE28-6B03-4995-88E8-34BBC4F1360E}" dt="2023-09-21T04:45:21.576" v="1174" actId="1036"/>
          <ac:spMkLst>
            <pc:docMk/>
            <pc:sldMk cId="3924721644" sldId="285"/>
            <ac:spMk id="231" creationId="{049B3129-59A8-9F01-A437-02E446C32D58}"/>
          </ac:spMkLst>
        </pc:spChg>
        <pc:spChg chg="mod">
          <ac:chgData name="Soban Najam" userId="59c411b0-ccb7-4330-99a9-29cc04a2c185" providerId="ADAL" clId="{7175BE28-6B03-4995-88E8-34BBC4F1360E}" dt="2023-09-21T04:52:58.566" v="1400" actId="20577"/>
          <ac:spMkLst>
            <pc:docMk/>
            <pc:sldMk cId="3924721644" sldId="285"/>
            <ac:spMk id="232" creationId="{CE8886C8-4E9D-1C4A-3DC4-70C91DDD5916}"/>
          </ac:spMkLst>
        </pc:spChg>
        <pc:spChg chg="mod">
          <ac:chgData name="Soban Najam" userId="59c411b0-ccb7-4330-99a9-29cc04a2c185" providerId="ADAL" clId="{7175BE28-6B03-4995-88E8-34BBC4F1360E}" dt="2023-09-21T04:45:21.576" v="1174" actId="1036"/>
          <ac:spMkLst>
            <pc:docMk/>
            <pc:sldMk cId="3924721644" sldId="285"/>
            <ac:spMk id="233" creationId="{C5307FEA-D7DF-A162-2AD0-5BD4C6CA5194}"/>
          </ac:spMkLst>
        </pc:spChg>
        <pc:spChg chg="mod">
          <ac:chgData name="Soban Najam" userId="59c411b0-ccb7-4330-99a9-29cc04a2c185" providerId="ADAL" clId="{7175BE28-6B03-4995-88E8-34BBC4F1360E}" dt="2023-09-21T04:45:21.576" v="1174" actId="1036"/>
          <ac:spMkLst>
            <pc:docMk/>
            <pc:sldMk cId="3924721644" sldId="285"/>
            <ac:spMk id="235" creationId="{15822364-BAD1-5B94-F4DC-721BA28D0A7E}"/>
          </ac:spMkLst>
        </pc:spChg>
        <pc:spChg chg="mod">
          <ac:chgData name="Soban Najam" userId="59c411b0-ccb7-4330-99a9-29cc04a2c185" providerId="ADAL" clId="{7175BE28-6B03-4995-88E8-34BBC4F1360E}" dt="2023-09-21T04:45:21.576" v="1174" actId="1036"/>
          <ac:spMkLst>
            <pc:docMk/>
            <pc:sldMk cId="3924721644" sldId="285"/>
            <ac:spMk id="236" creationId="{D9810EC4-2F92-DADD-2F8B-83629826DD55}"/>
          </ac:spMkLst>
        </pc:spChg>
        <pc:spChg chg="mod">
          <ac:chgData name="Soban Najam" userId="59c411b0-ccb7-4330-99a9-29cc04a2c185" providerId="ADAL" clId="{7175BE28-6B03-4995-88E8-34BBC4F1360E}" dt="2023-09-21T04:45:21.576" v="1174" actId="1036"/>
          <ac:spMkLst>
            <pc:docMk/>
            <pc:sldMk cId="3924721644" sldId="285"/>
            <ac:spMk id="237" creationId="{0992DF4B-C602-3DBF-C7DE-B0266FDCA6F3}"/>
          </ac:spMkLst>
        </pc:spChg>
        <pc:spChg chg="mod">
          <ac:chgData name="Soban Najam" userId="59c411b0-ccb7-4330-99a9-29cc04a2c185" providerId="ADAL" clId="{7175BE28-6B03-4995-88E8-34BBC4F1360E}" dt="2023-09-21T04:45:21.576" v="1174" actId="1036"/>
          <ac:spMkLst>
            <pc:docMk/>
            <pc:sldMk cId="3924721644" sldId="285"/>
            <ac:spMk id="238" creationId="{D685D365-1831-85EF-2C3C-1429E547CF9E}"/>
          </ac:spMkLst>
        </pc:spChg>
        <pc:spChg chg="mod">
          <ac:chgData name="Soban Najam" userId="59c411b0-ccb7-4330-99a9-29cc04a2c185" providerId="ADAL" clId="{7175BE28-6B03-4995-88E8-34BBC4F1360E}" dt="2023-09-21T04:45:21.576" v="1174" actId="1036"/>
          <ac:spMkLst>
            <pc:docMk/>
            <pc:sldMk cId="3924721644" sldId="285"/>
            <ac:spMk id="239" creationId="{E885EC11-5D33-7884-65DB-D0B325B7BE9D}"/>
          </ac:spMkLst>
        </pc:spChg>
        <pc:spChg chg="mod">
          <ac:chgData name="Soban Najam" userId="59c411b0-ccb7-4330-99a9-29cc04a2c185" providerId="ADAL" clId="{7175BE28-6B03-4995-88E8-34BBC4F1360E}" dt="2023-09-21T04:45:21.576" v="1174" actId="1036"/>
          <ac:spMkLst>
            <pc:docMk/>
            <pc:sldMk cId="3924721644" sldId="285"/>
            <ac:spMk id="241" creationId="{66AECEFB-DC40-5AED-ADCC-0F791FAC4A2E}"/>
          </ac:spMkLst>
        </pc:spChg>
        <pc:spChg chg="mod">
          <ac:chgData name="Soban Najam" userId="59c411b0-ccb7-4330-99a9-29cc04a2c185" providerId="ADAL" clId="{7175BE28-6B03-4995-88E8-34BBC4F1360E}" dt="2023-09-21T04:52:47.228" v="1396" actId="20577"/>
          <ac:spMkLst>
            <pc:docMk/>
            <pc:sldMk cId="3924721644" sldId="285"/>
            <ac:spMk id="243" creationId="{E2E09865-AF96-D737-52EE-CF01C4E1ABA9}"/>
          </ac:spMkLst>
        </pc:spChg>
        <pc:spChg chg="mod">
          <ac:chgData name="Soban Najam" userId="59c411b0-ccb7-4330-99a9-29cc04a2c185" providerId="ADAL" clId="{7175BE28-6B03-4995-88E8-34BBC4F1360E}" dt="2023-09-21T04:45:21.576" v="1174" actId="1036"/>
          <ac:spMkLst>
            <pc:docMk/>
            <pc:sldMk cId="3924721644" sldId="285"/>
            <ac:spMk id="244" creationId="{0C45057A-FA82-1F08-7079-08953F5467D1}"/>
          </ac:spMkLst>
        </pc:spChg>
        <pc:spChg chg="mod">
          <ac:chgData name="Soban Najam" userId="59c411b0-ccb7-4330-99a9-29cc04a2c185" providerId="ADAL" clId="{7175BE28-6B03-4995-88E8-34BBC4F1360E}" dt="2023-09-21T04:45:21.576" v="1174" actId="1036"/>
          <ac:spMkLst>
            <pc:docMk/>
            <pc:sldMk cId="3924721644" sldId="285"/>
            <ac:spMk id="245" creationId="{B58E105A-3C32-DFCF-86D1-6B99624B5665}"/>
          </ac:spMkLst>
        </pc:spChg>
        <pc:spChg chg="mod">
          <ac:chgData name="Soban Najam" userId="59c411b0-ccb7-4330-99a9-29cc04a2c185" providerId="ADAL" clId="{7175BE28-6B03-4995-88E8-34BBC4F1360E}" dt="2023-09-21T04:45:21.576" v="1174" actId="1036"/>
          <ac:spMkLst>
            <pc:docMk/>
            <pc:sldMk cId="3924721644" sldId="285"/>
            <ac:spMk id="246" creationId="{BA1B901E-E641-665E-076C-F1EC1F2791BD}"/>
          </ac:spMkLst>
        </pc:spChg>
        <pc:spChg chg="mod">
          <ac:chgData name="Soban Najam" userId="59c411b0-ccb7-4330-99a9-29cc04a2c185" providerId="ADAL" clId="{7175BE28-6B03-4995-88E8-34BBC4F1360E}" dt="2023-09-21T04:45:21.576" v="1174" actId="1036"/>
          <ac:spMkLst>
            <pc:docMk/>
            <pc:sldMk cId="3924721644" sldId="285"/>
            <ac:spMk id="247" creationId="{0802CB4B-41FD-A5F4-20E1-B1C338A5A265}"/>
          </ac:spMkLst>
        </pc:spChg>
        <pc:spChg chg="mod">
          <ac:chgData name="Soban Najam" userId="59c411b0-ccb7-4330-99a9-29cc04a2c185" providerId="ADAL" clId="{7175BE28-6B03-4995-88E8-34BBC4F1360E}" dt="2023-09-21T04:45:21.576" v="1174" actId="1036"/>
          <ac:spMkLst>
            <pc:docMk/>
            <pc:sldMk cId="3924721644" sldId="285"/>
            <ac:spMk id="248" creationId="{601174EE-7B17-95B4-F90D-F81106C29982}"/>
          </ac:spMkLst>
        </pc:spChg>
        <pc:spChg chg="mod">
          <ac:chgData name="Soban Najam" userId="59c411b0-ccb7-4330-99a9-29cc04a2c185" providerId="ADAL" clId="{7175BE28-6B03-4995-88E8-34BBC4F1360E}" dt="2023-09-21T04:45:21.576" v="1174" actId="1036"/>
          <ac:spMkLst>
            <pc:docMk/>
            <pc:sldMk cId="3924721644" sldId="285"/>
            <ac:spMk id="249" creationId="{5C2EBAB9-B0B4-BCB4-986D-558465B64200}"/>
          </ac:spMkLst>
        </pc:spChg>
        <pc:spChg chg="mod">
          <ac:chgData name="Soban Najam" userId="59c411b0-ccb7-4330-99a9-29cc04a2c185" providerId="ADAL" clId="{7175BE28-6B03-4995-88E8-34BBC4F1360E}" dt="2023-09-21T04:45:21.576" v="1174" actId="1036"/>
          <ac:spMkLst>
            <pc:docMk/>
            <pc:sldMk cId="3924721644" sldId="285"/>
            <ac:spMk id="250" creationId="{BD8CFCF8-C218-8F03-B929-0314CD4EC086}"/>
          </ac:spMkLst>
        </pc:spChg>
        <pc:spChg chg="mod">
          <ac:chgData name="Soban Najam" userId="59c411b0-ccb7-4330-99a9-29cc04a2c185" providerId="ADAL" clId="{7175BE28-6B03-4995-88E8-34BBC4F1360E}" dt="2023-09-21T04:45:21.576" v="1174" actId="1036"/>
          <ac:spMkLst>
            <pc:docMk/>
            <pc:sldMk cId="3924721644" sldId="285"/>
            <ac:spMk id="251" creationId="{BA5DAFC3-7ABB-C5B8-021E-A7CE32430EA4}"/>
          </ac:spMkLst>
        </pc:spChg>
        <pc:spChg chg="mod">
          <ac:chgData name="Soban Najam" userId="59c411b0-ccb7-4330-99a9-29cc04a2c185" providerId="ADAL" clId="{7175BE28-6B03-4995-88E8-34BBC4F1360E}" dt="2023-09-21T04:45:21.576" v="1174" actId="1036"/>
          <ac:spMkLst>
            <pc:docMk/>
            <pc:sldMk cId="3924721644" sldId="285"/>
            <ac:spMk id="252" creationId="{6121412C-96D0-E00A-A1D3-D7CC33F721C3}"/>
          </ac:spMkLst>
        </pc:spChg>
        <pc:spChg chg="mod">
          <ac:chgData name="Soban Najam" userId="59c411b0-ccb7-4330-99a9-29cc04a2c185" providerId="ADAL" clId="{7175BE28-6B03-4995-88E8-34BBC4F1360E}" dt="2023-09-21T04:45:21.576" v="1174" actId="1036"/>
          <ac:spMkLst>
            <pc:docMk/>
            <pc:sldMk cId="3924721644" sldId="285"/>
            <ac:spMk id="253" creationId="{A69AB9E0-C291-5E7A-2D9A-EDFA064A3090}"/>
          </ac:spMkLst>
        </pc:spChg>
        <pc:spChg chg="mod">
          <ac:chgData name="Soban Najam" userId="59c411b0-ccb7-4330-99a9-29cc04a2c185" providerId="ADAL" clId="{7175BE28-6B03-4995-88E8-34BBC4F1360E}" dt="2023-09-21T04:45:21.576" v="1174" actId="1036"/>
          <ac:spMkLst>
            <pc:docMk/>
            <pc:sldMk cId="3924721644" sldId="285"/>
            <ac:spMk id="254" creationId="{C781D67B-4A77-7B47-5DBE-3BAF8A25AFFE}"/>
          </ac:spMkLst>
        </pc:spChg>
        <pc:spChg chg="mod">
          <ac:chgData name="Soban Najam" userId="59c411b0-ccb7-4330-99a9-29cc04a2c185" providerId="ADAL" clId="{7175BE28-6B03-4995-88E8-34BBC4F1360E}" dt="2023-09-21T04:45:21.576" v="1174" actId="1036"/>
          <ac:spMkLst>
            <pc:docMk/>
            <pc:sldMk cId="3924721644" sldId="285"/>
            <ac:spMk id="255" creationId="{678AE85A-4287-4DE8-11B1-EB09632275FA}"/>
          </ac:spMkLst>
        </pc:spChg>
        <pc:spChg chg="mod">
          <ac:chgData name="Soban Najam" userId="59c411b0-ccb7-4330-99a9-29cc04a2c185" providerId="ADAL" clId="{7175BE28-6B03-4995-88E8-34BBC4F1360E}" dt="2023-09-21T04:45:21.576" v="1174" actId="1036"/>
          <ac:spMkLst>
            <pc:docMk/>
            <pc:sldMk cId="3924721644" sldId="285"/>
            <ac:spMk id="256" creationId="{FDCCAF88-62A3-FA0F-32FD-3D63AF117667}"/>
          </ac:spMkLst>
        </pc:spChg>
        <pc:spChg chg="mod">
          <ac:chgData name="Soban Najam" userId="59c411b0-ccb7-4330-99a9-29cc04a2c185" providerId="ADAL" clId="{7175BE28-6B03-4995-88E8-34BBC4F1360E}" dt="2023-09-21T04:45:21.576" v="1174" actId="1036"/>
          <ac:spMkLst>
            <pc:docMk/>
            <pc:sldMk cId="3924721644" sldId="285"/>
            <ac:spMk id="257" creationId="{A86812D6-2DBA-1E99-7FF9-9175249274F1}"/>
          </ac:spMkLst>
        </pc:spChg>
        <pc:spChg chg="mod">
          <ac:chgData name="Soban Najam" userId="59c411b0-ccb7-4330-99a9-29cc04a2c185" providerId="ADAL" clId="{7175BE28-6B03-4995-88E8-34BBC4F1360E}" dt="2023-09-21T04:45:21.576" v="1174" actId="1036"/>
          <ac:spMkLst>
            <pc:docMk/>
            <pc:sldMk cId="3924721644" sldId="285"/>
            <ac:spMk id="258" creationId="{AF2E9DE1-42E0-9556-24E3-F7A6F3877369}"/>
          </ac:spMkLst>
        </pc:spChg>
        <pc:spChg chg="mod">
          <ac:chgData name="Soban Najam" userId="59c411b0-ccb7-4330-99a9-29cc04a2c185" providerId="ADAL" clId="{7175BE28-6B03-4995-88E8-34BBC4F1360E}" dt="2023-09-21T04:45:21.576" v="1174" actId="1036"/>
          <ac:spMkLst>
            <pc:docMk/>
            <pc:sldMk cId="3924721644" sldId="285"/>
            <ac:spMk id="259" creationId="{0EF6D97E-465D-708B-4796-919A1276EB97}"/>
          </ac:spMkLst>
        </pc:spChg>
        <pc:spChg chg="mod">
          <ac:chgData name="Soban Najam" userId="59c411b0-ccb7-4330-99a9-29cc04a2c185" providerId="ADAL" clId="{7175BE28-6B03-4995-88E8-34BBC4F1360E}" dt="2023-09-21T04:45:21.576" v="1174" actId="1036"/>
          <ac:spMkLst>
            <pc:docMk/>
            <pc:sldMk cId="3924721644" sldId="285"/>
            <ac:spMk id="260" creationId="{10DA000B-2EFE-21A9-973E-A55B708D523B}"/>
          </ac:spMkLst>
        </pc:spChg>
        <pc:spChg chg="mod">
          <ac:chgData name="Soban Najam" userId="59c411b0-ccb7-4330-99a9-29cc04a2c185" providerId="ADAL" clId="{7175BE28-6B03-4995-88E8-34BBC4F1360E}" dt="2023-09-21T04:45:21.576" v="1174" actId="1036"/>
          <ac:spMkLst>
            <pc:docMk/>
            <pc:sldMk cId="3924721644" sldId="285"/>
            <ac:spMk id="261" creationId="{27FBE1CA-B565-4E5A-3362-87EAD9767C7B}"/>
          </ac:spMkLst>
        </pc:spChg>
        <pc:spChg chg="mod">
          <ac:chgData name="Soban Najam" userId="59c411b0-ccb7-4330-99a9-29cc04a2c185" providerId="ADAL" clId="{7175BE28-6B03-4995-88E8-34BBC4F1360E}" dt="2023-09-21T04:45:21.576" v="1174" actId="1036"/>
          <ac:spMkLst>
            <pc:docMk/>
            <pc:sldMk cId="3924721644" sldId="285"/>
            <ac:spMk id="262" creationId="{6F37E278-A0A4-C58E-7B56-10C5FA8954F4}"/>
          </ac:spMkLst>
        </pc:spChg>
        <pc:spChg chg="mod">
          <ac:chgData name="Soban Najam" userId="59c411b0-ccb7-4330-99a9-29cc04a2c185" providerId="ADAL" clId="{7175BE28-6B03-4995-88E8-34BBC4F1360E}" dt="2023-09-21T04:45:21.576" v="1174" actId="1036"/>
          <ac:spMkLst>
            <pc:docMk/>
            <pc:sldMk cId="3924721644" sldId="285"/>
            <ac:spMk id="263" creationId="{8CDE5408-6D91-8B6D-E1AE-17FB81B26A34}"/>
          </ac:spMkLst>
        </pc:spChg>
        <pc:spChg chg="mod">
          <ac:chgData name="Soban Najam" userId="59c411b0-ccb7-4330-99a9-29cc04a2c185" providerId="ADAL" clId="{7175BE28-6B03-4995-88E8-34BBC4F1360E}" dt="2023-09-21T04:45:21.576" v="1174" actId="1036"/>
          <ac:spMkLst>
            <pc:docMk/>
            <pc:sldMk cId="3924721644" sldId="285"/>
            <ac:spMk id="264" creationId="{A261E36C-BF54-9AD7-F0CD-5537BCD35209}"/>
          </ac:spMkLst>
        </pc:spChg>
        <pc:spChg chg="mod">
          <ac:chgData name="Soban Najam" userId="59c411b0-ccb7-4330-99a9-29cc04a2c185" providerId="ADAL" clId="{7175BE28-6B03-4995-88E8-34BBC4F1360E}" dt="2023-09-21T04:45:21.576" v="1174" actId="1036"/>
          <ac:spMkLst>
            <pc:docMk/>
            <pc:sldMk cId="3924721644" sldId="285"/>
            <ac:spMk id="265" creationId="{67CE775A-CCAE-912C-292C-A968C4C412AD}"/>
          </ac:spMkLst>
        </pc:spChg>
        <pc:spChg chg="mod">
          <ac:chgData name="Soban Najam" userId="59c411b0-ccb7-4330-99a9-29cc04a2c185" providerId="ADAL" clId="{7175BE28-6B03-4995-88E8-34BBC4F1360E}" dt="2023-09-21T04:45:21.576" v="1174" actId="1036"/>
          <ac:spMkLst>
            <pc:docMk/>
            <pc:sldMk cId="3924721644" sldId="285"/>
            <ac:spMk id="266" creationId="{B4AE0862-A194-84A9-9EAA-20B4A51C3A3D}"/>
          </ac:spMkLst>
        </pc:spChg>
        <pc:spChg chg="mod">
          <ac:chgData name="Soban Najam" userId="59c411b0-ccb7-4330-99a9-29cc04a2c185" providerId="ADAL" clId="{7175BE28-6B03-4995-88E8-34BBC4F1360E}" dt="2023-09-21T04:45:21.576" v="1174" actId="1036"/>
          <ac:spMkLst>
            <pc:docMk/>
            <pc:sldMk cId="3924721644" sldId="285"/>
            <ac:spMk id="267" creationId="{998D4ACE-4ABA-1D2E-A2A2-2D7B73EC3D55}"/>
          </ac:spMkLst>
        </pc:spChg>
        <pc:spChg chg="mod">
          <ac:chgData name="Soban Najam" userId="59c411b0-ccb7-4330-99a9-29cc04a2c185" providerId="ADAL" clId="{7175BE28-6B03-4995-88E8-34BBC4F1360E}" dt="2023-09-21T04:45:21.576" v="1174" actId="1036"/>
          <ac:spMkLst>
            <pc:docMk/>
            <pc:sldMk cId="3924721644" sldId="285"/>
            <ac:spMk id="268" creationId="{4A51D6D2-A51A-E76C-FD45-29F9607DC0F5}"/>
          </ac:spMkLst>
        </pc:spChg>
        <pc:spChg chg="mod">
          <ac:chgData name="Soban Najam" userId="59c411b0-ccb7-4330-99a9-29cc04a2c185" providerId="ADAL" clId="{7175BE28-6B03-4995-88E8-34BBC4F1360E}" dt="2023-09-21T04:45:21.576" v="1174" actId="1036"/>
          <ac:spMkLst>
            <pc:docMk/>
            <pc:sldMk cId="3924721644" sldId="285"/>
            <ac:spMk id="270" creationId="{DED7DFE2-DC4D-A88E-83C6-BC5ADE37B433}"/>
          </ac:spMkLst>
        </pc:spChg>
        <pc:spChg chg="mod">
          <ac:chgData name="Soban Najam" userId="59c411b0-ccb7-4330-99a9-29cc04a2c185" providerId="ADAL" clId="{7175BE28-6B03-4995-88E8-34BBC4F1360E}" dt="2023-09-21T04:45:21.576" v="1174" actId="1036"/>
          <ac:spMkLst>
            <pc:docMk/>
            <pc:sldMk cId="3924721644" sldId="285"/>
            <ac:spMk id="271" creationId="{6670584A-F60A-DC26-9D11-5770590F3BD1}"/>
          </ac:spMkLst>
        </pc:spChg>
        <pc:spChg chg="mod">
          <ac:chgData name="Soban Najam" userId="59c411b0-ccb7-4330-99a9-29cc04a2c185" providerId="ADAL" clId="{7175BE28-6B03-4995-88E8-34BBC4F1360E}" dt="2023-09-21T04:45:21.576" v="1174" actId="1036"/>
          <ac:spMkLst>
            <pc:docMk/>
            <pc:sldMk cId="3924721644" sldId="285"/>
            <ac:spMk id="272" creationId="{DA3D1410-0EC3-0B34-3BBC-E265C110CF8B}"/>
          </ac:spMkLst>
        </pc:spChg>
        <pc:spChg chg="mod">
          <ac:chgData name="Soban Najam" userId="59c411b0-ccb7-4330-99a9-29cc04a2c185" providerId="ADAL" clId="{7175BE28-6B03-4995-88E8-34BBC4F1360E}" dt="2023-09-21T04:45:21.576" v="1174" actId="1036"/>
          <ac:spMkLst>
            <pc:docMk/>
            <pc:sldMk cId="3924721644" sldId="285"/>
            <ac:spMk id="273" creationId="{29656047-CCAC-9E3C-6F3D-419952B34DBB}"/>
          </ac:spMkLst>
        </pc:spChg>
        <pc:spChg chg="mod">
          <ac:chgData name="Soban Najam" userId="59c411b0-ccb7-4330-99a9-29cc04a2c185" providerId="ADAL" clId="{7175BE28-6B03-4995-88E8-34BBC4F1360E}" dt="2023-09-21T04:45:21.576" v="1174" actId="1036"/>
          <ac:spMkLst>
            <pc:docMk/>
            <pc:sldMk cId="3924721644" sldId="285"/>
            <ac:spMk id="274" creationId="{BE7071AE-98E7-7B27-7D2C-43EB932016D6}"/>
          </ac:spMkLst>
        </pc:spChg>
        <pc:spChg chg="mod">
          <ac:chgData name="Soban Najam" userId="59c411b0-ccb7-4330-99a9-29cc04a2c185" providerId="ADAL" clId="{7175BE28-6B03-4995-88E8-34BBC4F1360E}" dt="2023-09-21T04:45:21.576" v="1174" actId="1036"/>
          <ac:spMkLst>
            <pc:docMk/>
            <pc:sldMk cId="3924721644" sldId="285"/>
            <ac:spMk id="275" creationId="{206D089C-5FA5-1002-829E-1E212B7BD1AF}"/>
          </ac:spMkLst>
        </pc:spChg>
        <pc:spChg chg="mod">
          <ac:chgData name="Soban Najam" userId="59c411b0-ccb7-4330-99a9-29cc04a2c185" providerId="ADAL" clId="{7175BE28-6B03-4995-88E8-34BBC4F1360E}" dt="2023-09-21T04:45:21.576" v="1174" actId="1036"/>
          <ac:spMkLst>
            <pc:docMk/>
            <pc:sldMk cId="3924721644" sldId="285"/>
            <ac:spMk id="276" creationId="{CD902AC0-816F-374B-9B50-66614B35124E}"/>
          </ac:spMkLst>
        </pc:spChg>
        <pc:spChg chg="mod">
          <ac:chgData name="Soban Najam" userId="59c411b0-ccb7-4330-99a9-29cc04a2c185" providerId="ADAL" clId="{7175BE28-6B03-4995-88E8-34BBC4F1360E}" dt="2023-09-21T04:45:21.576" v="1174" actId="1036"/>
          <ac:spMkLst>
            <pc:docMk/>
            <pc:sldMk cId="3924721644" sldId="285"/>
            <ac:spMk id="277" creationId="{53FD6320-7128-C70B-1C81-2F47BA10C8C0}"/>
          </ac:spMkLst>
        </pc:spChg>
        <pc:spChg chg="mod">
          <ac:chgData name="Soban Najam" userId="59c411b0-ccb7-4330-99a9-29cc04a2c185" providerId="ADAL" clId="{7175BE28-6B03-4995-88E8-34BBC4F1360E}" dt="2023-09-21T04:45:21.576" v="1174" actId="1036"/>
          <ac:spMkLst>
            <pc:docMk/>
            <pc:sldMk cId="3924721644" sldId="285"/>
            <ac:spMk id="278" creationId="{8C7E1BBD-EA49-970C-DA3B-7D72F59471A7}"/>
          </ac:spMkLst>
        </pc:spChg>
        <pc:spChg chg="mod">
          <ac:chgData name="Soban Najam" userId="59c411b0-ccb7-4330-99a9-29cc04a2c185" providerId="ADAL" clId="{7175BE28-6B03-4995-88E8-34BBC4F1360E}" dt="2023-09-21T04:45:21.576" v="1174" actId="1036"/>
          <ac:spMkLst>
            <pc:docMk/>
            <pc:sldMk cId="3924721644" sldId="285"/>
            <ac:spMk id="279" creationId="{99D96CC8-0DD0-A141-D5F4-7ABAEAC0F81B}"/>
          </ac:spMkLst>
        </pc:spChg>
        <pc:spChg chg="mod">
          <ac:chgData name="Soban Najam" userId="59c411b0-ccb7-4330-99a9-29cc04a2c185" providerId="ADAL" clId="{7175BE28-6B03-4995-88E8-34BBC4F1360E}" dt="2023-09-21T04:45:21.576" v="1174" actId="1036"/>
          <ac:spMkLst>
            <pc:docMk/>
            <pc:sldMk cId="3924721644" sldId="285"/>
            <ac:spMk id="280" creationId="{7F7F30E8-7131-0799-4769-0706906B2F74}"/>
          </ac:spMkLst>
        </pc:spChg>
        <pc:spChg chg="mod">
          <ac:chgData name="Soban Najam" userId="59c411b0-ccb7-4330-99a9-29cc04a2c185" providerId="ADAL" clId="{7175BE28-6B03-4995-88E8-34BBC4F1360E}" dt="2023-09-21T04:45:21.576" v="1174" actId="1036"/>
          <ac:spMkLst>
            <pc:docMk/>
            <pc:sldMk cId="3924721644" sldId="285"/>
            <ac:spMk id="281" creationId="{67C71BFB-279C-CDC9-7CD2-54892E4A8DF8}"/>
          </ac:spMkLst>
        </pc:spChg>
        <pc:spChg chg="mod">
          <ac:chgData name="Soban Najam" userId="59c411b0-ccb7-4330-99a9-29cc04a2c185" providerId="ADAL" clId="{7175BE28-6B03-4995-88E8-34BBC4F1360E}" dt="2023-09-21T04:45:21.576" v="1174" actId="1036"/>
          <ac:spMkLst>
            <pc:docMk/>
            <pc:sldMk cId="3924721644" sldId="285"/>
            <ac:spMk id="282" creationId="{C4829B69-A247-B08F-CC04-6FD4920E02D7}"/>
          </ac:spMkLst>
        </pc:spChg>
        <pc:spChg chg="mod">
          <ac:chgData name="Soban Najam" userId="59c411b0-ccb7-4330-99a9-29cc04a2c185" providerId="ADAL" clId="{7175BE28-6B03-4995-88E8-34BBC4F1360E}" dt="2023-09-21T04:45:21.576" v="1174" actId="1036"/>
          <ac:spMkLst>
            <pc:docMk/>
            <pc:sldMk cId="3924721644" sldId="285"/>
            <ac:spMk id="283" creationId="{157B3B00-9A75-BC39-31F9-090DB84509B4}"/>
          </ac:spMkLst>
        </pc:spChg>
        <pc:spChg chg="mod">
          <ac:chgData name="Soban Najam" userId="59c411b0-ccb7-4330-99a9-29cc04a2c185" providerId="ADAL" clId="{7175BE28-6B03-4995-88E8-34BBC4F1360E}" dt="2023-09-21T04:45:21.576" v="1174" actId="1036"/>
          <ac:spMkLst>
            <pc:docMk/>
            <pc:sldMk cId="3924721644" sldId="285"/>
            <ac:spMk id="284" creationId="{9823CC4C-7DA4-A1D8-7608-8B395CB070DC}"/>
          </ac:spMkLst>
        </pc:spChg>
        <pc:spChg chg="mod">
          <ac:chgData name="Soban Najam" userId="59c411b0-ccb7-4330-99a9-29cc04a2c185" providerId="ADAL" clId="{7175BE28-6B03-4995-88E8-34BBC4F1360E}" dt="2023-09-21T04:45:21.576" v="1174" actId="1036"/>
          <ac:spMkLst>
            <pc:docMk/>
            <pc:sldMk cId="3924721644" sldId="285"/>
            <ac:spMk id="285" creationId="{1D27AE03-BDE9-23F9-7A96-66847219D8EE}"/>
          </ac:spMkLst>
        </pc:spChg>
        <pc:spChg chg="mod">
          <ac:chgData name="Soban Najam" userId="59c411b0-ccb7-4330-99a9-29cc04a2c185" providerId="ADAL" clId="{7175BE28-6B03-4995-88E8-34BBC4F1360E}" dt="2023-09-21T04:45:21.576" v="1174" actId="1036"/>
          <ac:spMkLst>
            <pc:docMk/>
            <pc:sldMk cId="3924721644" sldId="285"/>
            <ac:spMk id="286" creationId="{1D841548-B9C4-C758-BF3B-CEF1BE548D46}"/>
          </ac:spMkLst>
        </pc:spChg>
        <pc:spChg chg="mod">
          <ac:chgData name="Soban Najam" userId="59c411b0-ccb7-4330-99a9-29cc04a2c185" providerId="ADAL" clId="{7175BE28-6B03-4995-88E8-34BBC4F1360E}" dt="2023-09-21T04:45:21.576" v="1174" actId="1036"/>
          <ac:spMkLst>
            <pc:docMk/>
            <pc:sldMk cId="3924721644" sldId="285"/>
            <ac:spMk id="287" creationId="{52838EDA-2BF2-35A1-5F99-1C6905196A1B}"/>
          </ac:spMkLst>
        </pc:spChg>
        <pc:spChg chg="mod">
          <ac:chgData name="Soban Najam" userId="59c411b0-ccb7-4330-99a9-29cc04a2c185" providerId="ADAL" clId="{7175BE28-6B03-4995-88E8-34BBC4F1360E}" dt="2023-09-21T04:45:21.576" v="1174" actId="1036"/>
          <ac:spMkLst>
            <pc:docMk/>
            <pc:sldMk cId="3924721644" sldId="285"/>
            <ac:spMk id="288" creationId="{F4F52E2B-3E2C-7027-47C1-DD65B532F447}"/>
          </ac:spMkLst>
        </pc:spChg>
        <pc:spChg chg="mod">
          <ac:chgData name="Soban Najam" userId="59c411b0-ccb7-4330-99a9-29cc04a2c185" providerId="ADAL" clId="{7175BE28-6B03-4995-88E8-34BBC4F1360E}" dt="2023-09-21T04:45:21.576" v="1174" actId="1036"/>
          <ac:spMkLst>
            <pc:docMk/>
            <pc:sldMk cId="3924721644" sldId="285"/>
            <ac:spMk id="289" creationId="{0D27A23F-EA2F-0CBD-3E09-10D43B213E07}"/>
          </ac:spMkLst>
        </pc:spChg>
        <pc:spChg chg="mod">
          <ac:chgData name="Soban Najam" userId="59c411b0-ccb7-4330-99a9-29cc04a2c185" providerId="ADAL" clId="{7175BE28-6B03-4995-88E8-34BBC4F1360E}" dt="2023-09-21T04:45:21.576" v="1174" actId="1036"/>
          <ac:spMkLst>
            <pc:docMk/>
            <pc:sldMk cId="3924721644" sldId="285"/>
            <ac:spMk id="290" creationId="{ED639349-D5AA-08EF-B7EF-F266AA042F8D}"/>
          </ac:spMkLst>
        </pc:spChg>
        <pc:spChg chg="mod">
          <ac:chgData name="Soban Najam" userId="59c411b0-ccb7-4330-99a9-29cc04a2c185" providerId="ADAL" clId="{7175BE28-6B03-4995-88E8-34BBC4F1360E}" dt="2023-09-21T04:45:21.576" v="1174" actId="1036"/>
          <ac:spMkLst>
            <pc:docMk/>
            <pc:sldMk cId="3924721644" sldId="285"/>
            <ac:spMk id="291" creationId="{0053527D-ABF7-6E05-AE93-549C507C6F3F}"/>
          </ac:spMkLst>
        </pc:spChg>
        <pc:spChg chg="mod">
          <ac:chgData name="Soban Najam" userId="59c411b0-ccb7-4330-99a9-29cc04a2c185" providerId="ADAL" clId="{7175BE28-6B03-4995-88E8-34BBC4F1360E}" dt="2023-09-21T04:45:21.576" v="1174" actId="1036"/>
          <ac:spMkLst>
            <pc:docMk/>
            <pc:sldMk cId="3924721644" sldId="285"/>
            <ac:spMk id="292" creationId="{77C17F9B-C249-7027-0AF4-F54274B8193F}"/>
          </ac:spMkLst>
        </pc:spChg>
        <pc:spChg chg="mod">
          <ac:chgData name="Soban Najam" userId="59c411b0-ccb7-4330-99a9-29cc04a2c185" providerId="ADAL" clId="{7175BE28-6B03-4995-88E8-34BBC4F1360E}" dt="2023-09-21T04:45:21.576" v="1174" actId="1036"/>
          <ac:spMkLst>
            <pc:docMk/>
            <pc:sldMk cId="3924721644" sldId="285"/>
            <ac:spMk id="293" creationId="{54C8966B-1350-5C0F-07EE-A97FB8B5C80C}"/>
          </ac:spMkLst>
        </pc:spChg>
        <pc:spChg chg="mod">
          <ac:chgData name="Soban Najam" userId="59c411b0-ccb7-4330-99a9-29cc04a2c185" providerId="ADAL" clId="{7175BE28-6B03-4995-88E8-34BBC4F1360E}" dt="2023-09-21T04:45:21.576" v="1174" actId="1036"/>
          <ac:spMkLst>
            <pc:docMk/>
            <pc:sldMk cId="3924721644" sldId="285"/>
            <ac:spMk id="294" creationId="{54EB67E0-9E9E-21FB-B614-9168B14DE4D0}"/>
          </ac:spMkLst>
        </pc:spChg>
        <pc:spChg chg="mod">
          <ac:chgData name="Soban Najam" userId="59c411b0-ccb7-4330-99a9-29cc04a2c185" providerId="ADAL" clId="{7175BE28-6B03-4995-88E8-34BBC4F1360E}" dt="2023-09-21T04:45:21.576" v="1174" actId="1036"/>
          <ac:spMkLst>
            <pc:docMk/>
            <pc:sldMk cId="3924721644" sldId="285"/>
            <ac:spMk id="295" creationId="{A8DDE943-C3BC-7B66-9922-644FE6B7DDD3}"/>
          </ac:spMkLst>
        </pc:spChg>
        <pc:spChg chg="mod">
          <ac:chgData name="Soban Najam" userId="59c411b0-ccb7-4330-99a9-29cc04a2c185" providerId="ADAL" clId="{7175BE28-6B03-4995-88E8-34BBC4F1360E}" dt="2023-09-21T04:45:21.576" v="1174" actId="1036"/>
          <ac:spMkLst>
            <pc:docMk/>
            <pc:sldMk cId="3924721644" sldId="285"/>
            <ac:spMk id="296" creationId="{9ECD041E-A782-B5C5-3778-DA1E51CF7D47}"/>
          </ac:spMkLst>
        </pc:spChg>
        <pc:spChg chg="mod">
          <ac:chgData name="Soban Najam" userId="59c411b0-ccb7-4330-99a9-29cc04a2c185" providerId="ADAL" clId="{7175BE28-6B03-4995-88E8-34BBC4F1360E}" dt="2023-09-21T04:45:21.576" v="1174" actId="1036"/>
          <ac:spMkLst>
            <pc:docMk/>
            <pc:sldMk cId="3924721644" sldId="285"/>
            <ac:spMk id="297" creationId="{873A8B1C-C820-6917-F921-4229DC693A3F}"/>
          </ac:spMkLst>
        </pc:spChg>
        <pc:spChg chg="mod">
          <ac:chgData name="Soban Najam" userId="59c411b0-ccb7-4330-99a9-29cc04a2c185" providerId="ADAL" clId="{7175BE28-6B03-4995-88E8-34BBC4F1360E}" dt="2023-09-21T04:45:21.576" v="1174" actId="1036"/>
          <ac:spMkLst>
            <pc:docMk/>
            <pc:sldMk cId="3924721644" sldId="285"/>
            <ac:spMk id="298" creationId="{6769407A-EC24-73F3-CD45-03F30DD8AE8B}"/>
          </ac:spMkLst>
        </pc:spChg>
        <pc:spChg chg="mod">
          <ac:chgData name="Soban Najam" userId="59c411b0-ccb7-4330-99a9-29cc04a2c185" providerId="ADAL" clId="{7175BE28-6B03-4995-88E8-34BBC4F1360E}" dt="2023-09-21T04:45:21.576" v="1174" actId="1036"/>
          <ac:spMkLst>
            <pc:docMk/>
            <pc:sldMk cId="3924721644" sldId="285"/>
            <ac:spMk id="299" creationId="{256CD8B3-A14B-F6A8-6E16-77E5AE8A9FFE}"/>
          </ac:spMkLst>
        </pc:spChg>
        <pc:spChg chg="mod">
          <ac:chgData name="Soban Najam" userId="59c411b0-ccb7-4330-99a9-29cc04a2c185" providerId="ADAL" clId="{7175BE28-6B03-4995-88E8-34BBC4F1360E}" dt="2023-09-21T04:45:21.576" v="1174" actId="1036"/>
          <ac:spMkLst>
            <pc:docMk/>
            <pc:sldMk cId="3924721644" sldId="285"/>
            <ac:spMk id="300" creationId="{C57F142D-47FD-FCC2-8D91-EC4BCD270D34}"/>
          </ac:spMkLst>
        </pc:spChg>
        <pc:spChg chg="mod">
          <ac:chgData name="Soban Najam" userId="59c411b0-ccb7-4330-99a9-29cc04a2c185" providerId="ADAL" clId="{7175BE28-6B03-4995-88E8-34BBC4F1360E}" dt="2023-09-21T04:45:21.576" v="1174" actId="1036"/>
          <ac:spMkLst>
            <pc:docMk/>
            <pc:sldMk cId="3924721644" sldId="285"/>
            <ac:spMk id="301" creationId="{B10F4CCF-EA73-5471-D153-429310C9DEB1}"/>
          </ac:spMkLst>
        </pc:spChg>
        <pc:spChg chg="mod">
          <ac:chgData name="Soban Najam" userId="59c411b0-ccb7-4330-99a9-29cc04a2c185" providerId="ADAL" clId="{7175BE28-6B03-4995-88E8-34BBC4F1360E}" dt="2023-09-21T04:45:21.576" v="1174" actId="1036"/>
          <ac:spMkLst>
            <pc:docMk/>
            <pc:sldMk cId="3924721644" sldId="285"/>
            <ac:spMk id="302" creationId="{67A2FF11-37D4-911B-809B-48236B0EBFDD}"/>
          </ac:spMkLst>
        </pc:spChg>
        <pc:spChg chg="mod">
          <ac:chgData name="Soban Najam" userId="59c411b0-ccb7-4330-99a9-29cc04a2c185" providerId="ADAL" clId="{7175BE28-6B03-4995-88E8-34BBC4F1360E}" dt="2023-09-21T04:45:21.576" v="1174" actId="1036"/>
          <ac:spMkLst>
            <pc:docMk/>
            <pc:sldMk cId="3924721644" sldId="285"/>
            <ac:spMk id="303" creationId="{39776DAD-D82F-F844-2B1B-4ED161EC15CF}"/>
          </ac:spMkLst>
        </pc:spChg>
        <pc:spChg chg="mod">
          <ac:chgData name="Soban Najam" userId="59c411b0-ccb7-4330-99a9-29cc04a2c185" providerId="ADAL" clId="{7175BE28-6B03-4995-88E8-34BBC4F1360E}" dt="2023-09-21T04:45:21.576" v="1174" actId="1036"/>
          <ac:spMkLst>
            <pc:docMk/>
            <pc:sldMk cId="3924721644" sldId="285"/>
            <ac:spMk id="304" creationId="{0250C84B-FB2B-CCC0-191A-97300B27C75D}"/>
          </ac:spMkLst>
        </pc:spChg>
        <pc:spChg chg="mod">
          <ac:chgData name="Soban Najam" userId="59c411b0-ccb7-4330-99a9-29cc04a2c185" providerId="ADAL" clId="{7175BE28-6B03-4995-88E8-34BBC4F1360E}" dt="2023-09-21T04:45:21.576" v="1174" actId="1036"/>
          <ac:spMkLst>
            <pc:docMk/>
            <pc:sldMk cId="3924721644" sldId="285"/>
            <ac:spMk id="305" creationId="{5705B133-44C0-658F-8D4A-6C19FA0044D7}"/>
          </ac:spMkLst>
        </pc:spChg>
        <pc:spChg chg="mod">
          <ac:chgData name="Soban Najam" userId="59c411b0-ccb7-4330-99a9-29cc04a2c185" providerId="ADAL" clId="{7175BE28-6B03-4995-88E8-34BBC4F1360E}" dt="2023-09-21T04:45:21.576" v="1174" actId="1036"/>
          <ac:spMkLst>
            <pc:docMk/>
            <pc:sldMk cId="3924721644" sldId="285"/>
            <ac:spMk id="306" creationId="{6CC183BE-EF26-4ED9-DFCE-52763F873F6F}"/>
          </ac:spMkLst>
        </pc:spChg>
        <pc:spChg chg="mod">
          <ac:chgData name="Soban Najam" userId="59c411b0-ccb7-4330-99a9-29cc04a2c185" providerId="ADAL" clId="{7175BE28-6B03-4995-88E8-34BBC4F1360E}" dt="2023-09-21T04:45:21.576" v="1174" actId="1036"/>
          <ac:spMkLst>
            <pc:docMk/>
            <pc:sldMk cId="3924721644" sldId="285"/>
            <ac:spMk id="307" creationId="{72609781-7BB9-1A58-6FC4-96D5E6B1F76A}"/>
          </ac:spMkLst>
        </pc:spChg>
        <pc:spChg chg="mod">
          <ac:chgData name="Soban Najam" userId="59c411b0-ccb7-4330-99a9-29cc04a2c185" providerId="ADAL" clId="{7175BE28-6B03-4995-88E8-34BBC4F1360E}" dt="2023-09-21T04:45:21.576" v="1174" actId="1036"/>
          <ac:spMkLst>
            <pc:docMk/>
            <pc:sldMk cId="3924721644" sldId="285"/>
            <ac:spMk id="308" creationId="{C8C8E766-1A53-299A-2262-FC42FB0E04B8}"/>
          </ac:spMkLst>
        </pc:spChg>
        <pc:spChg chg="mod">
          <ac:chgData name="Soban Najam" userId="59c411b0-ccb7-4330-99a9-29cc04a2c185" providerId="ADAL" clId="{7175BE28-6B03-4995-88E8-34BBC4F1360E}" dt="2023-09-21T04:45:21.576" v="1174" actId="1036"/>
          <ac:spMkLst>
            <pc:docMk/>
            <pc:sldMk cId="3924721644" sldId="285"/>
            <ac:spMk id="309" creationId="{70E4706F-5838-7858-8253-8DA60A2F5E60}"/>
          </ac:spMkLst>
        </pc:spChg>
        <pc:spChg chg="mod">
          <ac:chgData name="Soban Najam" userId="59c411b0-ccb7-4330-99a9-29cc04a2c185" providerId="ADAL" clId="{7175BE28-6B03-4995-88E8-34BBC4F1360E}" dt="2023-09-21T04:45:21.576" v="1174" actId="1036"/>
          <ac:spMkLst>
            <pc:docMk/>
            <pc:sldMk cId="3924721644" sldId="285"/>
            <ac:spMk id="310" creationId="{C8E4C35B-02B9-409C-EED7-C2503E7507BE}"/>
          </ac:spMkLst>
        </pc:spChg>
        <pc:spChg chg="mod">
          <ac:chgData name="Soban Najam" userId="59c411b0-ccb7-4330-99a9-29cc04a2c185" providerId="ADAL" clId="{7175BE28-6B03-4995-88E8-34BBC4F1360E}" dt="2023-09-21T04:45:21.576" v="1174" actId="1036"/>
          <ac:spMkLst>
            <pc:docMk/>
            <pc:sldMk cId="3924721644" sldId="285"/>
            <ac:spMk id="311" creationId="{519F07C9-EB23-DB3D-4465-A6ECBE6DC486}"/>
          </ac:spMkLst>
        </pc:spChg>
        <pc:spChg chg="mod">
          <ac:chgData name="Soban Najam" userId="59c411b0-ccb7-4330-99a9-29cc04a2c185" providerId="ADAL" clId="{7175BE28-6B03-4995-88E8-34BBC4F1360E}" dt="2023-09-21T04:45:21.576" v="1174" actId="1036"/>
          <ac:spMkLst>
            <pc:docMk/>
            <pc:sldMk cId="3924721644" sldId="285"/>
            <ac:spMk id="312" creationId="{246F7B11-ED97-66DA-2164-89C8309C8FE3}"/>
          </ac:spMkLst>
        </pc:spChg>
        <pc:spChg chg="mod">
          <ac:chgData name="Soban Najam" userId="59c411b0-ccb7-4330-99a9-29cc04a2c185" providerId="ADAL" clId="{7175BE28-6B03-4995-88E8-34BBC4F1360E}" dt="2023-09-21T04:45:21.576" v="1174" actId="1036"/>
          <ac:spMkLst>
            <pc:docMk/>
            <pc:sldMk cId="3924721644" sldId="285"/>
            <ac:spMk id="313" creationId="{486F7C5D-F65B-E42F-48C7-E94F1996B8B8}"/>
          </ac:spMkLst>
        </pc:spChg>
        <pc:spChg chg="mod">
          <ac:chgData name="Soban Najam" userId="59c411b0-ccb7-4330-99a9-29cc04a2c185" providerId="ADAL" clId="{7175BE28-6B03-4995-88E8-34BBC4F1360E}" dt="2023-09-21T04:45:21.576" v="1174" actId="1036"/>
          <ac:spMkLst>
            <pc:docMk/>
            <pc:sldMk cId="3924721644" sldId="285"/>
            <ac:spMk id="314" creationId="{69831298-54F0-A486-6E7C-40FC68DB9493}"/>
          </ac:spMkLst>
        </pc:spChg>
        <pc:spChg chg="mod">
          <ac:chgData name="Soban Najam" userId="59c411b0-ccb7-4330-99a9-29cc04a2c185" providerId="ADAL" clId="{7175BE28-6B03-4995-88E8-34BBC4F1360E}" dt="2023-09-21T04:45:21.576" v="1174" actId="1036"/>
          <ac:spMkLst>
            <pc:docMk/>
            <pc:sldMk cId="3924721644" sldId="285"/>
            <ac:spMk id="315" creationId="{716B1C58-CF02-D26F-A3C7-9DB39F686B9C}"/>
          </ac:spMkLst>
        </pc:spChg>
        <pc:spChg chg="mod">
          <ac:chgData name="Soban Najam" userId="59c411b0-ccb7-4330-99a9-29cc04a2c185" providerId="ADAL" clId="{7175BE28-6B03-4995-88E8-34BBC4F1360E}" dt="2023-09-21T04:45:21.576" v="1174" actId="1036"/>
          <ac:spMkLst>
            <pc:docMk/>
            <pc:sldMk cId="3924721644" sldId="285"/>
            <ac:spMk id="316" creationId="{85681EB3-4D69-ADBA-CF14-9F453680910C}"/>
          </ac:spMkLst>
        </pc:spChg>
        <pc:spChg chg="mod">
          <ac:chgData name="Soban Najam" userId="59c411b0-ccb7-4330-99a9-29cc04a2c185" providerId="ADAL" clId="{7175BE28-6B03-4995-88E8-34BBC4F1360E}" dt="2023-09-21T04:45:21.576" v="1174" actId="1036"/>
          <ac:spMkLst>
            <pc:docMk/>
            <pc:sldMk cId="3924721644" sldId="285"/>
            <ac:spMk id="317" creationId="{B4F39477-133C-F41F-5B9E-AB3A2C9DA457}"/>
          </ac:spMkLst>
        </pc:spChg>
        <pc:spChg chg="mod">
          <ac:chgData name="Soban Najam" userId="59c411b0-ccb7-4330-99a9-29cc04a2c185" providerId="ADAL" clId="{7175BE28-6B03-4995-88E8-34BBC4F1360E}" dt="2023-09-21T04:45:21.576" v="1174" actId="1036"/>
          <ac:spMkLst>
            <pc:docMk/>
            <pc:sldMk cId="3924721644" sldId="285"/>
            <ac:spMk id="318" creationId="{654AB9B0-36E9-4D1B-7427-B9CE4C19D325}"/>
          </ac:spMkLst>
        </pc:spChg>
        <pc:spChg chg="mod">
          <ac:chgData name="Soban Najam" userId="59c411b0-ccb7-4330-99a9-29cc04a2c185" providerId="ADAL" clId="{7175BE28-6B03-4995-88E8-34BBC4F1360E}" dt="2023-09-21T04:45:21.576" v="1174" actId="1036"/>
          <ac:spMkLst>
            <pc:docMk/>
            <pc:sldMk cId="3924721644" sldId="285"/>
            <ac:spMk id="319" creationId="{18433EAF-AC64-B114-38DF-BCB8147A8CDE}"/>
          </ac:spMkLst>
        </pc:spChg>
        <pc:spChg chg="mod">
          <ac:chgData name="Soban Najam" userId="59c411b0-ccb7-4330-99a9-29cc04a2c185" providerId="ADAL" clId="{7175BE28-6B03-4995-88E8-34BBC4F1360E}" dt="2023-09-21T04:45:21.576" v="1174" actId="1036"/>
          <ac:spMkLst>
            <pc:docMk/>
            <pc:sldMk cId="3924721644" sldId="285"/>
            <ac:spMk id="320" creationId="{71C1FECF-8769-DAEA-B9FF-DB9C72F6EB1D}"/>
          </ac:spMkLst>
        </pc:spChg>
        <pc:spChg chg="mod">
          <ac:chgData name="Soban Najam" userId="59c411b0-ccb7-4330-99a9-29cc04a2c185" providerId="ADAL" clId="{7175BE28-6B03-4995-88E8-34BBC4F1360E}" dt="2023-09-21T04:45:21.576" v="1174" actId="1036"/>
          <ac:spMkLst>
            <pc:docMk/>
            <pc:sldMk cId="3924721644" sldId="285"/>
            <ac:spMk id="321" creationId="{7B35FDEC-9324-4288-A08E-057BBB5C8566}"/>
          </ac:spMkLst>
        </pc:spChg>
        <pc:spChg chg="mod">
          <ac:chgData name="Soban Najam" userId="59c411b0-ccb7-4330-99a9-29cc04a2c185" providerId="ADAL" clId="{7175BE28-6B03-4995-88E8-34BBC4F1360E}" dt="2023-09-21T04:45:21.576" v="1174" actId="1036"/>
          <ac:spMkLst>
            <pc:docMk/>
            <pc:sldMk cId="3924721644" sldId="285"/>
            <ac:spMk id="322" creationId="{0199FB63-BE45-7D9C-397E-5F96F5F96B59}"/>
          </ac:spMkLst>
        </pc:spChg>
        <pc:spChg chg="mod">
          <ac:chgData name="Soban Najam" userId="59c411b0-ccb7-4330-99a9-29cc04a2c185" providerId="ADAL" clId="{7175BE28-6B03-4995-88E8-34BBC4F1360E}" dt="2023-09-21T04:45:21.576" v="1174" actId="1036"/>
          <ac:spMkLst>
            <pc:docMk/>
            <pc:sldMk cId="3924721644" sldId="285"/>
            <ac:spMk id="323" creationId="{F21B2204-FF8D-5147-105D-8AAB903BBBB4}"/>
          </ac:spMkLst>
        </pc:spChg>
        <pc:spChg chg="mod">
          <ac:chgData name="Soban Najam" userId="59c411b0-ccb7-4330-99a9-29cc04a2c185" providerId="ADAL" clId="{7175BE28-6B03-4995-88E8-34BBC4F1360E}" dt="2023-09-21T04:45:21.576" v="1174" actId="1036"/>
          <ac:spMkLst>
            <pc:docMk/>
            <pc:sldMk cId="3924721644" sldId="285"/>
            <ac:spMk id="324" creationId="{0F42D9A2-C4E3-BF99-90CB-F77067C23653}"/>
          </ac:spMkLst>
        </pc:spChg>
        <pc:spChg chg="mod">
          <ac:chgData name="Soban Najam" userId="59c411b0-ccb7-4330-99a9-29cc04a2c185" providerId="ADAL" clId="{7175BE28-6B03-4995-88E8-34BBC4F1360E}" dt="2023-09-21T04:45:21.576" v="1174" actId="1036"/>
          <ac:spMkLst>
            <pc:docMk/>
            <pc:sldMk cId="3924721644" sldId="285"/>
            <ac:spMk id="325" creationId="{E8E7CC42-389B-972C-F7DC-E5D7893E4809}"/>
          </ac:spMkLst>
        </pc:spChg>
        <pc:spChg chg="mod">
          <ac:chgData name="Soban Najam" userId="59c411b0-ccb7-4330-99a9-29cc04a2c185" providerId="ADAL" clId="{7175BE28-6B03-4995-88E8-34BBC4F1360E}" dt="2023-09-21T04:45:21.576" v="1174" actId="1036"/>
          <ac:spMkLst>
            <pc:docMk/>
            <pc:sldMk cId="3924721644" sldId="285"/>
            <ac:spMk id="326" creationId="{AC1B7453-AD22-85E0-FAEF-E02A1C91E4A1}"/>
          </ac:spMkLst>
        </pc:spChg>
        <pc:spChg chg="mod">
          <ac:chgData name="Soban Najam" userId="59c411b0-ccb7-4330-99a9-29cc04a2c185" providerId="ADAL" clId="{7175BE28-6B03-4995-88E8-34BBC4F1360E}" dt="2023-09-21T04:45:21.576" v="1174" actId="1036"/>
          <ac:spMkLst>
            <pc:docMk/>
            <pc:sldMk cId="3924721644" sldId="285"/>
            <ac:spMk id="327" creationId="{BEC0DCB3-3080-D0F5-A202-3FA385D680C2}"/>
          </ac:spMkLst>
        </pc:spChg>
        <pc:spChg chg="mod">
          <ac:chgData name="Soban Najam" userId="59c411b0-ccb7-4330-99a9-29cc04a2c185" providerId="ADAL" clId="{7175BE28-6B03-4995-88E8-34BBC4F1360E}" dt="2023-09-21T04:45:21.576" v="1174" actId="1036"/>
          <ac:spMkLst>
            <pc:docMk/>
            <pc:sldMk cId="3924721644" sldId="285"/>
            <ac:spMk id="328" creationId="{FC154B30-1D6F-AAB0-D73C-699524A69FFF}"/>
          </ac:spMkLst>
        </pc:spChg>
        <pc:spChg chg="mod">
          <ac:chgData name="Soban Najam" userId="59c411b0-ccb7-4330-99a9-29cc04a2c185" providerId="ADAL" clId="{7175BE28-6B03-4995-88E8-34BBC4F1360E}" dt="2023-09-21T04:45:21.576" v="1174" actId="1036"/>
          <ac:spMkLst>
            <pc:docMk/>
            <pc:sldMk cId="3924721644" sldId="285"/>
            <ac:spMk id="329" creationId="{A6EDA598-0602-FFDD-C7FA-B83E3A8F749D}"/>
          </ac:spMkLst>
        </pc:spChg>
        <pc:spChg chg="mod">
          <ac:chgData name="Soban Najam" userId="59c411b0-ccb7-4330-99a9-29cc04a2c185" providerId="ADAL" clId="{7175BE28-6B03-4995-88E8-34BBC4F1360E}" dt="2023-09-21T04:45:21.576" v="1174" actId="1036"/>
          <ac:spMkLst>
            <pc:docMk/>
            <pc:sldMk cId="3924721644" sldId="285"/>
            <ac:spMk id="330" creationId="{1710EF5A-BBAB-E755-F9FF-5AA1EF41A207}"/>
          </ac:spMkLst>
        </pc:spChg>
        <pc:spChg chg="mod">
          <ac:chgData name="Soban Najam" userId="59c411b0-ccb7-4330-99a9-29cc04a2c185" providerId="ADAL" clId="{7175BE28-6B03-4995-88E8-34BBC4F1360E}" dt="2023-09-21T04:45:21.576" v="1174" actId="1036"/>
          <ac:spMkLst>
            <pc:docMk/>
            <pc:sldMk cId="3924721644" sldId="285"/>
            <ac:spMk id="331" creationId="{FDD7B46C-C213-79A2-A90F-B547FB86F565}"/>
          </ac:spMkLst>
        </pc:spChg>
        <pc:spChg chg="mod">
          <ac:chgData name="Soban Najam" userId="59c411b0-ccb7-4330-99a9-29cc04a2c185" providerId="ADAL" clId="{7175BE28-6B03-4995-88E8-34BBC4F1360E}" dt="2023-09-21T04:45:21.576" v="1174" actId="1036"/>
          <ac:spMkLst>
            <pc:docMk/>
            <pc:sldMk cId="3924721644" sldId="285"/>
            <ac:spMk id="332" creationId="{BA15A53B-6F28-F8C6-680C-8AA12585636F}"/>
          </ac:spMkLst>
        </pc:spChg>
        <pc:spChg chg="mod">
          <ac:chgData name="Soban Najam" userId="59c411b0-ccb7-4330-99a9-29cc04a2c185" providerId="ADAL" clId="{7175BE28-6B03-4995-88E8-34BBC4F1360E}" dt="2023-09-21T04:45:21.576" v="1174" actId="1036"/>
          <ac:spMkLst>
            <pc:docMk/>
            <pc:sldMk cId="3924721644" sldId="285"/>
            <ac:spMk id="333" creationId="{31D8F7B5-B0EE-9118-ED20-7F83CCEA22EC}"/>
          </ac:spMkLst>
        </pc:spChg>
        <pc:spChg chg="mod">
          <ac:chgData name="Soban Najam" userId="59c411b0-ccb7-4330-99a9-29cc04a2c185" providerId="ADAL" clId="{7175BE28-6B03-4995-88E8-34BBC4F1360E}" dt="2023-09-21T04:45:21.576" v="1174" actId="1036"/>
          <ac:spMkLst>
            <pc:docMk/>
            <pc:sldMk cId="3924721644" sldId="285"/>
            <ac:spMk id="334" creationId="{3F2C1CD9-3E24-E94D-A222-9DFEF7E993E0}"/>
          </ac:spMkLst>
        </pc:spChg>
        <pc:spChg chg="mod">
          <ac:chgData name="Soban Najam" userId="59c411b0-ccb7-4330-99a9-29cc04a2c185" providerId="ADAL" clId="{7175BE28-6B03-4995-88E8-34BBC4F1360E}" dt="2023-09-21T04:45:21.576" v="1174" actId="1036"/>
          <ac:spMkLst>
            <pc:docMk/>
            <pc:sldMk cId="3924721644" sldId="285"/>
            <ac:spMk id="335" creationId="{B3AE9CF4-ED74-544F-ADFF-2293B3EB94E9}"/>
          </ac:spMkLst>
        </pc:spChg>
        <pc:spChg chg="mod">
          <ac:chgData name="Soban Najam" userId="59c411b0-ccb7-4330-99a9-29cc04a2c185" providerId="ADAL" clId="{7175BE28-6B03-4995-88E8-34BBC4F1360E}" dt="2023-09-21T04:45:21.576" v="1174" actId="1036"/>
          <ac:spMkLst>
            <pc:docMk/>
            <pc:sldMk cId="3924721644" sldId="285"/>
            <ac:spMk id="336" creationId="{C743E431-698B-8063-47F0-7DB5A868DC3A}"/>
          </ac:spMkLst>
        </pc:spChg>
        <pc:spChg chg="mod">
          <ac:chgData name="Soban Najam" userId="59c411b0-ccb7-4330-99a9-29cc04a2c185" providerId="ADAL" clId="{7175BE28-6B03-4995-88E8-34BBC4F1360E}" dt="2023-09-21T04:45:21.576" v="1174" actId="1036"/>
          <ac:spMkLst>
            <pc:docMk/>
            <pc:sldMk cId="3924721644" sldId="285"/>
            <ac:spMk id="337" creationId="{2E1AF7F4-25EA-9DA7-FB26-1619B1253D48}"/>
          </ac:spMkLst>
        </pc:spChg>
        <pc:spChg chg="mod">
          <ac:chgData name="Soban Najam" userId="59c411b0-ccb7-4330-99a9-29cc04a2c185" providerId="ADAL" clId="{7175BE28-6B03-4995-88E8-34BBC4F1360E}" dt="2023-09-21T04:45:21.576" v="1174" actId="1036"/>
          <ac:spMkLst>
            <pc:docMk/>
            <pc:sldMk cId="3924721644" sldId="285"/>
            <ac:spMk id="338" creationId="{C7F598C2-BCD5-541F-96D9-869BBFA21046}"/>
          </ac:spMkLst>
        </pc:spChg>
        <pc:spChg chg="mod">
          <ac:chgData name="Soban Najam" userId="59c411b0-ccb7-4330-99a9-29cc04a2c185" providerId="ADAL" clId="{7175BE28-6B03-4995-88E8-34BBC4F1360E}" dt="2023-09-21T04:45:21.576" v="1174" actId="1036"/>
          <ac:spMkLst>
            <pc:docMk/>
            <pc:sldMk cId="3924721644" sldId="285"/>
            <ac:spMk id="339" creationId="{BF8A823D-E6AB-9691-8869-09EF1E35A95F}"/>
          </ac:spMkLst>
        </pc:spChg>
        <pc:spChg chg="mod">
          <ac:chgData name="Soban Najam" userId="59c411b0-ccb7-4330-99a9-29cc04a2c185" providerId="ADAL" clId="{7175BE28-6B03-4995-88E8-34BBC4F1360E}" dt="2023-09-21T04:45:21.576" v="1174" actId="1036"/>
          <ac:spMkLst>
            <pc:docMk/>
            <pc:sldMk cId="3924721644" sldId="285"/>
            <ac:spMk id="340" creationId="{479CC6A2-B1DB-4FED-E2F5-060C49314B02}"/>
          </ac:spMkLst>
        </pc:spChg>
        <pc:spChg chg="mod">
          <ac:chgData name="Soban Najam" userId="59c411b0-ccb7-4330-99a9-29cc04a2c185" providerId="ADAL" clId="{7175BE28-6B03-4995-88E8-34BBC4F1360E}" dt="2023-09-21T04:45:21.576" v="1174" actId="1036"/>
          <ac:spMkLst>
            <pc:docMk/>
            <pc:sldMk cId="3924721644" sldId="285"/>
            <ac:spMk id="341" creationId="{393BD35F-BCEB-A9C3-49F7-AEBD7CDCD491}"/>
          </ac:spMkLst>
        </pc:spChg>
        <pc:spChg chg="mod">
          <ac:chgData name="Soban Najam" userId="59c411b0-ccb7-4330-99a9-29cc04a2c185" providerId="ADAL" clId="{7175BE28-6B03-4995-88E8-34BBC4F1360E}" dt="2023-09-21T04:45:21.576" v="1174" actId="1036"/>
          <ac:spMkLst>
            <pc:docMk/>
            <pc:sldMk cId="3924721644" sldId="285"/>
            <ac:spMk id="342" creationId="{E8CFE554-E09F-4A0B-000E-83776EEB099D}"/>
          </ac:spMkLst>
        </pc:spChg>
        <pc:spChg chg="mod">
          <ac:chgData name="Soban Najam" userId="59c411b0-ccb7-4330-99a9-29cc04a2c185" providerId="ADAL" clId="{7175BE28-6B03-4995-88E8-34BBC4F1360E}" dt="2023-09-21T04:45:21.576" v="1174" actId="1036"/>
          <ac:spMkLst>
            <pc:docMk/>
            <pc:sldMk cId="3924721644" sldId="285"/>
            <ac:spMk id="343" creationId="{9FA79A92-E4C2-1A7F-0521-7B8276248186}"/>
          </ac:spMkLst>
        </pc:spChg>
        <pc:spChg chg="mod">
          <ac:chgData name="Soban Najam" userId="59c411b0-ccb7-4330-99a9-29cc04a2c185" providerId="ADAL" clId="{7175BE28-6B03-4995-88E8-34BBC4F1360E}" dt="2023-09-21T04:45:21.576" v="1174" actId="1036"/>
          <ac:spMkLst>
            <pc:docMk/>
            <pc:sldMk cId="3924721644" sldId="285"/>
            <ac:spMk id="345" creationId="{4EE2764B-C053-614A-7F79-F49B71D6D5E7}"/>
          </ac:spMkLst>
        </pc:spChg>
        <pc:spChg chg="mod">
          <ac:chgData name="Soban Najam" userId="59c411b0-ccb7-4330-99a9-29cc04a2c185" providerId="ADAL" clId="{7175BE28-6B03-4995-88E8-34BBC4F1360E}" dt="2023-09-21T04:45:21.576" v="1174" actId="1036"/>
          <ac:spMkLst>
            <pc:docMk/>
            <pc:sldMk cId="3924721644" sldId="285"/>
            <ac:spMk id="346" creationId="{E9E2AE7F-1A25-4CF5-4185-995CF0721C43}"/>
          </ac:spMkLst>
        </pc:spChg>
        <pc:spChg chg="mod">
          <ac:chgData name="Soban Najam" userId="59c411b0-ccb7-4330-99a9-29cc04a2c185" providerId="ADAL" clId="{7175BE28-6B03-4995-88E8-34BBC4F1360E}" dt="2023-09-21T04:45:21.576" v="1174" actId="1036"/>
          <ac:spMkLst>
            <pc:docMk/>
            <pc:sldMk cId="3924721644" sldId="285"/>
            <ac:spMk id="347" creationId="{A50EDAB3-C579-DE1B-4B9B-D3E644B0AA8F}"/>
          </ac:spMkLst>
        </pc:spChg>
        <pc:spChg chg="mod">
          <ac:chgData name="Soban Najam" userId="59c411b0-ccb7-4330-99a9-29cc04a2c185" providerId="ADAL" clId="{7175BE28-6B03-4995-88E8-34BBC4F1360E}" dt="2023-09-21T04:45:21.576" v="1174" actId="1036"/>
          <ac:spMkLst>
            <pc:docMk/>
            <pc:sldMk cId="3924721644" sldId="285"/>
            <ac:spMk id="349" creationId="{59B91354-AD95-A457-8FEA-22C00279D6E9}"/>
          </ac:spMkLst>
        </pc:spChg>
        <pc:spChg chg="mod">
          <ac:chgData name="Soban Najam" userId="59c411b0-ccb7-4330-99a9-29cc04a2c185" providerId="ADAL" clId="{7175BE28-6B03-4995-88E8-34BBC4F1360E}" dt="2023-09-21T04:45:21.576" v="1174" actId="1036"/>
          <ac:spMkLst>
            <pc:docMk/>
            <pc:sldMk cId="3924721644" sldId="285"/>
            <ac:spMk id="350" creationId="{AFA16448-27E1-2DC3-A26E-6ADD68E7C541}"/>
          </ac:spMkLst>
        </pc:spChg>
        <pc:spChg chg="mod">
          <ac:chgData name="Soban Najam" userId="59c411b0-ccb7-4330-99a9-29cc04a2c185" providerId="ADAL" clId="{7175BE28-6B03-4995-88E8-34BBC4F1360E}" dt="2023-09-21T04:45:21.576" v="1174" actId="1036"/>
          <ac:spMkLst>
            <pc:docMk/>
            <pc:sldMk cId="3924721644" sldId="285"/>
            <ac:spMk id="352" creationId="{858E265B-616D-AC7C-755B-7FA694420BD0}"/>
          </ac:spMkLst>
        </pc:spChg>
        <pc:spChg chg="mod">
          <ac:chgData name="Soban Najam" userId="59c411b0-ccb7-4330-99a9-29cc04a2c185" providerId="ADAL" clId="{7175BE28-6B03-4995-88E8-34BBC4F1360E}" dt="2023-09-21T04:45:21.576" v="1174" actId="1036"/>
          <ac:spMkLst>
            <pc:docMk/>
            <pc:sldMk cId="3924721644" sldId="285"/>
            <ac:spMk id="353" creationId="{C68F19E1-4D55-78EA-B574-287783BA4515}"/>
          </ac:spMkLst>
        </pc:spChg>
        <pc:spChg chg="mod">
          <ac:chgData name="Soban Najam" userId="59c411b0-ccb7-4330-99a9-29cc04a2c185" providerId="ADAL" clId="{7175BE28-6B03-4995-88E8-34BBC4F1360E}" dt="2023-09-21T04:45:21.576" v="1174" actId="1036"/>
          <ac:spMkLst>
            <pc:docMk/>
            <pc:sldMk cId="3924721644" sldId="285"/>
            <ac:spMk id="354" creationId="{4AB78A4B-F545-83D2-EA22-C6242E45F39F}"/>
          </ac:spMkLst>
        </pc:spChg>
        <pc:spChg chg="mod">
          <ac:chgData name="Soban Najam" userId="59c411b0-ccb7-4330-99a9-29cc04a2c185" providerId="ADAL" clId="{7175BE28-6B03-4995-88E8-34BBC4F1360E}" dt="2023-09-21T04:45:21.576" v="1174" actId="1036"/>
          <ac:spMkLst>
            <pc:docMk/>
            <pc:sldMk cId="3924721644" sldId="285"/>
            <ac:spMk id="355" creationId="{FF7FF3FA-18C8-3381-CE2E-A3C95CEE7A90}"/>
          </ac:spMkLst>
        </pc:spChg>
        <pc:spChg chg="mod">
          <ac:chgData name="Soban Najam" userId="59c411b0-ccb7-4330-99a9-29cc04a2c185" providerId="ADAL" clId="{7175BE28-6B03-4995-88E8-34BBC4F1360E}" dt="2023-09-21T04:45:21.576" v="1174" actId="1036"/>
          <ac:spMkLst>
            <pc:docMk/>
            <pc:sldMk cId="3924721644" sldId="285"/>
            <ac:spMk id="356" creationId="{44C45D7D-0B7D-96E2-AEB9-EE03131476AA}"/>
          </ac:spMkLst>
        </pc:spChg>
        <pc:spChg chg="mod">
          <ac:chgData name="Soban Najam" userId="59c411b0-ccb7-4330-99a9-29cc04a2c185" providerId="ADAL" clId="{7175BE28-6B03-4995-88E8-34BBC4F1360E}" dt="2023-09-21T04:45:21.576" v="1174" actId="1036"/>
          <ac:spMkLst>
            <pc:docMk/>
            <pc:sldMk cId="3924721644" sldId="285"/>
            <ac:spMk id="358" creationId="{42B4547F-8C2A-685F-F614-DC9247CEBDDD}"/>
          </ac:spMkLst>
        </pc:spChg>
        <pc:spChg chg="mod">
          <ac:chgData name="Soban Najam" userId="59c411b0-ccb7-4330-99a9-29cc04a2c185" providerId="ADAL" clId="{7175BE28-6B03-4995-88E8-34BBC4F1360E}" dt="2023-09-21T04:45:21.576" v="1174" actId="1036"/>
          <ac:spMkLst>
            <pc:docMk/>
            <pc:sldMk cId="3924721644" sldId="285"/>
            <ac:spMk id="359" creationId="{83ABDBCE-D64B-F681-58D8-FD42BA10F331}"/>
          </ac:spMkLst>
        </pc:spChg>
        <pc:spChg chg="mod">
          <ac:chgData name="Soban Najam" userId="59c411b0-ccb7-4330-99a9-29cc04a2c185" providerId="ADAL" clId="{7175BE28-6B03-4995-88E8-34BBC4F1360E}" dt="2023-09-21T04:45:21.576" v="1174" actId="1036"/>
          <ac:spMkLst>
            <pc:docMk/>
            <pc:sldMk cId="3924721644" sldId="285"/>
            <ac:spMk id="360" creationId="{8C673CA1-D012-6301-042E-2C81BE939A37}"/>
          </ac:spMkLst>
        </pc:spChg>
        <pc:spChg chg="mod">
          <ac:chgData name="Soban Najam" userId="59c411b0-ccb7-4330-99a9-29cc04a2c185" providerId="ADAL" clId="{7175BE28-6B03-4995-88E8-34BBC4F1360E}" dt="2023-09-21T04:45:21.576" v="1174" actId="1036"/>
          <ac:spMkLst>
            <pc:docMk/>
            <pc:sldMk cId="3924721644" sldId="285"/>
            <ac:spMk id="361" creationId="{378A567D-2297-A522-C8C8-6C45052D6AB9}"/>
          </ac:spMkLst>
        </pc:spChg>
        <pc:spChg chg="mod">
          <ac:chgData name="Soban Najam" userId="59c411b0-ccb7-4330-99a9-29cc04a2c185" providerId="ADAL" clId="{7175BE28-6B03-4995-88E8-34BBC4F1360E}" dt="2023-09-21T04:45:21.576" v="1174" actId="1036"/>
          <ac:spMkLst>
            <pc:docMk/>
            <pc:sldMk cId="3924721644" sldId="285"/>
            <ac:spMk id="362" creationId="{B3D1192F-8BD3-9D06-D322-12A61B2E18E1}"/>
          </ac:spMkLst>
        </pc:spChg>
        <pc:spChg chg="mod">
          <ac:chgData name="Soban Najam" userId="59c411b0-ccb7-4330-99a9-29cc04a2c185" providerId="ADAL" clId="{7175BE28-6B03-4995-88E8-34BBC4F1360E}" dt="2023-09-21T04:45:21.576" v="1174" actId="1036"/>
          <ac:spMkLst>
            <pc:docMk/>
            <pc:sldMk cId="3924721644" sldId="285"/>
            <ac:spMk id="363" creationId="{996FEE8D-302D-65C7-7F41-2EDDEB1B1E12}"/>
          </ac:spMkLst>
        </pc:spChg>
        <pc:spChg chg="mod">
          <ac:chgData name="Soban Najam" userId="59c411b0-ccb7-4330-99a9-29cc04a2c185" providerId="ADAL" clId="{7175BE28-6B03-4995-88E8-34BBC4F1360E}" dt="2023-09-21T04:45:21.576" v="1174" actId="1036"/>
          <ac:spMkLst>
            <pc:docMk/>
            <pc:sldMk cId="3924721644" sldId="285"/>
            <ac:spMk id="364" creationId="{B6033B2D-CC82-E84F-D87A-775CD678208A}"/>
          </ac:spMkLst>
        </pc:spChg>
        <pc:spChg chg="mod">
          <ac:chgData name="Soban Najam" userId="59c411b0-ccb7-4330-99a9-29cc04a2c185" providerId="ADAL" clId="{7175BE28-6B03-4995-88E8-34BBC4F1360E}" dt="2023-09-21T04:45:21.576" v="1174" actId="1036"/>
          <ac:spMkLst>
            <pc:docMk/>
            <pc:sldMk cId="3924721644" sldId="285"/>
            <ac:spMk id="365" creationId="{6DAF7C40-EF87-CD70-1D35-F770BF6E9795}"/>
          </ac:spMkLst>
        </pc:spChg>
        <pc:spChg chg="mod">
          <ac:chgData name="Soban Najam" userId="59c411b0-ccb7-4330-99a9-29cc04a2c185" providerId="ADAL" clId="{7175BE28-6B03-4995-88E8-34BBC4F1360E}" dt="2023-09-21T04:45:21.576" v="1174" actId="1036"/>
          <ac:spMkLst>
            <pc:docMk/>
            <pc:sldMk cId="3924721644" sldId="285"/>
            <ac:spMk id="366" creationId="{BE4C10EE-51D1-77AE-8761-ADF467C8AB06}"/>
          </ac:spMkLst>
        </pc:spChg>
        <pc:spChg chg="mod">
          <ac:chgData name="Soban Najam" userId="59c411b0-ccb7-4330-99a9-29cc04a2c185" providerId="ADAL" clId="{7175BE28-6B03-4995-88E8-34BBC4F1360E}" dt="2023-09-21T04:45:21.576" v="1174" actId="1036"/>
          <ac:spMkLst>
            <pc:docMk/>
            <pc:sldMk cId="3924721644" sldId="285"/>
            <ac:spMk id="367" creationId="{FA26ECA7-7688-4806-7D99-405F3D6B8E03}"/>
          </ac:spMkLst>
        </pc:spChg>
        <pc:spChg chg="mod">
          <ac:chgData name="Soban Najam" userId="59c411b0-ccb7-4330-99a9-29cc04a2c185" providerId="ADAL" clId="{7175BE28-6B03-4995-88E8-34BBC4F1360E}" dt="2023-09-21T04:45:21.576" v="1174" actId="1036"/>
          <ac:spMkLst>
            <pc:docMk/>
            <pc:sldMk cId="3924721644" sldId="285"/>
            <ac:spMk id="368" creationId="{E2C67EAB-78EF-E9D6-4494-8302FC2B5BDA}"/>
          </ac:spMkLst>
        </pc:spChg>
        <pc:spChg chg="mod">
          <ac:chgData name="Soban Najam" userId="59c411b0-ccb7-4330-99a9-29cc04a2c185" providerId="ADAL" clId="{7175BE28-6B03-4995-88E8-34BBC4F1360E}" dt="2023-09-21T04:45:21.576" v="1174" actId="1036"/>
          <ac:spMkLst>
            <pc:docMk/>
            <pc:sldMk cId="3924721644" sldId="285"/>
            <ac:spMk id="369" creationId="{20A37BC0-7ACF-6580-343C-BA768F86AFBE}"/>
          </ac:spMkLst>
        </pc:spChg>
        <pc:spChg chg="mod">
          <ac:chgData name="Soban Najam" userId="59c411b0-ccb7-4330-99a9-29cc04a2c185" providerId="ADAL" clId="{7175BE28-6B03-4995-88E8-34BBC4F1360E}" dt="2023-09-21T04:45:21.576" v="1174" actId="1036"/>
          <ac:spMkLst>
            <pc:docMk/>
            <pc:sldMk cId="3924721644" sldId="285"/>
            <ac:spMk id="370" creationId="{6A33A4A6-0726-C44A-8190-729EBCC97772}"/>
          </ac:spMkLst>
        </pc:spChg>
        <pc:spChg chg="mod">
          <ac:chgData name="Soban Najam" userId="59c411b0-ccb7-4330-99a9-29cc04a2c185" providerId="ADAL" clId="{7175BE28-6B03-4995-88E8-34BBC4F1360E}" dt="2023-09-21T04:45:21.576" v="1174" actId="1036"/>
          <ac:spMkLst>
            <pc:docMk/>
            <pc:sldMk cId="3924721644" sldId="285"/>
            <ac:spMk id="371" creationId="{AFD0B515-13FA-955C-515A-C07A11C89FB6}"/>
          </ac:spMkLst>
        </pc:spChg>
        <pc:spChg chg="mod">
          <ac:chgData name="Soban Najam" userId="59c411b0-ccb7-4330-99a9-29cc04a2c185" providerId="ADAL" clId="{7175BE28-6B03-4995-88E8-34BBC4F1360E}" dt="2023-09-21T04:45:21.576" v="1174" actId="1036"/>
          <ac:spMkLst>
            <pc:docMk/>
            <pc:sldMk cId="3924721644" sldId="285"/>
            <ac:spMk id="372" creationId="{4ACB63C1-C49B-C8EC-674C-AE8D76E7CD4E}"/>
          </ac:spMkLst>
        </pc:spChg>
        <pc:spChg chg="mod">
          <ac:chgData name="Soban Najam" userId="59c411b0-ccb7-4330-99a9-29cc04a2c185" providerId="ADAL" clId="{7175BE28-6B03-4995-88E8-34BBC4F1360E}" dt="2023-09-21T04:45:21.576" v="1174" actId="1036"/>
          <ac:spMkLst>
            <pc:docMk/>
            <pc:sldMk cId="3924721644" sldId="285"/>
            <ac:spMk id="373" creationId="{CE13918E-64DF-992B-06DA-A23C149380F0}"/>
          </ac:spMkLst>
        </pc:spChg>
        <pc:spChg chg="mod">
          <ac:chgData name="Soban Najam" userId="59c411b0-ccb7-4330-99a9-29cc04a2c185" providerId="ADAL" clId="{7175BE28-6B03-4995-88E8-34BBC4F1360E}" dt="2023-09-21T04:45:21.576" v="1174" actId="1036"/>
          <ac:spMkLst>
            <pc:docMk/>
            <pc:sldMk cId="3924721644" sldId="285"/>
            <ac:spMk id="374" creationId="{8FE175DA-E690-85E0-FF86-5309FD670AE9}"/>
          </ac:spMkLst>
        </pc:spChg>
        <pc:spChg chg="mod">
          <ac:chgData name="Soban Najam" userId="59c411b0-ccb7-4330-99a9-29cc04a2c185" providerId="ADAL" clId="{7175BE28-6B03-4995-88E8-34BBC4F1360E}" dt="2023-09-21T04:45:21.576" v="1174" actId="1036"/>
          <ac:spMkLst>
            <pc:docMk/>
            <pc:sldMk cId="3924721644" sldId="285"/>
            <ac:spMk id="375" creationId="{2202566B-6184-6D42-A316-68883F2A8C7B}"/>
          </ac:spMkLst>
        </pc:spChg>
        <pc:spChg chg="mod">
          <ac:chgData name="Soban Najam" userId="59c411b0-ccb7-4330-99a9-29cc04a2c185" providerId="ADAL" clId="{7175BE28-6B03-4995-88E8-34BBC4F1360E}" dt="2023-09-21T04:45:21.576" v="1174" actId="1036"/>
          <ac:spMkLst>
            <pc:docMk/>
            <pc:sldMk cId="3924721644" sldId="285"/>
            <ac:spMk id="376" creationId="{4F5812E9-B493-FB98-37D5-EC237ACA6308}"/>
          </ac:spMkLst>
        </pc:spChg>
        <pc:spChg chg="mod">
          <ac:chgData name="Soban Najam" userId="59c411b0-ccb7-4330-99a9-29cc04a2c185" providerId="ADAL" clId="{7175BE28-6B03-4995-88E8-34BBC4F1360E}" dt="2023-09-21T04:45:21.576" v="1174" actId="1036"/>
          <ac:spMkLst>
            <pc:docMk/>
            <pc:sldMk cId="3924721644" sldId="285"/>
            <ac:spMk id="377" creationId="{187FB75B-3956-7A3C-36B3-FE31F87BCFBD}"/>
          </ac:spMkLst>
        </pc:spChg>
        <pc:spChg chg="mod">
          <ac:chgData name="Soban Najam" userId="59c411b0-ccb7-4330-99a9-29cc04a2c185" providerId="ADAL" clId="{7175BE28-6B03-4995-88E8-34BBC4F1360E}" dt="2023-09-21T04:45:21.576" v="1174" actId="1036"/>
          <ac:spMkLst>
            <pc:docMk/>
            <pc:sldMk cId="3924721644" sldId="285"/>
            <ac:spMk id="378" creationId="{C84E1D5F-0E4E-CDEB-CB95-56E467273975}"/>
          </ac:spMkLst>
        </pc:spChg>
        <pc:spChg chg="mod">
          <ac:chgData name="Soban Najam" userId="59c411b0-ccb7-4330-99a9-29cc04a2c185" providerId="ADAL" clId="{7175BE28-6B03-4995-88E8-34BBC4F1360E}" dt="2023-09-21T04:45:21.576" v="1174" actId="1036"/>
          <ac:spMkLst>
            <pc:docMk/>
            <pc:sldMk cId="3924721644" sldId="285"/>
            <ac:spMk id="379" creationId="{2B83C2EC-942C-B399-18C8-49244BD35B2B}"/>
          </ac:spMkLst>
        </pc:spChg>
        <pc:spChg chg="mod">
          <ac:chgData name="Soban Najam" userId="59c411b0-ccb7-4330-99a9-29cc04a2c185" providerId="ADAL" clId="{7175BE28-6B03-4995-88E8-34BBC4F1360E}" dt="2023-09-21T04:45:21.576" v="1174" actId="1036"/>
          <ac:spMkLst>
            <pc:docMk/>
            <pc:sldMk cId="3924721644" sldId="285"/>
            <ac:spMk id="380" creationId="{F3D770A9-6441-54DF-C9DB-09145ACA592D}"/>
          </ac:spMkLst>
        </pc:spChg>
        <pc:spChg chg="mod">
          <ac:chgData name="Soban Najam" userId="59c411b0-ccb7-4330-99a9-29cc04a2c185" providerId="ADAL" clId="{7175BE28-6B03-4995-88E8-34BBC4F1360E}" dt="2023-09-21T04:45:21.576" v="1174" actId="1036"/>
          <ac:spMkLst>
            <pc:docMk/>
            <pc:sldMk cId="3924721644" sldId="285"/>
            <ac:spMk id="381" creationId="{2FEEC0F6-5D66-63E3-0402-C6C8F46E5EF3}"/>
          </ac:spMkLst>
        </pc:spChg>
        <pc:spChg chg="mod">
          <ac:chgData name="Soban Najam" userId="59c411b0-ccb7-4330-99a9-29cc04a2c185" providerId="ADAL" clId="{7175BE28-6B03-4995-88E8-34BBC4F1360E}" dt="2023-09-21T04:45:21.576" v="1174" actId="1036"/>
          <ac:spMkLst>
            <pc:docMk/>
            <pc:sldMk cId="3924721644" sldId="285"/>
            <ac:spMk id="382" creationId="{C7FC09E7-F1E0-034B-8A69-64DBDC703D22}"/>
          </ac:spMkLst>
        </pc:spChg>
        <pc:spChg chg="mod">
          <ac:chgData name="Soban Najam" userId="59c411b0-ccb7-4330-99a9-29cc04a2c185" providerId="ADAL" clId="{7175BE28-6B03-4995-88E8-34BBC4F1360E}" dt="2023-09-21T04:45:21.576" v="1174" actId="1036"/>
          <ac:spMkLst>
            <pc:docMk/>
            <pc:sldMk cId="3924721644" sldId="285"/>
            <ac:spMk id="383" creationId="{ED2D4CD6-C7AB-F5C6-9AB5-6AE16C2E2D3B}"/>
          </ac:spMkLst>
        </pc:spChg>
        <pc:spChg chg="mod">
          <ac:chgData name="Soban Najam" userId="59c411b0-ccb7-4330-99a9-29cc04a2c185" providerId="ADAL" clId="{7175BE28-6B03-4995-88E8-34BBC4F1360E}" dt="2023-09-21T04:45:21.576" v="1174" actId="1036"/>
          <ac:spMkLst>
            <pc:docMk/>
            <pc:sldMk cId="3924721644" sldId="285"/>
            <ac:spMk id="384" creationId="{E0E6FAA3-4263-33DA-3B11-4041938A55DA}"/>
          </ac:spMkLst>
        </pc:spChg>
        <pc:spChg chg="mod">
          <ac:chgData name="Soban Najam" userId="59c411b0-ccb7-4330-99a9-29cc04a2c185" providerId="ADAL" clId="{7175BE28-6B03-4995-88E8-34BBC4F1360E}" dt="2023-09-21T04:45:21.576" v="1174" actId="1036"/>
          <ac:spMkLst>
            <pc:docMk/>
            <pc:sldMk cId="3924721644" sldId="285"/>
            <ac:spMk id="385" creationId="{3AF8A820-0AD2-0679-9D05-24449DF233A4}"/>
          </ac:spMkLst>
        </pc:spChg>
        <pc:spChg chg="mod">
          <ac:chgData name="Soban Najam" userId="59c411b0-ccb7-4330-99a9-29cc04a2c185" providerId="ADAL" clId="{7175BE28-6B03-4995-88E8-34BBC4F1360E}" dt="2023-09-21T04:45:21.576" v="1174" actId="1036"/>
          <ac:spMkLst>
            <pc:docMk/>
            <pc:sldMk cId="3924721644" sldId="285"/>
            <ac:spMk id="386" creationId="{3F9B95F1-A5D0-D019-02AA-51B8EE4281E5}"/>
          </ac:spMkLst>
        </pc:spChg>
        <pc:spChg chg="mod">
          <ac:chgData name="Soban Najam" userId="59c411b0-ccb7-4330-99a9-29cc04a2c185" providerId="ADAL" clId="{7175BE28-6B03-4995-88E8-34BBC4F1360E}" dt="2023-09-21T04:45:21.576" v="1174" actId="1036"/>
          <ac:spMkLst>
            <pc:docMk/>
            <pc:sldMk cId="3924721644" sldId="285"/>
            <ac:spMk id="387" creationId="{C6E12339-6E47-E413-FD3D-C86B52ABC4F3}"/>
          </ac:spMkLst>
        </pc:spChg>
        <pc:spChg chg="mod">
          <ac:chgData name="Soban Najam" userId="59c411b0-ccb7-4330-99a9-29cc04a2c185" providerId="ADAL" clId="{7175BE28-6B03-4995-88E8-34BBC4F1360E}" dt="2023-09-21T04:45:21.576" v="1174" actId="1036"/>
          <ac:spMkLst>
            <pc:docMk/>
            <pc:sldMk cId="3924721644" sldId="285"/>
            <ac:spMk id="388" creationId="{81D1AEC1-31CA-A1FA-867A-4F529BD195E9}"/>
          </ac:spMkLst>
        </pc:spChg>
        <pc:spChg chg="mod">
          <ac:chgData name="Soban Najam" userId="59c411b0-ccb7-4330-99a9-29cc04a2c185" providerId="ADAL" clId="{7175BE28-6B03-4995-88E8-34BBC4F1360E}" dt="2023-09-21T04:45:21.576" v="1174" actId="1036"/>
          <ac:spMkLst>
            <pc:docMk/>
            <pc:sldMk cId="3924721644" sldId="285"/>
            <ac:spMk id="389" creationId="{7C2897B7-1F5B-70D1-C02D-BD2CBD5F6794}"/>
          </ac:spMkLst>
        </pc:spChg>
        <pc:spChg chg="mod">
          <ac:chgData name="Soban Najam" userId="59c411b0-ccb7-4330-99a9-29cc04a2c185" providerId="ADAL" clId="{7175BE28-6B03-4995-88E8-34BBC4F1360E}" dt="2023-09-21T04:45:21.576" v="1174" actId="1036"/>
          <ac:spMkLst>
            <pc:docMk/>
            <pc:sldMk cId="3924721644" sldId="285"/>
            <ac:spMk id="390" creationId="{E6BD1385-F982-D6D5-70CD-5E51807CF1DA}"/>
          </ac:spMkLst>
        </pc:spChg>
        <pc:spChg chg="mod">
          <ac:chgData name="Soban Najam" userId="59c411b0-ccb7-4330-99a9-29cc04a2c185" providerId="ADAL" clId="{7175BE28-6B03-4995-88E8-34BBC4F1360E}" dt="2023-09-21T04:45:21.576" v="1174" actId="1036"/>
          <ac:spMkLst>
            <pc:docMk/>
            <pc:sldMk cId="3924721644" sldId="285"/>
            <ac:spMk id="391" creationId="{8A23D1A3-AD23-2C37-EE95-727258885082}"/>
          </ac:spMkLst>
        </pc:spChg>
        <pc:spChg chg="mod">
          <ac:chgData name="Soban Najam" userId="59c411b0-ccb7-4330-99a9-29cc04a2c185" providerId="ADAL" clId="{7175BE28-6B03-4995-88E8-34BBC4F1360E}" dt="2023-09-21T04:45:21.576" v="1174" actId="1036"/>
          <ac:spMkLst>
            <pc:docMk/>
            <pc:sldMk cId="3924721644" sldId="285"/>
            <ac:spMk id="392" creationId="{1A2E8174-6FAA-68D9-4B41-A52B8F01D55C}"/>
          </ac:spMkLst>
        </pc:spChg>
        <pc:spChg chg="mod">
          <ac:chgData name="Soban Najam" userId="59c411b0-ccb7-4330-99a9-29cc04a2c185" providerId="ADAL" clId="{7175BE28-6B03-4995-88E8-34BBC4F1360E}" dt="2023-09-21T04:45:21.576" v="1174" actId="1036"/>
          <ac:spMkLst>
            <pc:docMk/>
            <pc:sldMk cId="3924721644" sldId="285"/>
            <ac:spMk id="393" creationId="{8AAC95BC-83E8-4879-11B5-A5374DD5664F}"/>
          </ac:spMkLst>
        </pc:spChg>
        <pc:spChg chg="mod">
          <ac:chgData name="Soban Najam" userId="59c411b0-ccb7-4330-99a9-29cc04a2c185" providerId="ADAL" clId="{7175BE28-6B03-4995-88E8-34BBC4F1360E}" dt="2023-09-21T04:45:21.576" v="1174" actId="1036"/>
          <ac:spMkLst>
            <pc:docMk/>
            <pc:sldMk cId="3924721644" sldId="285"/>
            <ac:spMk id="394" creationId="{11DABA79-9474-CD85-5CBE-6A7DBCF43AA2}"/>
          </ac:spMkLst>
        </pc:spChg>
        <pc:spChg chg="mod">
          <ac:chgData name="Soban Najam" userId="59c411b0-ccb7-4330-99a9-29cc04a2c185" providerId="ADAL" clId="{7175BE28-6B03-4995-88E8-34BBC4F1360E}" dt="2023-09-21T04:45:21.576" v="1174" actId="1036"/>
          <ac:spMkLst>
            <pc:docMk/>
            <pc:sldMk cId="3924721644" sldId="285"/>
            <ac:spMk id="401" creationId="{428ABEAE-653E-818F-0063-2A3AEC2FDFCE}"/>
          </ac:spMkLst>
        </pc:spChg>
        <pc:spChg chg="mod">
          <ac:chgData name="Soban Najam" userId="59c411b0-ccb7-4330-99a9-29cc04a2c185" providerId="ADAL" clId="{7175BE28-6B03-4995-88E8-34BBC4F1360E}" dt="2023-09-21T04:45:21.576" v="1174" actId="1036"/>
          <ac:spMkLst>
            <pc:docMk/>
            <pc:sldMk cId="3924721644" sldId="285"/>
            <ac:spMk id="402" creationId="{E53D5398-C638-4CF7-A7D9-4927EE58F0FD}"/>
          </ac:spMkLst>
        </pc:spChg>
        <pc:spChg chg="mod">
          <ac:chgData name="Soban Najam" userId="59c411b0-ccb7-4330-99a9-29cc04a2c185" providerId="ADAL" clId="{7175BE28-6B03-4995-88E8-34BBC4F1360E}" dt="2023-09-21T04:45:21.576" v="1174" actId="1036"/>
          <ac:spMkLst>
            <pc:docMk/>
            <pc:sldMk cId="3924721644" sldId="285"/>
            <ac:spMk id="403" creationId="{3B05B34E-E03C-A2DE-A0E5-F15AB785349F}"/>
          </ac:spMkLst>
        </pc:spChg>
        <pc:spChg chg="mod">
          <ac:chgData name="Soban Najam" userId="59c411b0-ccb7-4330-99a9-29cc04a2c185" providerId="ADAL" clId="{7175BE28-6B03-4995-88E8-34BBC4F1360E}" dt="2023-09-21T04:45:21.576" v="1174" actId="1036"/>
          <ac:spMkLst>
            <pc:docMk/>
            <pc:sldMk cId="3924721644" sldId="285"/>
            <ac:spMk id="404" creationId="{9D1DFCC3-9BE8-0D9E-888B-406599B51535}"/>
          </ac:spMkLst>
        </pc:spChg>
        <pc:spChg chg="mod">
          <ac:chgData name="Soban Najam" userId="59c411b0-ccb7-4330-99a9-29cc04a2c185" providerId="ADAL" clId="{7175BE28-6B03-4995-88E8-34BBC4F1360E}" dt="2023-09-21T04:45:21.576" v="1174" actId="1036"/>
          <ac:spMkLst>
            <pc:docMk/>
            <pc:sldMk cId="3924721644" sldId="285"/>
            <ac:spMk id="405" creationId="{5C9C3B12-EE23-7F6D-B0ED-95DDC0C3837B}"/>
          </ac:spMkLst>
        </pc:spChg>
        <pc:spChg chg="mod">
          <ac:chgData name="Soban Najam" userId="59c411b0-ccb7-4330-99a9-29cc04a2c185" providerId="ADAL" clId="{7175BE28-6B03-4995-88E8-34BBC4F1360E}" dt="2023-09-21T04:45:21.576" v="1174" actId="1036"/>
          <ac:spMkLst>
            <pc:docMk/>
            <pc:sldMk cId="3924721644" sldId="285"/>
            <ac:spMk id="406" creationId="{A39ED3BC-5ADF-C795-2425-1520DEE287EA}"/>
          </ac:spMkLst>
        </pc:spChg>
        <pc:spChg chg="mod">
          <ac:chgData name="Soban Najam" userId="59c411b0-ccb7-4330-99a9-29cc04a2c185" providerId="ADAL" clId="{7175BE28-6B03-4995-88E8-34BBC4F1360E}" dt="2023-09-21T04:45:21.576" v="1174" actId="1036"/>
          <ac:spMkLst>
            <pc:docMk/>
            <pc:sldMk cId="3924721644" sldId="285"/>
            <ac:spMk id="407" creationId="{000FFF82-FFD5-D65C-833F-8C9F6A3F815A}"/>
          </ac:spMkLst>
        </pc:spChg>
        <pc:spChg chg="mod">
          <ac:chgData name="Soban Najam" userId="59c411b0-ccb7-4330-99a9-29cc04a2c185" providerId="ADAL" clId="{7175BE28-6B03-4995-88E8-34BBC4F1360E}" dt="2023-09-21T04:45:21.576" v="1174" actId="1036"/>
          <ac:spMkLst>
            <pc:docMk/>
            <pc:sldMk cId="3924721644" sldId="285"/>
            <ac:spMk id="408" creationId="{78C3105A-5B30-C251-F569-76745CC09504}"/>
          </ac:spMkLst>
        </pc:spChg>
        <pc:spChg chg="mod">
          <ac:chgData name="Soban Najam" userId="59c411b0-ccb7-4330-99a9-29cc04a2c185" providerId="ADAL" clId="{7175BE28-6B03-4995-88E8-34BBC4F1360E}" dt="2023-09-21T04:45:21.576" v="1174" actId="1036"/>
          <ac:spMkLst>
            <pc:docMk/>
            <pc:sldMk cId="3924721644" sldId="285"/>
            <ac:spMk id="409" creationId="{8092C5D5-47A8-48D8-0891-328E3A600881}"/>
          </ac:spMkLst>
        </pc:spChg>
        <pc:spChg chg="mod">
          <ac:chgData name="Soban Najam" userId="59c411b0-ccb7-4330-99a9-29cc04a2c185" providerId="ADAL" clId="{7175BE28-6B03-4995-88E8-34BBC4F1360E}" dt="2023-09-21T04:45:21.576" v="1174" actId="1036"/>
          <ac:spMkLst>
            <pc:docMk/>
            <pc:sldMk cId="3924721644" sldId="285"/>
            <ac:spMk id="410" creationId="{F9A04E01-91E2-02D2-4DC2-512E005C39B7}"/>
          </ac:spMkLst>
        </pc:spChg>
        <pc:spChg chg="mod">
          <ac:chgData name="Soban Najam" userId="59c411b0-ccb7-4330-99a9-29cc04a2c185" providerId="ADAL" clId="{7175BE28-6B03-4995-88E8-34BBC4F1360E}" dt="2023-09-21T04:45:21.576" v="1174" actId="1036"/>
          <ac:spMkLst>
            <pc:docMk/>
            <pc:sldMk cId="3924721644" sldId="285"/>
            <ac:spMk id="411" creationId="{ABB6DAE3-3FD3-6FF7-45B5-BCED0F176BC8}"/>
          </ac:spMkLst>
        </pc:spChg>
        <pc:spChg chg="mod">
          <ac:chgData name="Soban Najam" userId="59c411b0-ccb7-4330-99a9-29cc04a2c185" providerId="ADAL" clId="{7175BE28-6B03-4995-88E8-34BBC4F1360E}" dt="2023-09-21T04:45:21.576" v="1174" actId="1036"/>
          <ac:spMkLst>
            <pc:docMk/>
            <pc:sldMk cId="3924721644" sldId="285"/>
            <ac:spMk id="412" creationId="{C3AA1A53-DDC7-1A40-6616-3C3F202741F3}"/>
          </ac:spMkLst>
        </pc:spChg>
        <pc:spChg chg="mod">
          <ac:chgData name="Soban Najam" userId="59c411b0-ccb7-4330-99a9-29cc04a2c185" providerId="ADAL" clId="{7175BE28-6B03-4995-88E8-34BBC4F1360E}" dt="2023-09-21T04:45:21.576" v="1174" actId="1036"/>
          <ac:spMkLst>
            <pc:docMk/>
            <pc:sldMk cId="3924721644" sldId="285"/>
            <ac:spMk id="413" creationId="{93EDE9C5-F1B0-CC67-AD01-D3125E3EE5C2}"/>
          </ac:spMkLst>
        </pc:spChg>
        <pc:spChg chg="mod">
          <ac:chgData name="Soban Najam" userId="59c411b0-ccb7-4330-99a9-29cc04a2c185" providerId="ADAL" clId="{7175BE28-6B03-4995-88E8-34BBC4F1360E}" dt="2023-09-21T04:45:21.576" v="1174" actId="1036"/>
          <ac:spMkLst>
            <pc:docMk/>
            <pc:sldMk cId="3924721644" sldId="285"/>
            <ac:spMk id="414" creationId="{93F18BD6-27FF-537B-60EA-8A7D49D58FCA}"/>
          </ac:spMkLst>
        </pc:spChg>
        <pc:spChg chg="mod">
          <ac:chgData name="Soban Najam" userId="59c411b0-ccb7-4330-99a9-29cc04a2c185" providerId="ADAL" clId="{7175BE28-6B03-4995-88E8-34BBC4F1360E}" dt="2023-09-21T04:45:21.576" v="1174" actId="1036"/>
          <ac:spMkLst>
            <pc:docMk/>
            <pc:sldMk cId="3924721644" sldId="285"/>
            <ac:spMk id="415" creationId="{577C2086-3F9C-9A92-44E7-0B1FF67AAA84}"/>
          </ac:spMkLst>
        </pc:spChg>
        <pc:spChg chg="mod">
          <ac:chgData name="Soban Najam" userId="59c411b0-ccb7-4330-99a9-29cc04a2c185" providerId="ADAL" clId="{7175BE28-6B03-4995-88E8-34BBC4F1360E}" dt="2023-09-21T04:45:21.576" v="1174" actId="1036"/>
          <ac:spMkLst>
            <pc:docMk/>
            <pc:sldMk cId="3924721644" sldId="285"/>
            <ac:spMk id="416" creationId="{9B9F39F2-D1AF-EF71-08EB-FE26085FC900}"/>
          </ac:spMkLst>
        </pc:spChg>
        <pc:spChg chg="mod">
          <ac:chgData name="Soban Najam" userId="59c411b0-ccb7-4330-99a9-29cc04a2c185" providerId="ADAL" clId="{7175BE28-6B03-4995-88E8-34BBC4F1360E}" dt="2023-09-21T04:45:21.576" v="1174" actId="1036"/>
          <ac:spMkLst>
            <pc:docMk/>
            <pc:sldMk cId="3924721644" sldId="285"/>
            <ac:spMk id="417" creationId="{F471C4FE-D0AC-F627-A862-356849CD97A7}"/>
          </ac:spMkLst>
        </pc:spChg>
        <pc:spChg chg="mod">
          <ac:chgData name="Soban Najam" userId="59c411b0-ccb7-4330-99a9-29cc04a2c185" providerId="ADAL" clId="{7175BE28-6B03-4995-88E8-34BBC4F1360E}" dt="2023-09-21T04:45:21.576" v="1174" actId="1036"/>
          <ac:spMkLst>
            <pc:docMk/>
            <pc:sldMk cId="3924721644" sldId="285"/>
            <ac:spMk id="418" creationId="{B07D761B-47DB-B065-D80A-970EDB704F40}"/>
          </ac:spMkLst>
        </pc:spChg>
        <pc:spChg chg="mod">
          <ac:chgData name="Soban Najam" userId="59c411b0-ccb7-4330-99a9-29cc04a2c185" providerId="ADAL" clId="{7175BE28-6B03-4995-88E8-34BBC4F1360E}" dt="2023-09-21T04:45:21.576" v="1174" actId="1036"/>
          <ac:spMkLst>
            <pc:docMk/>
            <pc:sldMk cId="3924721644" sldId="285"/>
            <ac:spMk id="419" creationId="{C1DEE099-054D-657E-4387-7D2D9B624681}"/>
          </ac:spMkLst>
        </pc:spChg>
        <pc:spChg chg="mod">
          <ac:chgData name="Soban Najam" userId="59c411b0-ccb7-4330-99a9-29cc04a2c185" providerId="ADAL" clId="{7175BE28-6B03-4995-88E8-34BBC4F1360E}" dt="2023-09-21T04:45:21.576" v="1174" actId="1036"/>
          <ac:spMkLst>
            <pc:docMk/>
            <pc:sldMk cId="3924721644" sldId="285"/>
            <ac:spMk id="420" creationId="{6BCE6E39-35FB-BA28-3838-682F3FF46963}"/>
          </ac:spMkLst>
        </pc:spChg>
        <pc:spChg chg="mod">
          <ac:chgData name="Soban Najam" userId="59c411b0-ccb7-4330-99a9-29cc04a2c185" providerId="ADAL" clId="{7175BE28-6B03-4995-88E8-34BBC4F1360E}" dt="2023-09-21T04:45:21.576" v="1174" actId="1036"/>
          <ac:spMkLst>
            <pc:docMk/>
            <pc:sldMk cId="3924721644" sldId="285"/>
            <ac:spMk id="421" creationId="{98B77B8E-7FDD-93A9-1610-23D1E395957B}"/>
          </ac:spMkLst>
        </pc:spChg>
        <pc:spChg chg="mod">
          <ac:chgData name="Soban Najam" userId="59c411b0-ccb7-4330-99a9-29cc04a2c185" providerId="ADAL" clId="{7175BE28-6B03-4995-88E8-34BBC4F1360E}" dt="2023-09-21T04:45:21.576" v="1174" actId="1036"/>
          <ac:spMkLst>
            <pc:docMk/>
            <pc:sldMk cId="3924721644" sldId="285"/>
            <ac:spMk id="422" creationId="{B395382D-404B-3433-F1A0-4C15B19EBD8A}"/>
          </ac:spMkLst>
        </pc:spChg>
        <pc:spChg chg="mod">
          <ac:chgData name="Soban Najam" userId="59c411b0-ccb7-4330-99a9-29cc04a2c185" providerId="ADAL" clId="{7175BE28-6B03-4995-88E8-34BBC4F1360E}" dt="2023-09-21T04:45:21.576" v="1174" actId="1036"/>
          <ac:spMkLst>
            <pc:docMk/>
            <pc:sldMk cId="3924721644" sldId="285"/>
            <ac:spMk id="423" creationId="{FBDB146C-B118-8961-C997-33F3B7921B98}"/>
          </ac:spMkLst>
        </pc:spChg>
        <pc:spChg chg="mod">
          <ac:chgData name="Soban Najam" userId="59c411b0-ccb7-4330-99a9-29cc04a2c185" providerId="ADAL" clId="{7175BE28-6B03-4995-88E8-34BBC4F1360E}" dt="2023-09-21T04:45:21.576" v="1174" actId="1036"/>
          <ac:spMkLst>
            <pc:docMk/>
            <pc:sldMk cId="3924721644" sldId="285"/>
            <ac:spMk id="424" creationId="{8B4C4D80-EEF7-CD45-C803-CD1FC99BBE76}"/>
          </ac:spMkLst>
        </pc:spChg>
        <pc:spChg chg="mod">
          <ac:chgData name="Soban Najam" userId="59c411b0-ccb7-4330-99a9-29cc04a2c185" providerId="ADAL" clId="{7175BE28-6B03-4995-88E8-34BBC4F1360E}" dt="2023-09-21T04:45:21.576" v="1174" actId="1036"/>
          <ac:spMkLst>
            <pc:docMk/>
            <pc:sldMk cId="3924721644" sldId="285"/>
            <ac:spMk id="425" creationId="{5F6C51D5-739F-E93B-2B61-D409EEABCAFA}"/>
          </ac:spMkLst>
        </pc:spChg>
        <pc:spChg chg="mod">
          <ac:chgData name="Soban Najam" userId="59c411b0-ccb7-4330-99a9-29cc04a2c185" providerId="ADAL" clId="{7175BE28-6B03-4995-88E8-34BBC4F1360E}" dt="2023-09-21T04:45:21.576" v="1174" actId="1036"/>
          <ac:spMkLst>
            <pc:docMk/>
            <pc:sldMk cId="3924721644" sldId="285"/>
            <ac:spMk id="427" creationId="{B3A55B5C-91A9-1A20-CE04-82709874F833}"/>
          </ac:spMkLst>
        </pc:spChg>
        <pc:spChg chg="mod">
          <ac:chgData name="Soban Najam" userId="59c411b0-ccb7-4330-99a9-29cc04a2c185" providerId="ADAL" clId="{7175BE28-6B03-4995-88E8-34BBC4F1360E}" dt="2023-09-21T04:45:21.576" v="1174" actId="1036"/>
          <ac:spMkLst>
            <pc:docMk/>
            <pc:sldMk cId="3924721644" sldId="285"/>
            <ac:spMk id="428" creationId="{97D4D3A4-CD7F-8B81-B001-354932E3141C}"/>
          </ac:spMkLst>
        </pc:spChg>
        <pc:spChg chg="mod">
          <ac:chgData name="Soban Najam" userId="59c411b0-ccb7-4330-99a9-29cc04a2c185" providerId="ADAL" clId="{7175BE28-6B03-4995-88E8-34BBC4F1360E}" dt="2023-09-21T04:45:21.576" v="1174" actId="1036"/>
          <ac:spMkLst>
            <pc:docMk/>
            <pc:sldMk cId="3924721644" sldId="285"/>
            <ac:spMk id="429" creationId="{F064481D-C2F4-1DB7-AEA6-B18E53B4EDDC}"/>
          </ac:spMkLst>
        </pc:spChg>
        <pc:spChg chg="mod">
          <ac:chgData name="Soban Najam" userId="59c411b0-ccb7-4330-99a9-29cc04a2c185" providerId="ADAL" clId="{7175BE28-6B03-4995-88E8-34BBC4F1360E}" dt="2023-09-21T04:45:21.576" v="1174" actId="1036"/>
          <ac:spMkLst>
            <pc:docMk/>
            <pc:sldMk cId="3924721644" sldId="285"/>
            <ac:spMk id="430" creationId="{FE7C15EB-1F91-EF15-8FF4-00AF97EF532A}"/>
          </ac:spMkLst>
        </pc:spChg>
        <pc:spChg chg="mod">
          <ac:chgData name="Soban Najam" userId="59c411b0-ccb7-4330-99a9-29cc04a2c185" providerId="ADAL" clId="{7175BE28-6B03-4995-88E8-34BBC4F1360E}" dt="2023-09-21T04:45:21.576" v="1174" actId="1036"/>
          <ac:spMkLst>
            <pc:docMk/>
            <pc:sldMk cId="3924721644" sldId="285"/>
            <ac:spMk id="431" creationId="{EC9952AC-CBCE-D478-802A-BB9168E86B5E}"/>
          </ac:spMkLst>
        </pc:spChg>
        <pc:spChg chg="mod">
          <ac:chgData name="Soban Najam" userId="59c411b0-ccb7-4330-99a9-29cc04a2c185" providerId="ADAL" clId="{7175BE28-6B03-4995-88E8-34BBC4F1360E}" dt="2023-09-21T04:45:21.576" v="1174" actId="1036"/>
          <ac:spMkLst>
            <pc:docMk/>
            <pc:sldMk cId="3924721644" sldId="285"/>
            <ac:spMk id="432" creationId="{BC85FDCF-E2A0-E059-2862-52928E20381A}"/>
          </ac:spMkLst>
        </pc:spChg>
        <pc:spChg chg="mod">
          <ac:chgData name="Soban Najam" userId="59c411b0-ccb7-4330-99a9-29cc04a2c185" providerId="ADAL" clId="{7175BE28-6B03-4995-88E8-34BBC4F1360E}" dt="2023-09-21T04:45:21.576" v="1174" actId="1036"/>
          <ac:spMkLst>
            <pc:docMk/>
            <pc:sldMk cId="3924721644" sldId="285"/>
            <ac:spMk id="433" creationId="{63AA4C9E-FDF7-1314-201E-234453757948}"/>
          </ac:spMkLst>
        </pc:spChg>
        <pc:spChg chg="mod">
          <ac:chgData name="Soban Najam" userId="59c411b0-ccb7-4330-99a9-29cc04a2c185" providerId="ADAL" clId="{7175BE28-6B03-4995-88E8-34BBC4F1360E}" dt="2023-09-21T04:45:21.576" v="1174" actId="1036"/>
          <ac:spMkLst>
            <pc:docMk/>
            <pc:sldMk cId="3924721644" sldId="285"/>
            <ac:spMk id="434" creationId="{71B5EFC6-3011-EFE1-5DC3-FF0493861E37}"/>
          </ac:spMkLst>
        </pc:spChg>
        <pc:spChg chg="mod">
          <ac:chgData name="Soban Najam" userId="59c411b0-ccb7-4330-99a9-29cc04a2c185" providerId="ADAL" clId="{7175BE28-6B03-4995-88E8-34BBC4F1360E}" dt="2023-09-21T04:45:21.576" v="1174" actId="1036"/>
          <ac:spMkLst>
            <pc:docMk/>
            <pc:sldMk cId="3924721644" sldId="285"/>
            <ac:spMk id="435" creationId="{D51A1A36-B29C-3CF7-3D9B-990DFFE1DBB5}"/>
          </ac:spMkLst>
        </pc:spChg>
        <pc:spChg chg="mod">
          <ac:chgData name="Soban Najam" userId="59c411b0-ccb7-4330-99a9-29cc04a2c185" providerId="ADAL" clId="{7175BE28-6B03-4995-88E8-34BBC4F1360E}" dt="2023-09-21T04:45:21.576" v="1174" actId="1036"/>
          <ac:spMkLst>
            <pc:docMk/>
            <pc:sldMk cId="3924721644" sldId="285"/>
            <ac:spMk id="436" creationId="{1D401474-D861-58E1-990C-B9BCEEA79089}"/>
          </ac:spMkLst>
        </pc:spChg>
        <pc:spChg chg="mod">
          <ac:chgData name="Soban Najam" userId="59c411b0-ccb7-4330-99a9-29cc04a2c185" providerId="ADAL" clId="{7175BE28-6B03-4995-88E8-34BBC4F1360E}" dt="2023-09-21T04:45:21.576" v="1174" actId="1036"/>
          <ac:spMkLst>
            <pc:docMk/>
            <pc:sldMk cId="3924721644" sldId="285"/>
            <ac:spMk id="437" creationId="{1CB472E2-B541-767E-A4FF-1401B0DDB701}"/>
          </ac:spMkLst>
        </pc:spChg>
        <pc:spChg chg="mod">
          <ac:chgData name="Soban Najam" userId="59c411b0-ccb7-4330-99a9-29cc04a2c185" providerId="ADAL" clId="{7175BE28-6B03-4995-88E8-34BBC4F1360E}" dt="2023-09-21T04:45:21.576" v="1174" actId="1036"/>
          <ac:spMkLst>
            <pc:docMk/>
            <pc:sldMk cId="3924721644" sldId="285"/>
            <ac:spMk id="438" creationId="{9A383368-830A-AB3D-00F0-C47B13925C74}"/>
          </ac:spMkLst>
        </pc:spChg>
        <pc:spChg chg="mod">
          <ac:chgData name="Soban Najam" userId="59c411b0-ccb7-4330-99a9-29cc04a2c185" providerId="ADAL" clId="{7175BE28-6B03-4995-88E8-34BBC4F1360E}" dt="2023-09-21T04:45:21.576" v="1174" actId="1036"/>
          <ac:spMkLst>
            <pc:docMk/>
            <pc:sldMk cId="3924721644" sldId="285"/>
            <ac:spMk id="439" creationId="{58E65BBC-C7D5-9FB1-BEE3-BECBD80CFE2A}"/>
          </ac:spMkLst>
        </pc:spChg>
        <pc:spChg chg="mod">
          <ac:chgData name="Soban Najam" userId="59c411b0-ccb7-4330-99a9-29cc04a2c185" providerId="ADAL" clId="{7175BE28-6B03-4995-88E8-34BBC4F1360E}" dt="2023-09-21T04:45:21.576" v="1174" actId="1036"/>
          <ac:spMkLst>
            <pc:docMk/>
            <pc:sldMk cId="3924721644" sldId="285"/>
            <ac:spMk id="440" creationId="{8B6AF056-A444-BAAF-3C81-84532CCA118F}"/>
          </ac:spMkLst>
        </pc:spChg>
        <pc:spChg chg="mod">
          <ac:chgData name="Soban Najam" userId="59c411b0-ccb7-4330-99a9-29cc04a2c185" providerId="ADAL" clId="{7175BE28-6B03-4995-88E8-34BBC4F1360E}" dt="2023-09-21T04:45:21.576" v="1174" actId="1036"/>
          <ac:spMkLst>
            <pc:docMk/>
            <pc:sldMk cId="3924721644" sldId="285"/>
            <ac:spMk id="441" creationId="{5426C3B5-428E-B353-F405-F563E0CD89C4}"/>
          </ac:spMkLst>
        </pc:spChg>
        <pc:spChg chg="mod">
          <ac:chgData name="Soban Najam" userId="59c411b0-ccb7-4330-99a9-29cc04a2c185" providerId="ADAL" clId="{7175BE28-6B03-4995-88E8-34BBC4F1360E}" dt="2023-09-21T04:45:21.576" v="1174" actId="1036"/>
          <ac:spMkLst>
            <pc:docMk/>
            <pc:sldMk cId="3924721644" sldId="285"/>
            <ac:spMk id="442" creationId="{41CD42D4-2B15-0CB1-C745-FCC2B01BB7BE}"/>
          </ac:spMkLst>
        </pc:spChg>
        <pc:spChg chg="mod">
          <ac:chgData name="Soban Najam" userId="59c411b0-ccb7-4330-99a9-29cc04a2c185" providerId="ADAL" clId="{7175BE28-6B03-4995-88E8-34BBC4F1360E}" dt="2023-09-21T04:45:21.576" v="1174" actId="1036"/>
          <ac:spMkLst>
            <pc:docMk/>
            <pc:sldMk cId="3924721644" sldId="285"/>
            <ac:spMk id="443" creationId="{798E3987-BC63-D270-D460-6FEB1062256E}"/>
          </ac:spMkLst>
        </pc:spChg>
        <pc:spChg chg="mod">
          <ac:chgData name="Soban Najam" userId="59c411b0-ccb7-4330-99a9-29cc04a2c185" providerId="ADAL" clId="{7175BE28-6B03-4995-88E8-34BBC4F1360E}" dt="2023-09-21T04:45:21.576" v="1174" actId="1036"/>
          <ac:spMkLst>
            <pc:docMk/>
            <pc:sldMk cId="3924721644" sldId="285"/>
            <ac:spMk id="449" creationId="{D59BDEB8-9701-E72D-BE41-438AE487A1D5}"/>
          </ac:spMkLst>
        </pc:spChg>
        <pc:spChg chg="mod">
          <ac:chgData name="Soban Najam" userId="59c411b0-ccb7-4330-99a9-29cc04a2c185" providerId="ADAL" clId="{7175BE28-6B03-4995-88E8-34BBC4F1360E}" dt="2023-09-21T04:45:21.576" v="1174" actId="1036"/>
          <ac:spMkLst>
            <pc:docMk/>
            <pc:sldMk cId="3924721644" sldId="285"/>
            <ac:spMk id="450" creationId="{D324AA99-1625-5872-51BB-A143819FEF14}"/>
          </ac:spMkLst>
        </pc:spChg>
        <pc:spChg chg="mod">
          <ac:chgData name="Soban Najam" userId="59c411b0-ccb7-4330-99a9-29cc04a2c185" providerId="ADAL" clId="{7175BE28-6B03-4995-88E8-34BBC4F1360E}" dt="2023-09-21T04:45:21.576" v="1174" actId="1036"/>
          <ac:spMkLst>
            <pc:docMk/>
            <pc:sldMk cId="3924721644" sldId="285"/>
            <ac:spMk id="451" creationId="{393E89EF-31BF-D5CD-38EE-8B3B0E3469DA}"/>
          </ac:spMkLst>
        </pc:spChg>
        <pc:spChg chg="mod">
          <ac:chgData name="Soban Najam" userId="59c411b0-ccb7-4330-99a9-29cc04a2c185" providerId="ADAL" clId="{7175BE28-6B03-4995-88E8-34BBC4F1360E}" dt="2023-09-21T04:45:21.576" v="1174" actId="1036"/>
          <ac:spMkLst>
            <pc:docMk/>
            <pc:sldMk cId="3924721644" sldId="285"/>
            <ac:spMk id="452" creationId="{FDE9C418-0364-48A2-4D0D-1EA89691DDDD}"/>
          </ac:spMkLst>
        </pc:spChg>
        <pc:spChg chg="add mod">
          <ac:chgData name="Soban Najam" userId="59c411b0-ccb7-4330-99a9-29cc04a2c185" providerId="ADAL" clId="{7175BE28-6B03-4995-88E8-34BBC4F1360E}" dt="2023-09-21T04:45:07.400" v="1163" actId="403"/>
          <ac:spMkLst>
            <pc:docMk/>
            <pc:sldMk cId="3924721644" sldId="285"/>
            <ac:spMk id="453" creationId="{C2CCF2A9-1CFA-0174-29AE-755887719562}"/>
          </ac:spMkLst>
        </pc:spChg>
        <pc:grpChg chg="add mod">
          <ac:chgData name="Soban Najam" userId="59c411b0-ccb7-4330-99a9-29cc04a2c185" providerId="ADAL" clId="{7175BE28-6B03-4995-88E8-34BBC4F1360E}" dt="2023-09-21T04:45:21.576" v="1174" actId="1036"/>
          <ac:grpSpMkLst>
            <pc:docMk/>
            <pc:sldMk cId="3924721644" sldId="285"/>
            <ac:grpSpMk id="3" creationId="{B97A0702-6B2B-32DB-B664-BBF5118D07E8}"/>
          </ac:grpSpMkLst>
        </pc:grpChg>
        <pc:grpChg chg="mod">
          <ac:chgData name="Soban Najam" userId="59c411b0-ccb7-4330-99a9-29cc04a2c185" providerId="ADAL" clId="{7175BE28-6B03-4995-88E8-34BBC4F1360E}" dt="2023-09-21T04:45:21.576" v="1174" actId="1036"/>
          <ac:grpSpMkLst>
            <pc:docMk/>
            <pc:sldMk cId="3924721644" sldId="285"/>
            <ac:grpSpMk id="4" creationId="{B97FDE90-7F7C-753E-2ED6-055A7AD1231F}"/>
          </ac:grpSpMkLst>
        </pc:grpChg>
        <pc:grpChg chg="mod">
          <ac:chgData name="Soban Najam" userId="59c411b0-ccb7-4330-99a9-29cc04a2c185" providerId="ADAL" clId="{7175BE28-6B03-4995-88E8-34BBC4F1360E}" dt="2023-09-21T04:45:21.576" v="1174" actId="1036"/>
          <ac:grpSpMkLst>
            <pc:docMk/>
            <pc:sldMk cId="3924721644" sldId="285"/>
            <ac:grpSpMk id="8" creationId="{E60AFF02-0F96-282D-5D87-A5C6686E812E}"/>
          </ac:grpSpMkLst>
        </pc:grpChg>
        <pc:grpChg chg="mod">
          <ac:chgData name="Soban Najam" userId="59c411b0-ccb7-4330-99a9-29cc04a2c185" providerId="ADAL" clId="{7175BE28-6B03-4995-88E8-34BBC4F1360E}" dt="2023-09-21T04:45:21.576" v="1174" actId="1036"/>
          <ac:grpSpMkLst>
            <pc:docMk/>
            <pc:sldMk cId="3924721644" sldId="285"/>
            <ac:grpSpMk id="9" creationId="{B508F8E1-9B78-3656-6A5B-B068FC0966CA}"/>
          </ac:grpSpMkLst>
        </pc:grpChg>
        <pc:grpChg chg="mod">
          <ac:chgData name="Soban Najam" userId="59c411b0-ccb7-4330-99a9-29cc04a2c185" providerId="ADAL" clId="{7175BE28-6B03-4995-88E8-34BBC4F1360E}" dt="2023-09-21T04:45:21.576" v="1174" actId="1036"/>
          <ac:grpSpMkLst>
            <pc:docMk/>
            <pc:sldMk cId="3924721644" sldId="285"/>
            <ac:grpSpMk id="10" creationId="{304EBD1E-ACA9-026E-F915-E7FEB5878C2E}"/>
          </ac:grpSpMkLst>
        </pc:grpChg>
        <pc:grpChg chg="mod">
          <ac:chgData name="Soban Najam" userId="59c411b0-ccb7-4330-99a9-29cc04a2c185" providerId="ADAL" clId="{7175BE28-6B03-4995-88E8-34BBC4F1360E}" dt="2023-09-21T04:45:21.576" v="1174" actId="1036"/>
          <ac:grpSpMkLst>
            <pc:docMk/>
            <pc:sldMk cId="3924721644" sldId="285"/>
            <ac:grpSpMk id="29" creationId="{DAF9B5F1-2960-A1C4-1CD8-4380ADBFAF60}"/>
          </ac:grpSpMkLst>
        </pc:grpChg>
        <pc:grpChg chg="mod">
          <ac:chgData name="Soban Najam" userId="59c411b0-ccb7-4330-99a9-29cc04a2c185" providerId="ADAL" clId="{7175BE28-6B03-4995-88E8-34BBC4F1360E}" dt="2023-09-21T04:45:21.576" v="1174" actId="1036"/>
          <ac:grpSpMkLst>
            <pc:docMk/>
            <pc:sldMk cId="3924721644" sldId="285"/>
            <ac:grpSpMk id="30" creationId="{7873112F-BFB2-EE29-BEE0-FEAF8E79491F}"/>
          </ac:grpSpMkLst>
        </pc:grpChg>
        <pc:grpChg chg="mod">
          <ac:chgData name="Soban Najam" userId="59c411b0-ccb7-4330-99a9-29cc04a2c185" providerId="ADAL" clId="{7175BE28-6B03-4995-88E8-34BBC4F1360E}" dt="2023-09-21T04:45:21.576" v="1174" actId="1036"/>
          <ac:grpSpMkLst>
            <pc:docMk/>
            <pc:sldMk cId="3924721644" sldId="285"/>
            <ac:grpSpMk id="32" creationId="{3FEF4747-FD91-79C8-B364-D5E4B17EE828}"/>
          </ac:grpSpMkLst>
        </pc:grpChg>
        <pc:grpChg chg="mod">
          <ac:chgData name="Soban Najam" userId="59c411b0-ccb7-4330-99a9-29cc04a2c185" providerId="ADAL" clId="{7175BE28-6B03-4995-88E8-34BBC4F1360E}" dt="2023-09-21T04:45:21.576" v="1174" actId="1036"/>
          <ac:grpSpMkLst>
            <pc:docMk/>
            <pc:sldMk cId="3924721644" sldId="285"/>
            <ac:grpSpMk id="65" creationId="{A0EED55D-F9A7-2406-73BB-CBB59A9809F2}"/>
          </ac:grpSpMkLst>
        </pc:grpChg>
        <pc:grpChg chg="mod">
          <ac:chgData name="Soban Najam" userId="59c411b0-ccb7-4330-99a9-29cc04a2c185" providerId="ADAL" clId="{7175BE28-6B03-4995-88E8-34BBC4F1360E}" dt="2023-09-21T04:45:21.576" v="1174" actId="1036"/>
          <ac:grpSpMkLst>
            <pc:docMk/>
            <pc:sldMk cId="3924721644" sldId="285"/>
            <ac:grpSpMk id="234" creationId="{6EF2ACA9-5039-45BD-99BC-0FFA2209308E}"/>
          </ac:grpSpMkLst>
        </pc:grpChg>
        <pc:grpChg chg="mod">
          <ac:chgData name="Soban Najam" userId="59c411b0-ccb7-4330-99a9-29cc04a2c185" providerId="ADAL" clId="{7175BE28-6B03-4995-88E8-34BBC4F1360E}" dt="2023-09-21T04:45:21.576" v="1174" actId="1036"/>
          <ac:grpSpMkLst>
            <pc:docMk/>
            <pc:sldMk cId="3924721644" sldId="285"/>
            <ac:grpSpMk id="240" creationId="{2EF972DD-241A-9FC1-1F83-A0568FD0AE52}"/>
          </ac:grpSpMkLst>
        </pc:grpChg>
        <pc:grpChg chg="mod">
          <ac:chgData name="Soban Najam" userId="59c411b0-ccb7-4330-99a9-29cc04a2c185" providerId="ADAL" clId="{7175BE28-6B03-4995-88E8-34BBC4F1360E}" dt="2023-09-21T04:45:21.576" v="1174" actId="1036"/>
          <ac:grpSpMkLst>
            <pc:docMk/>
            <pc:sldMk cId="3924721644" sldId="285"/>
            <ac:grpSpMk id="242" creationId="{5D59117B-75EF-4880-2937-1FE9BFAF4100}"/>
          </ac:grpSpMkLst>
        </pc:grpChg>
        <pc:grpChg chg="mod">
          <ac:chgData name="Soban Najam" userId="59c411b0-ccb7-4330-99a9-29cc04a2c185" providerId="ADAL" clId="{7175BE28-6B03-4995-88E8-34BBC4F1360E}" dt="2023-09-21T04:45:21.576" v="1174" actId="1036"/>
          <ac:grpSpMkLst>
            <pc:docMk/>
            <pc:sldMk cId="3924721644" sldId="285"/>
            <ac:grpSpMk id="269" creationId="{E47742CE-BE04-6190-3C17-B4E65D52650F}"/>
          </ac:grpSpMkLst>
        </pc:grpChg>
        <pc:grpChg chg="mod">
          <ac:chgData name="Soban Najam" userId="59c411b0-ccb7-4330-99a9-29cc04a2c185" providerId="ADAL" clId="{7175BE28-6B03-4995-88E8-34BBC4F1360E}" dt="2023-09-21T04:45:21.576" v="1174" actId="1036"/>
          <ac:grpSpMkLst>
            <pc:docMk/>
            <pc:sldMk cId="3924721644" sldId="285"/>
            <ac:grpSpMk id="344" creationId="{3E47C548-999D-0698-0A0A-75CD8B47DD72}"/>
          </ac:grpSpMkLst>
        </pc:grpChg>
        <pc:grpChg chg="mod">
          <ac:chgData name="Soban Najam" userId="59c411b0-ccb7-4330-99a9-29cc04a2c185" providerId="ADAL" clId="{7175BE28-6B03-4995-88E8-34BBC4F1360E}" dt="2023-09-21T04:45:21.576" v="1174" actId="1036"/>
          <ac:grpSpMkLst>
            <pc:docMk/>
            <pc:sldMk cId="3924721644" sldId="285"/>
            <ac:grpSpMk id="351" creationId="{A26B15E6-4E69-B3D7-8645-D67E214EE27D}"/>
          </ac:grpSpMkLst>
        </pc:grpChg>
        <pc:grpChg chg="mod">
          <ac:chgData name="Soban Najam" userId="59c411b0-ccb7-4330-99a9-29cc04a2c185" providerId="ADAL" clId="{7175BE28-6B03-4995-88E8-34BBC4F1360E}" dt="2023-09-21T04:45:21.576" v="1174" actId="1036"/>
          <ac:grpSpMkLst>
            <pc:docMk/>
            <pc:sldMk cId="3924721644" sldId="285"/>
            <ac:grpSpMk id="426" creationId="{1C85A420-F6E3-FBA5-44B0-8A4671C84A0C}"/>
          </ac:grpSpMkLst>
        </pc:grpChg>
        <pc:grpChg chg="mod">
          <ac:chgData name="Soban Najam" userId="59c411b0-ccb7-4330-99a9-29cc04a2c185" providerId="ADAL" clId="{7175BE28-6B03-4995-88E8-34BBC4F1360E}" dt="2023-09-21T04:45:21.576" v="1174" actId="1036"/>
          <ac:grpSpMkLst>
            <pc:docMk/>
            <pc:sldMk cId="3924721644" sldId="285"/>
            <ac:grpSpMk id="444" creationId="{C1C2023C-1F6F-6A48-52C6-A9565C2AE1BD}"/>
          </ac:grpSpMkLst>
        </pc:grpChg>
        <pc:grpChg chg="mod">
          <ac:chgData name="Soban Najam" userId="59c411b0-ccb7-4330-99a9-29cc04a2c185" providerId="ADAL" clId="{7175BE28-6B03-4995-88E8-34BBC4F1360E}" dt="2023-09-21T04:45:21.576" v="1174" actId="1036"/>
          <ac:grpSpMkLst>
            <pc:docMk/>
            <pc:sldMk cId="3924721644" sldId="285"/>
            <ac:grpSpMk id="446" creationId="{F0EF750F-4360-A675-2816-D6EED638481F}"/>
          </ac:grpSpMkLst>
        </pc:grpChg>
        <pc:picChg chg="mod">
          <ac:chgData name="Soban Najam" userId="59c411b0-ccb7-4330-99a9-29cc04a2c185" providerId="ADAL" clId="{7175BE28-6B03-4995-88E8-34BBC4F1360E}" dt="2023-09-21T04:45:21.576" v="1174" actId="1036"/>
          <ac:picMkLst>
            <pc:docMk/>
            <pc:sldMk cId="3924721644" sldId="285"/>
            <ac:picMk id="59" creationId="{23E96727-013A-62C0-B918-C5F0762CC6F1}"/>
          </ac:picMkLst>
        </pc:picChg>
        <pc:picChg chg="mod">
          <ac:chgData name="Soban Najam" userId="59c411b0-ccb7-4330-99a9-29cc04a2c185" providerId="ADAL" clId="{7175BE28-6B03-4995-88E8-34BBC4F1360E}" dt="2023-09-21T04:45:21.576" v="1174" actId="1036"/>
          <ac:picMkLst>
            <pc:docMk/>
            <pc:sldMk cId="3924721644" sldId="285"/>
            <ac:picMk id="60" creationId="{2B88AAF1-1BC8-D786-598E-8D52A0910726}"/>
          </ac:picMkLst>
        </pc:picChg>
        <pc:picChg chg="mod">
          <ac:chgData name="Soban Najam" userId="59c411b0-ccb7-4330-99a9-29cc04a2c185" providerId="ADAL" clId="{7175BE28-6B03-4995-88E8-34BBC4F1360E}" dt="2023-09-21T04:45:21.576" v="1174" actId="1036"/>
          <ac:picMkLst>
            <pc:docMk/>
            <pc:sldMk cId="3924721644" sldId="285"/>
            <ac:picMk id="61" creationId="{5BF149E2-AB60-56C4-65FB-C5F25DB06FB1}"/>
          </ac:picMkLst>
        </pc:picChg>
        <pc:picChg chg="mod">
          <ac:chgData name="Soban Najam" userId="59c411b0-ccb7-4330-99a9-29cc04a2c185" providerId="ADAL" clId="{7175BE28-6B03-4995-88E8-34BBC4F1360E}" dt="2023-09-21T04:45:21.576" v="1174" actId="1036"/>
          <ac:picMkLst>
            <pc:docMk/>
            <pc:sldMk cId="3924721644" sldId="285"/>
            <ac:picMk id="62" creationId="{4F8A5D55-A685-CEF9-CF2E-211CC1C711C9}"/>
          </ac:picMkLst>
        </pc:picChg>
        <pc:picChg chg="mod">
          <ac:chgData name="Soban Najam" userId="59c411b0-ccb7-4330-99a9-29cc04a2c185" providerId="ADAL" clId="{7175BE28-6B03-4995-88E8-34BBC4F1360E}" dt="2023-09-21T04:45:21.576" v="1174" actId="1036"/>
          <ac:picMkLst>
            <pc:docMk/>
            <pc:sldMk cId="3924721644" sldId="285"/>
            <ac:picMk id="63" creationId="{01B9B672-2937-29CD-FDCD-ED8B82B134BA}"/>
          </ac:picMkLst>
        </pc:picChg>
        <pc:picChg chg="mod">
          <ac:chgData name="Soban Najam" userId="59c411b0-ccb7-4330-99a9-29cc04a2c185" providerId="ADAL" clId="{7175BE28-6B03-4995-88E8-34BBC4F1360E}" dt="2023-09-21T04:45:21.576" v="1174" actId="1036"/>
          <ac:picMkLst>
            <pc:docMk/>
            <pc:sldMk cId="3924721644" sldId="285"/>
            <ac:picMk id="64" creationId="{91B0FDB7-124D-70B4-EEDB-6F45FA9581BF}"/>
          </ac:picMkLst>
        </pc:picChg>
        <pc:picChg chg="mod">
          <ac:chgData name="Soban Najam" userId="59c411b0-ccb7-4330-99a9-29cc04a2c185" providerId="ADAL" clId="{7175BE28-6B03-4995-88E8-34BBC4F1360E}" dt="2023-09-21T04:45:21.576" v="1174" actId="1036"/>
          <ac:picMkLst>
            <pc:docMk/>
            <pc:sldMk cId="3924721644" sldId="285"/>
            <ac:picMk id="201" creationId="{61B431D9-93AC-13B0-4DD6-5FC4C9C77138}"/>
          </ac:picMkLst>
        </pc:picChg>
        <pc:picChg chg="mod">
          <ac:chgData name="Soban Najam" userId="59c411b0-ccb7-4330-99a9-29cc04a2c185" providerId="ADAL" clId="{7175BE28-6B03-4995-88E8-34BBC4F1360E}" dt="2023-09-21T04:45:21.576" v="1174" actId="1036"/>
          <ac:picMkLst>
            <pc:docMk/>
            <pc:sldMk cId="3924721644" sldId="285"/>
            <ac:picMk id="202" creationId="{423CE4AC-9D7E-758A-C863-F2E7EA5A1B80}"/>
          </ac:picMkLst>
        </pc:picChg>
        <pc:picChg chg="mod">
          <ac:chgData name="Soban Najam" userId="59c411b0-ccb7-4330-99a9-29cc04a2c185" providerId="ADAL" clId="{7175BE28-6B03-4995-88E8-34BBC4F1360E}" dt="2023-09-21T04:45:21.576" v="1174" actId="1036"/>
          <ac:picMkLst>
            <pc:docMk/>
            <pc:sldMk cId="3924721644" sldId="285"/>
            <ac:picMk id="203" creationId="{9F79B3EE-79D4-2FF0-1D09-B680E6D9501A}"/>
          </ac:picMkLst>
        </pc:picChg>
        <pc:picChg chg="mod">
          <ac:chgData name="Soban Najam" userId="59c411b0-ccb7-4330-99a9-29cc04a2c185" providerId="ADAL" clId="{7175BE28-6B03-4995-88E8-34BBC4F1360E}" dt="2023-09-21T04:45:21.576" v="1174" actId="1036"/>
          <ac:picMkLst>
            <pc:docMk/>
            <pc:sldMk cId="3924721644" sldId="285"/>
            <ac:picMk id="204" creationId="{B7E59C42-AD1C-BB4C-B611-3BA3287D0362}"/>
          </ac:picMkLst>
        </pc:picChg>
        <pc:picChg chg="mod">
          <ac:chgData name="Soban Najam" userId="59c411b0-ccb7-4330-99a9-29cc04a2c185" providerId="ADAL" clId="{7175BE28-6B03-4995-88E8-34BBC4F1360E}" dt="2023-09-21T04:45:21.576" v="1174" actId="1036"/>
          <ac:picMkLst>
            <pc:docMk/>
            <pc:sldMk cId="3924721644" sldId="285"/>
            <ac:picMk id="205" creationId="{B6347784-A5B4-826F-3A74-0A3EAE411F94}"/>
          </ac:picMkLst>
        </pc:picChg>
        <pc:picChg chg="mod">
          <ac:chgData name="Soban Najam" userId="59c411b0-ccb7-4330-99a9-29cc04a2c185" providerId="ADAL" clId="{7175BE28-6B03-4995-88E8-34BBC4F1360E}" dt="2023-09-21T04:45:21.576" v="1174" actId="1036"/>
          <ac:picMkLst>
            <pc:docMk/>
            <pc:sldMk cId="3924721644" sldId="285"/>
            <ac:picMk id="206" creationId="{B65EDFDF-875D-6BA2-C074-BBA5B43AC5A7}"/>
          </ac:picMkLst>
        </pc:picChg>
        <pc:picChg chg="mod">
          <ac:chgData name="Soban Najam" userId="59c411b0-ccb7-4330-99a9-29cc04a2c185" providerId="ADAL" clId="{7175BE28-6B03-4995-88E8-34BBC4F1360E}" dt="2023-09-21T04:45:21.576" v="1174" actId="1036"/>
          <ac:picMkLst>
            <pc:docMk/>
            <pc:sldMk cId="3924721644" sldId="285"/>
            <ac:picMk id="348" creationId="{42BF8350-ED9E-4859-CAB0-CC19F2B548D9}"/>
          </ac:picMkLst>
        </pc:picChg>
        <pc:picChg chg="mod">
          <ac:chgData name="Soban Najam" userId="59c411b0-ccb7-4330-99a9-29cc04a2c185" providerId="ADAL" clId="{7175BE28-6B03-4995-88E8-34BBC4F1360E}" dt="2023-09-21T04:45:21.576" v="1174" actId="1036"/>
          <ac:picMkLst>
            <pc:docMk/>
            <pc:sldMk cId="3924721644" sldId="285"/>
            <ac:picMk id="357" creationId="{128B4108-63F7-C388-DED4-3233B8C91F31}"/>
          </ac:picMkLst>
        </pc:picChg>
        <pc:picChg chg="mod">
          <ac:chgData name="Soban Najam" userId="59c411b0-ccb7-4330-99a9-29cc04a2c185" providerId="ADAL" clId="{7175BE28-6B03-4995-88E8-34BBC4F1360E}" dt="2023-09-21T04:45:21.576" v="1174" actId="1036"/>
          <ac:picMkLst>
            <pc:docMk/>
            <pc:sldMk cId="3924721644" sldId="285"/>
            <ac:picMk id="395" creationId="{00B671CD-836B-90C3-B7BD-03C08F852E01}"/>
          </ac:picMkLst>
        </pc:picChg>
        <pc:picChg chg="mod">
          <ac:chgData name="Soban Najam" userId="59c411b0-ccb7-4330-99a9-29cc04a2c185" providerId="ADAL" clId="{7175BE28-6B03-4995-88E8-34BBC4F1360E}" dt="2023-09-21T04:45:21.576" v="1174" actId="1036"/>
          <ac:picMkLst>
            <pc:docMk/>
            <pc:sldMk cId="3924721644" sldId="285"/>
            <ac:picMk id="396" creationId="{1E207D52-799C-64B2-AD0B-8D25C89249E7}"/>
          </ac:picMkLst>
        </pc:picChg>
        <pc:picChg chg="mod">
          <ac:chgData name="Soban Najam" userId="59c411b0-ccb7-4330-99a9-29cc04a2c185" providerId="ADAL" clId="{7175BE28-6B03-4995-88E8-34BBC4F1360E}" dt="2023-09-21T04:45:21.576" v="1174" actId="1036"/>
          <ac:picMkLst>
            <pc:docMk/>
            <pc:sldMk cId="3924721644" sldId="285"/>
            <ac:picMk id="397" creationId="{ACB60B55-827C-5A06-40EE-12933B4A34B0}"/>
          </ac:picMkLst>
        </pc:picChg>
        <pc:picChg chg="mod">
          <ac:chgData name="Soban Najam" userId="59c411b0-ccb7-4330-99a9-29cc04a2c185" providerId="ADAL" clId="{7175BE28-6B03-4995-88E8-34BBC4F1360E}" dt="2023-09-21T04:45:21.576" v="1174" actId="1036"/>
          <ac:picMkLst>
            <pc:docMk/>
            <pc:sldMk cId="3924721644" sldId="285"/>
            <ac:picMk id="398" creationId="{1EF32ED7-B0CD-0172-E89E-2E2805D78433}"/>
          </ac:picMkLst>
        </pc:picChg>
        <pc:picChg chg="mod">
          <ac:chgData name="Soban Najam" userId="59c411b0-ccb7-4330-99a9-29cc04a2c185" providerId="ADAL" clId="{7175BE28-6B03-4995-88E8-34BBC4F1360E}" dt="2023-09-21T04:45:21.576" v="1174" actId="1036"/>
          <ac:picMkLst>
            <pc:docMk/>
            <pc:sldMk cId="3924721644" sldId="285"/>
            <ac:picMk id="399" creationId="{9910C47B-AFE5-A8AE-B097-FC71F46269E2}"/>
          </ac:picMkLst>
        </pc:picChg>
        <pc:picChg chg="mod">
          <ac:chgData name="Soban Najam" userId="59c411b0-ccb7-4330-99a9-29cc04a2c185" providerId="ADAL" clId="{7175BE28-6B03-4995-88E8-34BBC4F1360E}" dt="2023-09-21T04:45:21.576" v="1174" actId="1036"/>
          <ac:picMkLst>
            <pc:docMk/>
            <pc:sldMk cId="3924721644" sldId="285"/>
            <ac:picMk id="400" creationId="{E019522F-6228-5AF4-DE2F-676AEE3CB83C}"/>
          </ac:picMkLst>
        </pc:picChg>
        <pc:picChg chg="mod">
          <ac:chgData name="Soban Najam" userId="59c411b0-ccb7-4330-99a9-29cc04a2c185" providerId="ADAL" clId="{7175BE28-6B03-4995-88E8-34BBC4F1360E}" dt="2023-09-21T04:45:21.576" v="1174" actId="1036"/>
          <ac:picMkLst>
            <pc:docMk/>
            <pc:sldMk cId="3924721644" sldId="285"/>
            <ac:picMk id="445" creationId="{C318DEFC-4236-90D3-EF79-A3BE7E4884DA}"/>
          </ac:picMkLst>
        </pc:picChg>
        <pc:picChg chg="mod">
          <ac:chgData name="Soban Najam" userId="59c411b0-ccb7-4330-99a9-29cc04a2c185" providerId="ADAL" clId="{7175BE28-6B03-4995-88E8-34BBC4F1360E}" dt="2023-09-21T04:45:21.576" v="1174" actId="1036"/>
          <ac:picMkLst>
            <pc:docMk/>
            <pc:sldMk cId="3924721644" sldId="285"/>
            <ac:picMk id="447" creationId="{52EC0350-7804-8A3D-2883-E21F30F74E22}"/>
          </ac:picMkLst>
        </pc:picChg>
        <pc:picChg chg="mod">
          <ac:chgData name="Soban Najam" userId="59c411b0-ccb7-4330-99a9-29cc04a2c185" providerId="ADAL" clId="{7175BE28-6B03-4995-88E8-34BBC4F1360E}" dt="2023-09-21T04:45:21.576" v="1174" actId="1036"/>
          <ac:picMkLst>
            <pc:docMk/>
            <pc:sldMk cId="3924721644" sldId="285"/>
            <ac:picMk id="448" creationId="{84D3245A-39DB-090D-79F3-64695616A742}"/>
          </ac:picMkLst>
        </pc:picChg>
        <pc:cxnChg chg="mod">
          <ac:chgData name="Soban Najam" userId="59c411b0-ccb7-4330-99a9-29cc04a2c185" providerId="ADAL" clId="{7175BE28-6B03-4995-88E8-34BBC4F1360E}" dt="2023-09-21T04:45:21.576" v="1174" actId="1036"/>
          <ac:cxnSpMkLst>
            <pc:docMk/>
            <pc:sldMk cId="3924721644" sldId="285"/>
            <ac:cxnSpMk id="15" creationId="{D27B211F-4400-C15E-61C1-9A09D288337A}"/>
          </ac:cxnSpMkLst>
        </pc:cxnChg>
        <pc:cxnChg chg="mod">
          <ac:chgData name="Soban Najam" userId="59c411b0-ccb7-4330-99a9-29cc04a2c185" providerId="ADAL" clId="{7175BE28-6B03-4995-88E8-34BBC4F1360E}" dt="2023-09-21T04:45:21.576" v="1174" actId="1036"/>
          <ac:cxnSpMkLst>
            <pc:docMk/>
            <pc:sldMk cId="3924721644" sldId="285"/>
            <ac:cxnSpMk id="20" creationId="{1B02B6FD-36E4-B4E0-B656-2F1BCC970E1F}"/>
          </ac:cxnSpMkLst>
        </pc:cxnChg>
        <pc:cxnChg chg="mod">
          <ac:chgData name="Soban Najam" userId="59c411b0-ccb7-4330-99a9-29cc04a2c185" providerId="ADAL" clId="{7175BE28-6B03-4995-88E8-34BBC4F1360E}" dt="2023-09-21T04:45:21.576" v="1174" actId="1036"/>
          <ac:cxnSpMkLst>
            <pc:docMk/>
            <pc:sldMk cId="3924721644" sldId="285"/>
            <ac:cxnSpMk id="23" creationId="{E1F72655-008F-B161-96B7-54756F788DDA}"/>
          </ac:cxnSpMkLst>
        </pc:cxnChg>
        <pc:cxnChg chg="mod">
          <ac:chgData name="Soban Najam" userId="59c411b0-ccb7-4330-99a9-29cc04a2c185" providerId="ADAL" clId="{7175BE28-6B03-4995-88E8-34BBC4F1360E}" dt="2023-09-21T04:45:21.576" v="1174" actId="1036"/>
          <ac:cxnSpMkLst>
            <pc:docMk/>
            <pc:sldMk cId="3924721644" sldId="285"/>
            <ac:cxnSpMk id="24" creationId="{B888388F-EB82-4F9C-0521-9F1C6C23FA3D}"/>
          </ac:cxnSpMkLst>
        </pc:cxnChg>
        <pc:cxnChg chg="mod">
          <ac:chgData name="Soban Najam" userId="59c411b0-ccb7-4330-99a9-29cc04a2c185" providerId="ADAL" clId="{7175BE28-6B03-4995-88E8-34BBC4F1360E}" dt="2023-09-21T04:45:21.576" v="1174" actId="1036"/>
          <ac:cxnSpMkLst>
            <pc:docMk/>
            <pc:sldMk cId="3924721644" sldId="285"/>
            <ac:cxnSpMk id="25" creationId="{C1A98583-F114-6250-CFE5-C0E17604A967}"/>
          </ac:cxnSpMkLst>
        </pc:cxnChg>
        <pc:cxnChg chg="mod">
          <ac:chgData name="Soban Najam" userId="59c411b0-ccb7-4330-99a9-29cc04a2c185" providerId="ADAL" clId="{7175BE28-6B03-4995-88E8-34BBC4F1360E}" dt="2023-09-21T04:45:21.576" v="1174" actId="1036"/>
          <ac:cxnSpMkLst>
            <pc:docMk/>
            <pc:sldMk cId="3924721644" sldId="285"/>
            <ac:cxnSpMk id="28" creationId="{7A0B522D-E1C5-3BE4-2CDE-F15F770D844B}"/>
          </ac:cxnSpMkLst>
        </pc:cxnChg>
      </pc:sldChg>
      <pc:sldChg chg="addSp delSp modSp add mod">
        <pc:chgData name="Soban Najam" userId="59c411b0-ccb7-4330-99a9-29cc04a2c185" providerId="ADAL" clId="{7175BE28-6B03-4995-88E8-34BBC4F1360E}" dt="2023-09-21T05:15:00.816" v="2346" actId="1076"/>
        <pc:sldMkLst>
          <pc:docMk/>
          <pc:sldMk cId="1388716122" sldId="286"/>
        </pc:sldMkLst>
        <pc:spChg chg="mod">
          <ac:chgData name="Soban Najam" userId="59c411b0-ccb7-4330-99a9-29cc04a2c185" providerId="ADAL" clId="{7175BE28-6B03-4995-88E8-34BBC4F1360E}" dt="2023-09-21T05:03:59.547" v="1644" actId="20577"/>
          <ac:spMkLst>
            <pc:docMk/>
            <pc:sldMk cId="1388716122" sldId="286"/>
            <ac:spMk id="6" creationId="{628BBA39-824D-488B-AE10-EB9F908C928A}"/>
          </ac:spMkLst>
        </pc:spChg>
        <pc:spChg chg="del">
          <ac:chgData name="Soban Najam" userId="59c411b0-ccb7-4330-99a9-29cc04a2c185" providerId="ADAL" clId="{7175BE28-6B03-4995-88E8-34BBC4F1360E}" dt="2023-09-21T04:59:23.287" v="1508" actId="478"/>
          <ac:spMkLst>
            <pc:docMk/>
            <pc:sldMk cId="1388716122" sldId="286"/>
            <ac:spMk id="8" creationId="{6EDA276D-B4BE-B259-8587-E7DE132DBB0F}"/>
          </ac:spMkLst>
        </pc:spChg>
        <pc:spChg chg="del">
          <ac:chgData name="Soban Najam" userId="59c411b0-ccb7-4330-99a9-29cc04a2c185" providerId="ADAL" clId="{7175BE28-6B03-4995-88E8-34BBC4F1360E}" dt="2023-09-21T04:59:23.287" v="1508" actId="478"/>
          <ac:spMkLst>
            <pc:docMk/>
            <pc:sldMk cId="1388716122" sldId="286"/>
            <ac:spMk id="9" creationId="{9B1F7CE3-2026-7244-78E9-FA46D3928B6D}"/>
          </ac:spMkLst>
        </pc:spChg>
        <pc:spChg chg="del">
          <ac:chgData name="Soban Najam" userId="59c411b0-ccb7-4330-99a9-29cc04a2c185" providerId="ADAL" clId="{7175BE28-6B03-4995-88E8-34BBC4F1360E}" dt="2023-09-21T04:59:23.287" v="1508" actId="478"/>
          <ac:spMkLst>
            <pc:docMk/>
            <pc:sldMk cId="1388716122" sldId="286"/>
            <ac:spMk id="10" creationId="{366DE7C7-D67A-CF92-3E35-292B3D701ED1}"/>
          </ac:spMkLst>
        </pc:spChg>
        <pc:spChg chg="add mod">
          <ac:chgData name="Soban Najam" userId="59c411b0-ccb7-4330-99a9-29cc04a2c185" providerId="ADAL" clId="{7175BE28-6B03-4995-88E8-34BBC4F1360E}" dt="2023-09-21T05:04:57.992" v="1682" actId="1038"/>
          <ac:spMkLst>
            <pc:docMk/>
            <pc:sldMk cId="1388716122" sldId="286"/>
            <ac:spMk id="11" creationId="{C7EBF083-5959-F7EE-AEF8-55570FB5B3A0}"/>
          </ac:spMkLst>
        </pc:spChg>
        <pc:spChg chg="add mod">
          <ac:chgData name="Soban Najam" userId="59c411b0-ccb7-4330-99a9-29cc04a2c185" providerId="ADAL" clId="{7175BE28-6B03-4995-88E8-34BBC4F1360E}" dt="2023-09-21T05:05:30.722" v="1713" actId="1076"/>
          <ac:spMkLst>
            <pc:docMk/>
            <pc:sldMk cId="1388716122" sldId="286"/>
            <ac:spMk id="12" creationId="{B4ACB140-2B04-D9EF-7C5A-77C15C11E6B3}"/>
          </ac:spMkLst>
        </pc:spChg>
        <pc:spChg chg="add mod">
          <ac:chgData name="Soban Najam" userId="59c411b0-ccb7-4330-99a9-29cc04a2c185" providerId="ADAL" clId="{7175BE28-6B03-4995-88E8-34BBC4F1360E}" dt="2023-09-21T05:05:49.527" v="1717" actId="14100"/>
          <ac:spMkLst>
            <pc:docMk/>
            <pc:sldMk cId="1388716122" sldId="286"/>
            <ac:spMk id="13" creationId="{F218A029-749C-11E7-4D68-7F83BF1378AC}"/>
          </ac:spMkLst>
        </pc:spChg>
        <pc:spChg chg="del">
          <ac:chgData name="Soban Najam" userId="59c411b0-ccb7-4330-99a9-29cc04a2c185" providerId="ADAL" clId="{7175BE28-6B03-4995-88E8-34BBC4F1360E}" dt="2023-09-21T04:59:23.287" v="1508" actId="478"/>
          <ac:spMkLst>
            <pc:docMk/>
            <pc:sldMk cId="1388716122" sldId="286"/>
            <ac:spMk id="14" creationId="{7DF0499A-57DC-512A-7A86-C0029D926836}"/>
          </ac:spMkLst>
        </pc:spChg>
        <pc:spChg chg="del">
          <ac:chgData name="Soban Najam" userId="59c411b0-ccb7-4330-99a9-29cc04a2c185" providerId="ADAL" clId="{7175BE28-6B03-4995-88E8-34BBC4F1360E}" dt="2023-09-21T04:59:23.287" v="1508" actId="478"/>
          <ac:spMkLst>
            <pc:docMk/>
            <pc:sldMk cId="1388716122" sldId="286"/>
            <ac:spMk id="15" creationId="{BEA7CE72-AC4C-E5EB-7090-CAC48AA8CF8E}"/>
          </ac:spMkLst>
        </pc:spChg>
        <pc:spChg chg="del">
          <ac:chgData name="Soban Najam" userId="59c411b0-ccb7-4330-99a9-29cc04a2c185" providerId="ADAL" clId="{7175BE28-6B03-4995-88E8-34BBC4F1360E}" dt="2023-09-21T04:59:23.287" v="1508" actId="478"/>
          <ac:spMkLst>
            <pc:docMk/>
            <pc:sldMk cId="1388716122" sldId="286"/>
            <ac:spMk id="16" creationId="{F26F687E-BFBB-D24B-C976-17DC16B32043}"/>
          </ac:spMkLst>
        </pc:spChg>
        <pc:spChg chg="del">
          <ac:chgData name="Soban Najam" userId="59c411b0-ccb7-4330-99a9-29cc04a2c185" providerId="ADAL" clId="{7175BE28-6B03-4995-88E8-34BBC4F1360E}" dt="2023-09-21T04:59:23.287" v="1508" actId="478"/>
          <ac:spMkLst>
            <pc:docMk/>
            <pc:sldMk cId="1388716122" sldId="286"/>
            <ac:spMk id="17" creationId="{950EE33D-A0BE-B769-11B4-00BF573BB933}"/>
          </ac:spMkLst>
        </pc:spChg>
        <pc:spChg chg="del">
          <ac:chgData name="Soban Najam" userId="59c411b0-ccb7-4330-99a9-29cc04a2c185" providerId="ADAL" clId="{7175BE28-6B03-4995-88E8-34BBC4F1360E}" dt="2023-09-21T04:59:23.287" v="1508" actId="478"/>
          <ac:spMkLst>
            <pc:docMk/>
            <pc:sldMk cId="1388716122" sldId="286"/>
            <ac:spMk id="18" creationId="{4AB36CF7-6411-B4EC-B581-FFA55756EFCC}"/>
          </ac:spMkLst>
        </pc:spChg>
        <pc:spChg chg="del">
          <ac:chgData name="Soban Najam" userId="59c411b0-ccb7-4330-99a9-29cc04a2c185" providerId="ADAL" clId="{7175BE28-6B03-4995-88E8-34BBC4F1360E}" dt="2023-09-21T04:59:23.287" v="1508" actId="478"/>
          <ac:spMkLst>
            <pc:docMk/>
            <pc:sldMk cId="1388716122" sldId="286"/>
            <ac:spMk id="19" creationId="{036827AB-BBF8-D83B-C2B5-678F762BB2A1}"/>
          </ac:spMkLst>
        </pc:spChg>
        <pc:spChg chg="del">
          <ac:chgData name="Soban Najam" userId="59c411b0-ccb7-4330-99a9-29cc04a2c185" providerId="ADAL" clId="{7175BE28-6B03-4995-88E8-34BBC4F1360E}" dt="2023-09-21T04:59:23.287" v="1508" actId="478"/>
          <ac:spMkLst>
            <pc:docMk/>
            <pc:sldMk cId="1388716122" sldId="286"/>
            <ac:spMk id="20" creationId="{9183A7AF-2400-493C-90B7-898A737B0126}"/>
          </ac:spMkLst>
        </pc:spChg>
        <pc:spChg chg="add mod">
          <ac:chgData name="Soban Najam" userId="59c411b0-ccb7-4330-99a9-29cc04a2c185" providerId="ADAL" clId="{7175BE28-6B03-4995-88E8-34BBC4F1360E}" dt="2023-09-21T05:06:12.767" v="1723" actId="1076"/>
          <ac:spMkLst>
            <pc:docMk/>
            <pc:sldMk cId="1388716122" sldId="286"/>
            <ac:spMk id="22" creationId="{E4BCEA83-FD2D-67F6-C057-2B719E2684E9}"/>
          </ac:spMkLst>
        </pc:spChg>
        <pc:spChg chg="add mod">
          <ac:chgData name="Soban Najam" userId="59c411b0-ccb7-4330-99a9-29cc04a2c185" providerId="ADAL" clId="{7175BE28-6B03-4995-88E8-34BBC4F1360E}" dt="2023-09-21T05:09:49.590" v="1911" actId="1038"/>
          <ac:spMkLst>
            <pc:docMk/>
            <pc:sldMk cId="1388716122" sldId="286"/>
            <ac:spMk id="27" creationId="{10D0B22D-F638-50DB-2D09-B0C45549F6F8}"/>
          </ac:spMkLst>
        </pc:spChg>
        <pc:spChg chg="add mod">
          <ac:chgData name="Soban Najam" userId="59c411b0-ccb7-4330-99a9-29cc04a2c185" providerId="ADAL" clId="{7175BE28-6B03-4995-88E8-34BBC4F1360E}" dt="2023-09-21T05:09:49.590" v="1911" actId="1038"/>
          <ac:spMkLst>
            <pc:docMk/>
            <pc:sldMk cId="1388716122" sldId="286"/>
            <ac:spMk id="29" creationId="{042135F1-FA2C-AF1B-0DED-2E8D2AC99A2C}"/>
          </ac:spMkLst>
        </pc:spChg>
        <pc:spChg chg="add mod">
          <ac:chgData name="Soban Najam" userId="59c411b0-ccb7-4330-99a9-29cc04a2c185" providerId="ADAL" clId="{7175BE28-6B03-4995-88E8-34BBC4F1360E}" dt="2023-09-21T05:09:49.590" v="1911" actId="1038"/>
          <ac:spMkLst>
            <pc:docMk/>
            <pc:sldMk cId="1388716122" sldId="286"/>
            <ac:spMk id="35" creationId="{A011C0EC-ACAC-E88E-ED96-245FE3015298}"/>
          </ac:spMkLst>
        </pc:spChg>
        <pc:spChg chg="add mod">
          <ac:chgData name="Soban Najam" userId="59c411b0-ccb7-4330-99a9-29cc04a2c185" providerId="ADAL" clId="{7175BE28-6B03-4995-88E8-34BBC4F1360E}" dt="2023-09-21T05:09:49.590" v="1911" actId="1038"/>
          <ac:spMkLst>
            <pc:docMk/>
            <pc:sldMk cId="1388716122" sldId="286"/>
            <ac:spMk id="36" creationId="{5D8B386F-137B-E6AB-8A09-B9B32E01E2D0}"/>
          </ac:spMkLst>
        </pc:spChg>
        <pc:spChg chg="add mod">
          <ac:chgData name="Soban Najam" userId="59c411b0-ccb7-4330-99a9-29cc04a2c185" providerId="ADAL" clId="{7175BE28-6B03-4995-88E8-34BBC4F1360E}" dt="2023-09-21T05:10:15.341" v="1931" actId="20577"/>
          <ac:spMkLst>
            <pc:docMk/>
            <pc:sldMk cId="1388716122" sldId="286"/>
            <ac:spMk id="37" creationId="{BB2EFA8B-EDEB-2D8D-C6F6-54E9F8926A9A}"/>
          </ac:spMkLst>
        </pc:spChg>
        <pc:spChg chg="add mod">
          <ac:chgData name="Soban Najam" userId="59c411b0-ccb7-4330-99a9-29cc04a2c185" providerId="ADAL" clId="{7175BE28-6B03-4995-88E8-34BBC4F1360E}" dt="2023-09-21T05:10:28.578" v="1933" actId="13822"/>
          <ac:spMkLst>
            <pc:docMk/>
            <pc:sldMk cId="1388716122" sldId="286"/>
            <ac:spMk id="38" creationId="{0415AED6-FC67-DDC6-C898-BA0BA61D3E9A}"/>
          </ac:spMkLst>
        </pc:spChg>
        <pc:spChg chg="add mod">
          <ac:chgData name="Soban Najam" userId="59c411b0-ccb7-4330-99a9-29cc04a2c185" providerId="ADAL" clId="{7175BE28-6B03-4995-88E8-34BBC4F1360E}" dt="2023-09-21T05:11:32.278" v="2191" actId="1076"/>
          <ac:spMkLst>
            <pc:docMk/>
            <pc:sldMk cId="1388716122" sldId="286"/>
            <ac:spMk id="39" creationId="{253F1F4C-219E-45CE-C571-93756DFB9241}"/>
          </ac:spMkLst>
        </pc:spChg>
        <pc:spChg chg="add mod">
          <ac:chgData name="Soban Najam" userId="59c411b0-ccb7-4330-99a9-29cc04a2c185" providerId="ADAL" clId="{7175BE28-6B03-4995-88E8-34BBC4F1360E}" dt="2023-09-21T05:13:19.950" v="2206" actId="1076"/>
          <ac:spMkLst>
            <pc:docMk/>
            <pc:sldMk cId="1388716122" sldId="286"/>
            <ac:spMk id="41" creationId="{B16AB730-5CAB-442B-F49B-196C9A181169}"/>
          </ac:spMkLst>
        </pc:spChg>
        <pc:spChg chg="add mod">
          <ac:chgData name="Soban Najam" userId="59c411b0-ccb7-4330-99a9-29cc04a2c185" providerId="ADAL" clId="{7175BE28-6B03-4995-88E8-34BBC4F1360E}" dt="2023-09-21T05:15:00.816" v="2346" actId="1076"/>
          <ac:spMkLst>
            <pc:docMk/>
            <pc:sldMk cId="1388716122" sldId="286"/>
            <ac:spMk id="42" creationId="{176F5999-B773-DF9C-B431-CB1BF967DAE8}"/>
          </ac:spMkLst>
        </pc:spChg>
        <pc:graphicFrameChg chg="add del mod">
          <ac:chgData name="Soban Najam" userId="59c411b0-ccb7-4330-99a9-29cc04a2c185" providerId="ADAL" clId="{7175BE28-6B03-4995-88E8-34BBC4F1360E}" dt="2023-09-21T05:06:23.340" v="1727"/>
          <ac:graphicFrameMkLst>
            <pc:docMk/>
            <pc:sldMk cId="1388716122" sldId="286"/>
            <ac:graphicFrameMk id="23" creationId="{E9838129-663D-73C4-A1EE-5F8DC88300F5}"/>
          </ac:graphicFrameMkLst>
        </pc:graphicFrameChg>
        <pc:graphicFrameChg chg="add mod modGraphic">
          <ac:chgData name="Soban Najam" userId="59c411b0-ccb7-4330-99a9-29cc04a2c185" providerId="ADAL" clId="{7175BE28-6B03-4995-88E8-34BBC4F1360E}" dt="2023-09-21T05:06:34.554" v="1733" actId="1076"/>
          <ac:graphicFrameMkLst>
            <pc:docMk/>
            <pc:sldMk cId="1388716122" sldId="286"/>
            <ac:graphicFrameMk id="24" creationId="{5D34DB54-DBF5-8283-0012-E5AE7A35A270}"/>
          </ac:graphicFrameMkLst>
        </pc:graphicFrameChg>
        <pc:picChg chg="add mod">
          <ac:chgData name="Soban Najam" userId="59c411b0-ccb7-4330-99a9-29cc04a2c185" providerId="ADAL" clId="{7175BE28-6B03-4995-88E8-34BBC4F1360E}" dt="2023-09-21T05:05:26.604" v="1712" actId="1076"/>
          <ac:picMkLst>
            <pc:docMk/>
            <pc:sldMk cId="1388716122" sldId="286"/>
            <ac:picMk id="3" creationId="{E10F8369-3076-686D-72C3-5986D0733D68}"/>
          </ac:picMkLst>
        </pc:picChg>
        <pc:cxnChg chg="add del mod">
          <ac:chgData name="Soban Najam" userId="59c411b0-ccb7-4330-99a9-29cc04a2c185" providerId="ADAL" clId="{7175BE28-6B03-4995-88E8-34BBC4F1360E}" dt="2023-09-21T05:08:49.366" v="1792" actId="478"/>
          <ac:cxnSpMkLst>
            <pc:docMk/>
            <pc:sldMk cId="1388716122" sldId="286"/>
            <ac:cxnSpMk id="26" creationId="{03C93366-F7BA-C7C1-5734-73B3425213C0}"/>
          </ac:cxnSpMkLst>
        </pc:cxnChg>
        <pc:cxnChg chg="add del mod">
          <ac:chgData name="Soban Najam" userId="59c411b0-ccb7-4330-99a9-29cc04a2c185" providerId="ADAL" clId="{7175BE28-6B03-4995-88E8-34BBC4F1360E}" dt="2023-09-21T05:08:49.366" v="1792" actId="478"/>
          <ac:cxnSpMkLst>
            <pc:docMk/>
            <pc:sldMk cId="1388716122" sldId="286"/>
            <ac:cxnSpMk id="28" creationId="{48A89A8F-4F75-2869-4CB8-D82F7C798BCD}"/>
          </ac:cxnSpMkLst>
        </pc:cxnChg>
      </pc:sldChg>
      <pc:sldChg chg="modSp add del mod">
        <pc:chgData name="Soban Najam" userId="59c411b0-ccb7-4330-99a9-29cc04a2c185" providerId="ADAL" clId="{7175BE28-6B03-4995-88E8-34BBC4F1360E}" dt="2023-09-21T04:46:14.180" v="1188" actId="47"/>
        <pc:sldMkLst>
          <pc:docMk/>
          <pc:sldMk cId="2589101313" sldId="286"/>
        </pc:sldMkLst>
        <pc:spChg chg="mod">
          <ac:chgData name="Soban Najam" userId="59c411b0-ccb7-4330-99a9-29cc04a2c185" providerId="ADAL" clId="{7175BE28-6B03-4995-88E8-34BBC4F1360E}" dt="2023-09-21T04:46:04.451" v="1187"/>
          <ac:spMkLst>
            <pc:docMk/>
            <pc:sldMk cId="2589101313" sldId="286"/>
            <ac:spMk id="8" creationId="{6EDA276D-B4BE-B259-8587-E7DE132DBB0F}"/>
          </ac:spMkLst>
        </pc:spChg>
      </pc:sldChg>
      <pc:sldChg chg="del">
        <pc:chgData name="Soban Najam" userId="59c411b0-ccb7-4330-99a9-29cc04a2c185" providerId="ADAL" clId="{7175BE28-6B03-4995-88E8-34BBC4F1360E}" dt="2023-09-20T17:51:49.963" v="127" actId="47"/>
        <pc:sldMkLst>
          <pc:docMk/>
          <pc:sldMk cId="3206486173" sldId="286"/>
        </pc:sldMkLst>
      </pc:sldChg>
      <pc:sldChg chg="addSp delSp modSp add mod">
        <pc:chgData name="Soban Najam" userId="59c411b0-ccb7-4330-99a9-29cc04a2c185" providerId="ADAL" clId="{7175BE28-6B03-4995-88E8-34BBC4F1360E}" dt="2023-09-21T05:20:11.418" v="2440" actId="20577"/>
        <pc:sldMkLst>
          <pc:docMk/>
          <pc:sldMk cId="1120349601" sldId="287"/>
        </pc:sldMkLst>
        <pc:spChg chg="mod">
          <ac:chgData name="Soban Najam" userId="59c411b0-ccb7-4330-99a9-29cc04a2c185" providerId="ADAL" clId="{7175BE28-6B03-4995-88E8-34BBC4F1360E}" dt="2023-09-21T05:20:11.418" v="2440" actId="20577"/>
          <ac:spMkLst>
            <pc:docMk/>
            <pc:sldMk cId="1120349601" sldId="287"/>
            <ac:spMk id="6" creationId="{628BBA39-824D-488B-AE10-EB9F908C928A}"/>
          </ac:spMkLst>
        </pc:spChg>
        <pc:spChg chg="del">
          <ac:chgData name="Soban Najam" userId="59c411b0-ccb7-4330-99a9-29cc04a2c185" providerId="ADAL" clId="{7175BE28-6B03-4995-88E8-34BBC4F1360E}" dt="2023-09-21T05:15:48.814" v="2349" actId="478"/>
          <ac:spMkLst>
            <pc:docMk/>
            <pc:sldMk cId="1120349601" sldId="287"/>
            <ac:spMk id="599" creationId="{48563195-34C8-2E53-C82F-AE2AC4CE9CEE}"/>
          </ac:spMkLst>
        </pc:spChg>
        <pc:spChg chg="add mod">
          <ac:chgData name="Soban Najam" userId="59c411b0-ccb7-4330-99a9-29cc04a2c185" providerId="ADAL" clId="{7175BE28-6B03-4995-88E8-34BBC4F1360E}" dt="2023-09-21T05:16:43.059" v="2362" actId="1076"/>
          <ac:spMkLst>
            <pc:docMk/>
            <pc:sldMk cId="1120349601" sldId="287"/>
            <ac:spMk id="602" creationId="{197FE44E-A744-DC0D-1707-53951A3E70A2}"/>
          </ac:spMkLst>
        </pc:spChg>
        <pc:grpChg chg="del">
          <ac:chgData name="Soban Najam" userId="59c411b0-ccb7-4330-99a9-29cc04a2c185" providerId="ADAL" clId="{7175BE28-6B03-4995-88E8-34BBC4F1360E}" dt="2023-09-21T05:15:47.361" v="2348" actId="478"/>
          <ac:grpSpMkLst>
            <pc:docMk/>
            <pc:sldMk cId="1120349601" sldId="287"/>
            <ac:grpSpMk id="3" creationId="{5C662D5D-6996-9648-8D53-1FA92B836351}"/>
          </ac:grpSpMkLst>
        </pc:grpChg>
        <pc:picChg chg="add mod">
          <ac:chgData name="Soban Najam" userId="59c411b0-ccb7-4330-99a9-29cc04a2c185" providerId="ADAL" clId="{7175BE28-6B03-4995-88E8-34BBC4F1360E}" dt="2023-09-21T05:15:56.326" v="2352" actId="1076"/>
          <ac:picMkLst>
            <pc:docMk/>
            <pc:sldMk cId="1120349601" sldId="287"/>
            <ac:picMk id="600" creationId="{696B10CD-C452-DC43-0D1C-D23EDFC36B45}"/>
          </ac:picMkLst>
        </pc:picChg>
      </pc:sldChg>
      <pc:sldChg chg="del">
        <pc:chgData name="Soban Najam" userId="59c411b0-ccb7-4330-99a9-29cc04a2c185" providerId="ADAL" clId="{7175BE28-6B03-4995-88E8-34BBC4F1360E}" dt="2023-09-20T17:51:49.963" v="127" actId="47"/>
        <pc:sldMkLst>
          <pc:docMk/>
          <pc:sldMk cId="1171523355" sldId="287"/>
        </pc:sldMkLst>
      </pc:sldChg>
      <pc:sldChg chg="del">
        <pc:chgData name="Soban Najam" userId="59c411b0-ccb7-4330-99a9-29cc04a2c185" providerId="ADAL" clId="{7175BE28-6B03-4995-88E8-34BBC4F1360E}" dt="2023-09-20T17:51:49.963" v="127" actId="47"/>
        <pc:sldMkLst>
          <pc:docMk/>
          <pc:sldMk cId="1242839540" sldId="288"/>
        </pc:sldMkLst>
      </pc:sldChg>
      <pc:sldChg chg="addSp delSp modSp add mod">
        <pc:chgData name="Soban Najam" userId="59c411b0-ccb7-4330-99a9-29cc04a2c185" providerId="ADAL" clId="{7175BE28-6B03-4995-88E8-34BBC4F1360E}" dt="2023-09-21T05:20:18.749" v="2448" actId="20577"/>
        <pc:sldMkLst>
          <pc:docMk/>
          <pc:sldMk cId="1556831804" sldId="288"/>
        </pc:sldMkLst>
        <pc:spChg chg="mod">
          <ac:chgData name="Soban Najam" userId="59c411b0-ccb7-4330-99a9-29cc04a2c185" providerId="ADAL" clId="{7175BE28-6B03-4995-88E8-34BBC4F1360E}" dt="2023-09-21T05:20:18.749" v="2448" actId="20577"/>
          <ac:spMkLst>
            <pc:docMk/>
            <pc:sldMk cId="1556831804" sldId="288"/>
            <ac:spMk id="6" creationId="{628BBA39-824D-488B-AE10-EB9F908C928A}"/>
          </ac:spMkLst>
        </pc:spChg>
        <pc:spChg chg="mod">
          <ac:chgData name="Soban Najam" userId="59c411b0-ccb7-4330-99a9-29cc04a2c185" providerId="ADAL" clId="{7175BE28-6B03-4995-88E8-34BBC4F1360E}" dt="2023-09-21T05:17:56.231" v="2381" actId="948"/>
          <ac:spMkLst>
            <pc:docMk/>
            <pc:sldMk cId="1556831804" sldId="288"/>
            <ac:spMk id="602" creationId="{197FE44E-A744-DC0D-1707-53951A3E70A2}"/>
          </ac:spMkLst>
        </pc:spChg>
        <pc:picChg chg="add mod">
          <ac:chgData name="Soban Najam" userId="59c411b0-ccb7-4330-99a9-29cc04a2c185" providerId="ADAL" clId="{7175BE28-6B03-4995-88E8-34BBC4F1360E}" dt="2023-09-21T05:17:13.966" v="2366" actId="1076"/>
          <ac:picMkLst>
            <pc:docMk/>
            <pc:sldMk cId="1556831804" sldId="288"/>
            <ac:picMk id="3" creationId="{2BFC8938-3B6A-4DB8-96A8-69F7F5216C86}"/>
          </ac:picMkLst>
        </pc:picChg>
        <pc:picChg chg="del">
          <ac:chgData name="Soban Najam" userId="59c411b0-ccb7-4330-99a9-29cc04a2c185" providerId="ADAL" clId="{7175BE28-6B03-4995-88E8-34BBC4F1360E}" dt="2023-09-21T05:17:08.512" v="2364" actId="478"/>
          <ac:picMkLst>
            <pc:docMk/>
            <pc:sldMk cId="1556831804" sldId="288"/>
            <ac:picMk id="600" creationId="{696B10CD-C452-DC43-0D1C-D23EDFC36B45}"/>
          </ac:picMkLst>
        </pc:picChg>
      </pc:sldChg>
      <pc:sldChg chg="modSp add mod">
        <pc:chgData name="Soban Najam" userId="59c411b0-ccb7-4330-99a9-29cc04a2c185" providerId="ADAL" clId="{7175BE28-6B03-4995-88E8-34BBC4F1360E}" dt="2023-09-21T05:20:25.526" v="2449"/>
        <pc:sldMkLst>
          <pc:docMk/>
          <pc:sldMk cId="2066283466" sldId="289"/>
        </pc:sldMkLst>
        <pc:spChg chg="mod">
          <ac:chgData name="Soban Najam" userId="59c411b0-ccb7-4330-99a9-29cc04a2c185" providerId="ADAL" clId="{7175BE28-6B03-4995-88E8-34BBC4F1360E}" dt="2023-09-21T05:20:25.526" v="2449"/>
          <ac:spMkLst>
            <pc:docMk/>
            <pc:sldMk cId="2066283466" sldId="289"/>
            <ac:spMk id="6" creationId="{628BBA39-824D-488B-AE10-EB9F908C928A}"/>
          </ac:spMkLst>
        </pc:spChg>
        <pc:spChg chg="mod">
          <ac:chgData name="Soban Najam" userId="59c411b0-ccb7-4330-99a9-29cc04a2c185" providerId="ADAL" clId="{7175BE28-6B03-4995-88E8-34BBC4F1360E}" dt="2023-09-21T05:18:58.372" v="2393" actId="14100"/>
          <ac:spMkLst>
            <pc:docMk/>
            <pc:sldMk cId="2066283466" sldId="289"/>
            <ac:spMk id="602" creationId="{197FE44E-A744-DC0D-1707-53951A3E70A2}"/>
          </ac:spMkLst>
        </pc:spChg>
      </pc:sldChg>
      <pc:sldChg chg="addSp delSp modSp add del mod">
        <pc:chgData name="Soban Najam" userId="59c411b0-ccb7-4330-99a9-29cc04a2c185" providerId="ADAL" clId="{7175BE28-6B03-4995-88E8-34BBC4F1360E}" dt="2023-09-21T06:12:31.598" v="3059" actId="47"/>
        <pc:sldMkLst>
          <pc:docMk/>
          <pc:sldMk cId="3797865809" sldId="290"/>
        </pc:sldMkLst>
        <pc:spChg chg="mod">
          <ac:chgData name="Soban Najam" userId="59c411b0-ccb7-4330-99a9-29cc04a2c185" providerId="ADAL" clId="{7175BE28-6B03-4995-88E8-34BBC4F1360E}" dt="2023-09-21T05:22:20.028" v="2531" actId="20577"/>
          <ac:spMkLst>
            <pc:docMk/>
            <pc:sldMk cId="3797865809" sldId="290"/>
            <ac:spMk id="6" creationId="{628BBA39-824D-488B-AE10-EB9F908C928A}"/>
          </ac:spMkLst>
        </pc:spChg>
        <pc:spChg chg="del">
          <ac:chgData name="Soban Najam" userId="59c411b0-ccb7-4330-99a9-29cc04a2c185" providerId="ADAL" clId="{7175BE28-6B03-4995-88E8-34BBC4F1360E}" dt="2023-09-21T05:20:54.834" v="2451" actId="478"/>
          <ac:spMkLst>
            <pc:docMk/>
            <pc:sldMk cId="3797865809" sldId="290"/>
            <ac:spMk id="453" creationId="{C2CCF2A9-1CFA-0174-29AE-755887719562}"/>
          </ac:spMkLst>
        </pc:spChg>
        <pc:spChg chg="add mod">
          <ac:chgData name="Soban Najam" userId="59c411b0-ccb7-4330-99a9-29cc04a2c185" providerId="ADAL" clId="{7175BE28-6B03-4995-88E8-34BBC4F1360E}" dt="2023-09-21T05:20:59.663" v="2453" actId="1076"/>
          <ac:spMkLst>
            <pc:docMk/>
            <pc:sldMk cId="3797865809" sldId="290"/>
            <ac:spMk id="454" creationId="{2AF0EFD0-8D7D-9B21-24B9-0140EB4E75D4}"/>
          </ac:spMkLst>
        </pc:spChg>
        <pc:spChg chg="add mod">
          <ac:chgData name="Soban Najam" userId="59c411b0-ccb7-4330-99a9-29cc04a2c185" providerId="ADAL" clId="{7175BE28-6B03-4995-88E8-34BBC4F1360E}" dt="2023-09-21T05:20:59.663" v="2453" actId="1076"/>
          <ac:spMkLst>
            <pc:docMk/>
            <pc:sldMk cId="3797865809" sldId="290"/>
            <ac:spMk id="455" creationId="{85442CFF-CE44-2717-1778-B65769DFFD86}"/>
          </ac:spMkLst>
        </pc:spChg>
        <pc:spChg chg="add mod">
          <ac:chgData name="Soban Najam" userId="59c411b0-ccb7-4330-99a9-29cc04a2c185" providerId="ADAL" clId="{7175BE28-6B03-4995-88E8-34BBC4F1360E}" dt="2023-09-21T05:20:59.663" v="2453" actId="1076"/>
          <ac:spMkLst>
            <pc:docMk/>
            <pc:sldMk cId="3797865809" sldId="290"/>
            <ac:spMk id="456" creationId="{1C2A15CB-49AC-6302-BA87-D4391545F6D6}"/>
          </ac:spMkLst>
        </pc:spChg>
        <pc:spChg chg="add mod">
          <ac:chgData name="Soban Najam" userId="59c411b0-ccb7-4330-99a9-29cc04a2c185" providerId="ADAL" clId="{7175BE28-6B03-4995-88E8-34BBC4F1360E}" dt="2023-09-21T05:20:59.663" v="2453" actId="1076"/>
          <ac:spMkLst>
            <pc:docMk/>
            <pc:sldMk cId="3797865809" sldId="290"/>
            <ac:spMk id="457" creationId="{5D8B5B55-9ADA-56ED-AFE2-340DC2F77FB6}"/>
          </ac:spMkLst>
        </pc:spChg>
        <pc:spChg chg="add mod">
          <ac:chgData name="Soban Najam" userId="59c411b0-ccb7-4330-99a9-29cc04a2c185" providerId="ADAL" clId="{7175BE28-6B03-4995-88E8-34BBC4F1360E}" dt="2023-09-21T05:20:59.663" v="2453" actId="1076"/>
          <ac:spMkLst>
            <pc:docMk/>
            <pc:sldMk cId="3797865809" sldId="290"/>
            <ac:spMk id="458" creationId="{C2802AFA-6F7F-5BE6-0E61-9A32D2525BA5}"/>
          </ac:spMkLst>
        </pc:spChg>
        <pc:spChg chg="add mod">
          <ac:chgData name="Soban Najam" userId="59c411b0-ccb7-4330-99a9-29cc04a2c185" providerId="ADAL" clId="{7175BE28-6B03-4995-88E8-34BBC4F1360E}" dt="2023-09-21T05:20:59.663" v="2453" actId="1076"/>
          <ac:spMkLst>
            <pc:docMk/>
            <pc:sldMk cId="3797865809" sldId="290"/>
            <ac:spMk id="459" creationId="{F7CDF637-6F42-3050-623F-D8CD7BFD7051}"/>
          </ac:spMkLst>
        </pc:spChg>
        <pc:spChg chg="add mod">
          <ac:chgData name="Soban Najam" userId="59c411b0-ccb7-4330-99a9-29cc04a2c185" providerId="ADAL" clId="{7175BE28-6B03-4995-88E8-34BBC4F1360E}" dt="2023-09-21T05:21:29.548" v="2465" actId="20577"/>
          <ac:spMkLst>
            <pc:docMk/>
            <pc:sldMk cId="3797865809" sldId="290"/>
            <ac:spMk id="460" creationId="{76232330-BAE4-7AD1-706A-A7596DF4A238}"/>
          </ac:spMkLst>
        </pc:spChg>
        <pc:spChg chg="add mod">
          <ac:chgData name="Soban Najam" userId="59c411b0-ccb7-4330-99a9-29cc04a2c185" providerId="ADAL" clId="{7175BE28-6B03-4995-88E8-34BBC4F1360E}" dt="2023-09-21T05:21:41.449" v="2466"/>
          <ac:spMkLst>
            <pc:docMk/>
            <pc:sldMk cId="3797865809" sldId="290"/>
            <ac:spMk id="461" creationId="{745EC405-FB15-37E0-EE00-3D764FF91664}"/>
          </ac:spMkLst>
        </pc:spChg>
        <pc:spChg chg="mod">
          <ac:chgData name="Soban Najam" userId="59c411b0-ccb7-4330-99a9-29cc04a2c185" providerId="ADAL" clId="{7175BE28-6B03-4995-88E8-34BBC4F1360E}" dt="2023-09-21T05:20:56.902" v="2452"/>
          <ac:spMkLst>
            <pc:docMk/>
            <pc:sldMk cId="3797865809" sldId="290"/>
            <ac:spMk id="463" creationId="{14F4EE2F-D891-BB53-5A27-1D27FB564319}"/>
          </ac:spMkLst>
        </pc:spChg>
        <pc:spChg chg="mod">
          <ac:chgData name="Soban Najam" userId="59c411b0-ccb7-4330-99a9-29cc04a2c185" providerId="ADAL" clId="{7175BE28-6B03-4995-88E8-34BBC4F1360E}" dt="2023-09-21T05:20:56.902" v="2452"/>
          <ac:spMkLst>
            <pc:docMk/>
            <pc:sldMk cId="3797865809" sldId="290"/>
            <ac:spMk id="464" creationId="{5FE2DF83-1865-909F-D4E5-9988070AB693}"/>
          </ac:spMkLst>
        </pc:spChg>
        <pc:spChg chg="add mod">
          <ac:chgData name="Soban Najam" userId="59c411b0-ccb7-4330-99a9-29cc04a2c185" providerId="ADAL" clId="{7175BE28-6B03-4995-88E8-34BBC4F1360E}" dt="2023-09-21T05:20:59.663" v="2453" actId="1076"/>
          <ac:spMkLst>
            <pc:docMk/>
            <pc:sldMk cId="3797865809" sldId="290"/>
            <ac:spMk id="467" creationId="{6E827CF2-9494-8C08-28F8-548153ED8659}"/>
          </ac:spMkLst>
        </pc:spChg>
        <pc:spChg chg="add mod">
          <ac:chgData name="Soban Najam" userId="59c411b0-ccb7-4330-99a9-29cc04a2c185" providerId="ADAL" clId="{7175BE28-6B03-4995-88E8-34BBC4F1360E}" dt="2023-09-21T05:20:59.663" v="2453" actId="1076"/>
          <ac:spMkLst>
            <pc:docMk/>
            <pc:sldMk cId="3797865809" sldId="290"/>
            <ac:spMk id="468" creationId="{88CADF58-5DC5-BC6B-8665-51863128E6D7}"/>
          </ac:spMkLst>
        </pc:spChg>
        <pc:spChg chg="add mod">
          <ac:chgData name="Soban Najam" userId="59c411b0-ccb7-4330-99a9-29cc04a2c185" providerId="ADAL" clId="{7175BE28-6B03-4995-88E8-34BBC4F1360E}" dt="2023-09-21T05:20:59.663" v="2453" actId="1076"/>
          <ac:spMkLst>
            <pc:docMk/>
            <pc:sldMk cId="3797865809" sldId="290"/>
            <ac:spMk id="471" creationId="{C4543352-460E-B80E-F7BF-DB12C45FF3D0}"/>
          </ac:spMkLst>
        </pc:spChg>
        <pc:spChg chg="add mod">
          <ac:chgData name="Soban Najam" userId="59c411b0-ccb7-4330-99a9-29cc04a2c185" providerId="ADAL" clId="{7175BE28-6B03-4995-88E8-34BBC4F1360E}" dt="2023-09-21T05:20:59.663" v="2453" actId="1076"/>
          <ac:spMkLst>
            <pc:docMk/>
            <pc:sldMk cId="3797865809" sldId="290"/>
            <ac:spMk id="472" creationId="{30C2363F-1FE9-F3BD-B3E7-A2E70C010004}"/>
          </ac:spMkLst>
        </pc:spChg>
        <pc:spChg chg="add mod">
          <ac:chgData name="Soban Najam" userId="59c411b0-ccb7-4330-99a9-29cc04a2c185" providerId="ADAL" clId="{7175BE28-6B03-4995-88E8-34BBC4F1360E}" dt="2023-09-21T05:21:03.894" v="2457" actId="20577"/>
          <ac:spMkLst>
            <pc:docMk/>
            <pc:sldMk cId="3797865809" sldId="290"/>
            <ac:spMk id="475" creationId="{7C6E7891-1A1A-AC67-B5F2-75BFE0FFA384}"/>
          </ac:spMkLst>
        </pc:spChg>
        <pc:spChg chg="mod">
          <ac:chgData name="Soban Najam" userId="59c411b0-ccb7-4330-99a9-29cc04a2c185" providerId="ADAL" clId="{7175BE28-6B03-4995-88E8-34BBC4F1360E}" dt="2023-09-21T05:20:56.902" v="2452"/>
          <ac:spMkLst>
            <pc:docMk/>
            <pc:sldMk cId="3797865809" sldId="290"/>
            <ac:spMk id="478" creationId="{024AE84C-4C9D-E5AC-80BF-2FE966C4AF8B}"/>
          </ac:spMkLst>
        </pc:spChg>
        <pc:spChg chg="mod">
          <ac:chgData name="Soban Najam" userId="59c411b0-ccb7-4330-99a9-29cc04a2c185" providerId="ADAL" clId="{7175BE28-6B03-4995-88E8-34BBC4F1360E}" dt="2023-09-21T05:21:12.333" v="2461" actId="20577"/>
          <ac:spMkLst>
            <pc:docMk/>
            <pc:sldMk cId="3797865809" sldId="290"/>
            <ac:spMk id="482" creationId="{1F57546C-1CC9-90E3-957E-BECFA0C99D77}"/>
          </ac:spMkLst>
        </pc:spChg>
        <pc:spChg chg="mod">
          <ac:chgData name="Soban Najam" userId="59c411b0-ccb7-4330-99a9-29cc04a2c185" providerId="ADAL" clId="{7175BE28-6B03-4995-88E8-34BBC4F1360E}" dt="2023-09-21T05:20:56.902" v="2452"/>
          <ac:spMkLst>
            <pc:docMk/>
            <pc:sldMk cId="3797865809" sldId="290"/>
            <ac:spMk id="484" creationId="{5BC862D2-D2AC-D144-83DF-15A0B0C94A94}"/>
          </ac:spMkLst>
        </pc:spChg>
        <pc:spChg chg="mod">
          <ac:chgData name="Soban Najam" userId="59c411b0-ccb7-4330-99a9-29cc04a2c185" providerId="ADAL" clId="{7175BE28-6B03-4995-88E8-34BBC4F1360E}" dt="2023-09-21T05:20:56.902" v="2452"/>
          <ac:spMkLst>
            <pc:docMk/>
            <pc:sldMk cId="3797865809" sldId="290"/>
            <ac:spMk id="485" creationId="{FB7A54C3-8D13-034C-F003-C012E1C70210}"/>
          </ac:spMkLst>
        </pc:spChg>
        <pc:spChg chg="mod">
          <ac:chgData name="Soban Najam" userId="59c411b0-ccb7-4330-99a9-29cc04a2c185" providerId="ADAL" clId="{7175BE28-6B03-4995-88E8-34BBC4F1360E}" dt="2023-09-21T05:20:56.902" v="2452"/>
          <ac:spMkLst>
            <pc:docMk/>
            <pc:sldMk cId="3797865809" sldId="290"/>
            <ac:spMk id="487" creationId="{DE68F6F1-14BF-7648-5384-79C191D31AB2}"/>
          </ac:spMkLst>
        </pc:spChg>
        <pc:spChg chg="mod">
          <ac:chgData name="Soban Najam" userId="59c411b0-ccb7-4330-99a9-29cc04a2c185" providerId="ADAL" clId="{7175BE28-6B03-4995-88E8-34BBC4F1360E}" dt="2023-09-21T05:20:56.902" v="2452"/>
          <ac:spMkLst>
            <pc:docMk/>
            <pc:sldMk cId="3797865809" sldId="290"/>
            <ac:spMk id="490" creationId="{EAF70328-3CCB-C55D-8DF3-9814EDF86C93}"/>
          </ac:spMkLst>
        </pc:spChg>
        <pc:spChg chg="mod">
          <ac:chgData name="Soban Najam" userId="59c411b0-ccb7-4330-99a9-29cc04a2c185" providerId="ADAL" clId="{7175BE28-6B03-4995-88E8-34BBC4F1360E}" dt="2023-09-21T05:20:56.902" v="2452"/>
          <ac:spMkLst>
            <pc:docMk/>
            <pc:sldMk cId="3797865809" sldId="290"/>
            <ac:spMk id="491" creationId="{7A9BDB1E-0693-D83C-76E2-8478920F2095}"/>
          </ac:spMkLst>
        </pc:spChg>
        <pc:spChg chg="mod">
          <ac:chgData name="Soban Najam" userId="59c411b0-ccb7-4330-99a9-29cc04a2c185" providerId="ADAL" clId="{7175BE28-6B03-4995-88E8-34BBC4F1360E}" dt="2023-09-21T05:20:56.902" v="2452"/>
          <ac:spMkLst>
            <pc:docMk/>
            <pc:sldMk cId="3797865809" sldId="290"/>
            <ac:spMk id="495" creationId="{CE8B8A69-17B2-40DD-D315-DED6BB404DA5}"/>
          </ac:spMkLst>
        </pc:spChg>
        <pc:spChg chg="mod">
          <ac:chgData name="Soban Najam" userId="59c411b0-ccb7-4330-99a9-29cc04a2c185" providerId="ADAL" clId="{7175BE28-6B03-4995-88E8-34BBC4F1360E}" dt="2023-09-21T05:20:56.902" v="2452"/>
          <ac:spMkLst>
            <pc:docMk/>
            <pc:sldMk cId="3797865809" sldId="290"/>
            <ac:spMk id="496" creationId="{83B63F34-0370-CD5F-C418-AFD683C7113B}"/>
          </ac:spMkLst>
        </pc:spChg>
        <pc:spChg chg="mod">
          <ac:chgData name="Soban Najam" userId="59c411b0-ccb7-4330-99a9-29cc04a2c185" providerId="ADAL" clId="{7175BE28-6B03-4995-88E8-34BBC4F1360E}" dt="2023-09-21T05:20:56.902" v="2452"/>
          <ac:spMkLst>
            <pc:docMk/>
            <pc:sldMk cId="3797865809" sldId="290"/>
            <ac:spMk id="497" creationId="{7A764995-D205-278F-74B4-D9C93E4238E3}"/>
          </ac:spMkLst>
        </pc:spChg>
        <pc:spChg chg="mod">
          <ac:chgData name="Soban Najam" userId="59c411b0-ccb7-4330-99a9-29cc04a2c185" providerId="ADAL" clId="{7175BE28-6B03-4995-88E8-34BBC4F1360E}" dt="2023-09-21T05:20:56.902" v="2452"/>
          <ac:spMkLst>
            <pc:docMk/>
            <pc:sldMk cId="3797865809" sldId="290"/>
            <ac:spMk id="500" creationId="{EE642839-537B-304B-2499-6F55DC664F7E}"/>
          </ac:spMkLst>
        </pc:spChg>
        <pc:spChg chg="mod">
          <ac:chgData name="Soban Najam" userId="59c411b0-ccb7-4330-99a9-29cc04a2c185" providerId="ADAL" clId="{7175BE28-6B03-4995-88E8-34BBC4F1360E}" dt="2023-09-21T05:20:56.902" v="2452"/>
          <ac:spMkLst>
            <pc:docMk/>
            <pc:sldMk cId="3797865809" sldId="290"/>
            <ac:spMk id="503" creationId="{513A1A8E-4704-670B-D66C-6B5FD7F0EC1D}"/>
          </ac:spMkLst>
        </pc:spChg>
        <pc:spChg chg="mod">
          <ac:chgData name="Soban Najam" userId="59c411b0-ccb7-4330-99a9-29cc04a2c185" providerId="ADAL" clId="{7175BE28-6B03-4995-88E8-34BBC4F1360E}" dt="2023-09-21T05:20:56.902" v="2452"/>
          <ac:spMkLst>
            <pc:docMk/>
            <pc:sldMk cId="3797865809" sldId="290"/>
            <ac:spMk id="506" creationId="{B974EF50-9092-CA11-24BF-30880CE5240C}"/>
          </ac:spMkLst>
        </pc:spChg>
        <pc:spChg chg="mod">
          <ac:chgData name="Soban Najam" userId="59c411b0-ccb7-4330-99a9-29cc04a2c185" providerId="ADAL" clId="{7175BE28-6B03-4995-88E8-34BBC4F1360E}" dt="2023-09-21T05:20:56.902" v="2452"/>
          <ac:spMkLst>
            <pc:docMk/>
            <pc:sldMk cId="3797865809" sldId="290"/>
            <ac:spMk id="509" creationId="{F927B107-670A-4598-7717-2D9842F7DCBC}"/>
          </ac:spMkLst>
        </pc:spChg>
        <pc:spChg chg="mod">
          <ac:chgData name="Soban Najam" userId="59c411b0-ccb7-4330-99a9-29cc04a2c185" providerId="ADAL" clId="{7175BE28-6B03-4995-88E8-34BBC4F1360E}" dt="2023-09-21T05:20:56.902" v="2452"/>
          <ac:spMkLst>
            <pc:docMk/>
            <pc:sldMk cId="3797865809" sldId="290"/>
            <ac:spMk id="512" creationId="{CF0ACE72-857E-9494-E5B8-15C4C7CAE39F}"/>
          </ac:spMkLst>
        </pc:spChg>
        <pc:spChg chg="mod">
          <ac:chgData name="Soban Najam" userId="59c411b0-ccb7-4330-99a9-29cc04a2c185" providerId="ADAL" clId="{7175BE28-6B03-4995-88E8-34BBC4F1360E}" dt="2023-09-21T05:20:56.902" v="2452"/>
          <ac:spMkLst>
            <pc:docMk/>
            <pc:sldMk cId="3797865809" sldId="290"/>
            <ac:spMk id="515" creationId="{58F958D5-3EB8-8B15-B8BE-A53E804E352E}"/>
          </ac:spMkLst>
        </pc:spChg>
        <pc:spChg chg="mod">
          <ac:chgData name="Soban Najam" userId="59c411b0-ccb7-4330-99a9-29cc04a2c185" providerId="ADAL" clId="{7175BE28-6B03-4995-88E8-34BBC4F1360E}" dt="2023-09-21T05:20:56.902" v="2452"/>
          <ac:spMkLst>
            <pc:docMk/>
            <pc:sldMk cId="3797865809" sldId="290"/>
            <ac:spMk id="516" creationId="{84C644CA-ECC9-21D6-5A66-2173162C4DA1}"/>
          </ac:spMkLst>
        </pc:spChg>
        <pc:spChg chg="mod">
          <ac:chgData name="Soban Najam" userId="59c411b0-ccb7-4330-99a9-29cc04a2c185" providerId="ADAL" clId="{7175BE28-6B03-4995-88E8-34BBC4F1360E}" dt="2023-09-21T05:20:56.902" v="2452"/>
          <ac:spMkLst>
            <pc:docMk/>
            <pc:sldMk cId="3797865809" sldId="290"/>
            <ac:spMk id="518" creationId="{BDE7CB53-CECC-4248-3839-3B6124CD0A35}"/>
          </ac:spMkLst>
        </pc:spChg>
        <pc:spChg chg="mod">
          <ac:chgData name="Soban Najam" userId="59c411b0-ccb7-4330-99a9-29cc04a2c185" providerId="ADAL" clId="{7175BE28-6B03-4995-88E8-34BBC4F1360E}" dt="2023-09-21T05:20:56.902" v="2452"/>
          <ac:spMkLst>
            <pc:docMk/>
            <pc:sldMk cId="3797865809" sldId="290"/>
            <ac:spMk id="519" creationId="{CE4EE9D4-3A61-9480-EDE6-FAFB6D2FDF46}"/>
          </ac:spMkLst>
        </pc:spChg>
        <pc:spChg chg="mod">
          <ac:chgData name="Soban Najam" userId="59c411b0-ccb7-4330-99a9-29cc04a2c185" providerId="ADAL" clId="{7175BE28-6B03-4995-88E8-34BBC4F1360E}" dt="2023-09-21T05:20:56.902" v="2452"/>
          <ac:spMkLst>
            <pc:docMk/>
            <pc:sldMk cId="3797865809" sldId="290"/>
            <ac:spMk id="521" creationId="{C152B371-7868-4F79-1629-FDBA2E35EBEE}"/>
          </ac:spMkLst>
        </pc:spChg>
        <pc:spChg chg="mod">
          <ac:chgData name="Soban Najam" userId="59c411b0-ccb7-4330-99a9-29cc04a2c185" providerId="ADAL" clId="{7175BE28-6B03-4995-88E8-34BBC4F1360E}" dt="2023-09-21T05:20:56.902" v="2452"/>
          <ac:spMkLst>
            <pc:docMk/>
            <pc:sldMk cId="3797865809" sldId="290"/>
            <ac:spMk id="524" creationId="{6314BF2F-06BF-1004-E338-AE4673370F52}"/>
          </ac:spMkLst>
        </pc:spChg>
        <pc:spChg chg="mod">
          <ac:chgData name="Soban Najam" userId="59c411b0-ccb7-4330-99a9-29cc04a2c185" providerId="ADAL" clId="{7175BE28-6B03-4995-88E8-34BBC4F1360E}" dt="2023-09-21T05:20:56.902" v="2452"/>
          <ac:spMkLst>
            <pc:docMk/>
            <pc:sldMk cId="3797865809" sldId="290"/>
            <ac:spMk id="525" creationId="{8904CC80-2CDE-3ED2-0914-E62F6B7F18A2}"/>
          </ac:spMkLst>
        </pc:spChg>
        <pc:spChg chg="mod">
          <ac:chgData name="Soban Najam" userId="59c411b0-ccb7-4330-99a9-29cc04a2c185" providerId="ADAL" clId="{7175BE28-6B03-4995-88E8-34BBC4F1360E}" dt="2023-09-21T05:20:56.902" v="2452"/>
          <ac:spMkLst>
            <pc:docMk/>
            <pc:sldMk cId="3797865809" sldId="290"/>
            <ac:spMk id="527" creationId="{05D7757C-53F0-B690-BD29-CF07A42A82B2}"/>
          </ac:spMkLst>
        </pc:spChg>
        <pc:spChg chg="mod">
          <ac:chgData name="Soban Najam" userId="59c411b0-ccb7-4330-99a9-29cc04a2c185" providerId="ADAL" clId="{7175BE28-6B03-4995-88E8-34BBC4F1360E}" dt="2023-09-21T05:20:56.902" v="2452"/>
          <ac:spMkLst>
            <pc:docMk/>
            <pc:sldMk cId="3797865809" sldId="290"/>
            <ac:spMk id="528" creationId="{9D801B87-9760-6950-F726-614F281BE314}"/>
          </ac:spMkLst>
        </pc:spChg>
        <pc:grpChg chg="del">
          <ac:chgData name="Soban Najam" userId="59c411b0-ccb7-4330-99a9-29cc04a2c185" providerId="ADAL" clId="{7175BE28-6B03-4995-88E8-34BBC4F1360E}" dt="2023-09-21T05:20:54.834" v="2451" actId="478"/>
          <ac:grpSpMkLst>
            <pc:docMk/>
            <pc:sldMk cId="3797865809" sldId="290"/>
            <ac:grpSpMk id="3" creationId="{B97A0702-6B2B-32DB-B664-BBF5118D07E8}"/>
          </ac:grpSpMkLst>
        </pc:grpChg>
        <pc:grpChg chg="add mod">
          <ac:chgData name="Soban Najam" userId="59c411b0-ccb7-4330-99a9-29cc04a2c185" providerId="ADAL" clId="{7175BE28-6B03-4995-88E8-34BBC4F1360E}" dt="2023-09-21T05:20:59.663" v="2453" actId="1076"/>
          <ac:grpSpMkLst>
            <pc:docMk/>
            <pc:sldMk cId="3797865809" sldId="290"/>
            <ac:grpSpMk id="462" creationId="{C7BB44F1-38C8-2EA4-C1C2-425A8DCB4BD8}"/>
          </ac:grpSpMkLst>
        </pc:grpChg>
        <pc:grpChg chg="add mod">
          <ac:chgData name="Soban Najam" userId="59c411b0-ccb7-4330-99a9-29cc04a2c185" providerId="ADAL" clId="{7175BE28-6B03-4995-88E8-34BBC4F1360E}" dt="2023-09-21T05:20:59.663" v="2453" actId="1076"/>
          <ac:grpSpMkLst>
            <pc:docMk/>
            <pc:sldMk cId="3797865809" sldId="290"/>
            <ac:grpSpMk id="477" creationId="{F16CD25F-11FD-5336-7128-2ACBF68DB8D7}"/>
          </ac:grpSpMkLst>
        </pc:grpChg>
        <pc:grpChg chg="add mod">
          <ac:chgData name="Soban Najam" userId="59c411b0-ccb7-4330-99a9-29cc04a2c185" providerId="ADAL" clId="{7175BE28-6B03-4995-88E8-34BBC4F1360E}" dt="2023-09-21T05:20:59.663" v="2453" actId="1076"/>
          <ac:grpSpMkLst>
            <pc:docMk/>
            <pc:sldMk cId="3797865809" sldId="290"/>
            <ac:grpSpMk id="480" creationId="{34E98C3D-967E-2E86-29A5-DC68496FB7D1}"/>
          </ac:grpSpMkLst>
        </pc:grpChg>
        <pc:grpChg chg="mod">
          <ac:chgData name="Soban Najam" userId="59c411b0-ccb7-4330-99a9-29cc04a2c185" providerId="ADAL" clId="{7175BE28-6B03-4995-88E8-34BBC4F1360E}" dt="2023-09-21T05:20:56.902" v="2452"/>
          <ac:grpSpMkLst>
            <pc:docMk/>
            <pc:sldMk cId="3797865809" sldId="290"/>
            <ac:grpSpMk id="481" creationId="{8711E349-F0FD-5FAE-BB8D-09DBEDA71F3F}"/>
          </ac:grpSpMkLst>
        </pc:grpChg>
        <pc:grpChg chg="add mod">
          <ac:chgData name="Soban Najam" userId="59c411b0-ccb7-4330-99a9-29cc04a2c185" providerId="ADAL" clId="{7175BE28-6B03-4995-88E8-34BBC4F1360E}" dt="2023-09-21T05:20:59.663" v="2453" actId="1076"/>
          <ac:grpSpMkLst>
            <pc:docMk/>
            <pc:sldMk cId="3797865809" sldId="290"/>
            <ac:grpSpMk id="486" creationId="{4EAE019A-4C29-CF0E-C265-4C50B64353DE}"/>
          </ac:grpSpMkLst>
        </pc:grpChg>
        <pc:grpChg chg="add mod">
          <ac:chgData name="Soban Najam" userId="59c411b0-ccb7-4330-99a9-29cc04a2c185" providerId="ADAL" clId="{7175BE28-6B03-4995-88E8-34BBC4F1360E}" dt="2023-09-21T05:20:59.663" v="2453" actId="1076"/>
          <ac:grpSpMkLst>
            <pc:docMk/>
            <pc:sldMk cId="3797865809" sldId="290"/>
            <ac:grpSpMk id="489" creationId="{63A4B70F-3B63-8623-1BBA-83599BDA7D6B}"/>
          </ac:grpSpMkLst>
        </pc:grpChg>
        <pc:grpChg chg="add mod">
          <ac:chgData name="Soban Najam" userId="59c411b0-ccb7-4330-99a9-29cc04a2c185" providerId="ADAL" clId="{7175BE28-6B03-4995-88E8-34BBC4F1360E}" dt="2023-09-21T05:20:59.663" v="2453" actId="1076"/>
          <ac:grpSpMkLst>
            <pc:docMk/>
            <pc:sldMk cId="3797865809" sldId="290"/>
            <ac:grpSpMk id="492" creationId="{E4EDCF53-2187-4543-1D43-D572C47C3908}"/>
          </ac:grpSpMkLst>
        </pc:grpChg>
        <pc:grpChg chg="mod">
          <ac:chgData name="Soban Najam" userId="59c411b0-ccb7-4330-99a9-29cc04a2c185" providerId="ADAL" clId="{7175BE28-6B03-4995-88E8-34BBC4F1360E}" dt="2023-09-21T05:20:56.902" v="2452"/>
          <ac:grpSpMkLst>
            <pc:docMk/>
            <pc:sldMk cId="3797865809" sldId="290"/>
            <ac:grpSpMk id="493" creationId="{80782F76-C320-D79A-23E7-026C562D9961}"/>
          </ac:grpSpMkLst>
        </pc:grpChg>
        <pc:grpChg chg="mod">
          <ac:chgData name="Soban Najam" userId="59c411b0-ccb7-4330-99a9-29cc04a2c185" providerId="ADAL" clId="{7175BE28-6B03-4995-88E8-34BBC4F1360E}" dt="2023-09-21T05:20:56.902" v="2452"/>
          <ac:grpSpMkLst>
            <pc:docMk/>
            <pc:sldMk cId="3797865809" sldId="290"/>
            <ac:grpSpMk id="494" creationId="{AD84C14B-5058-2303-29FB-7233C717015F}"/>
          </ac:grpSpMkLst>
        </pc:grpChg>
        <pc:grpChg chg="add mod">
          <ac:chgData name="Soban Najam" userId="59c411b0-ccb7-4330-99a9-29cc04a2c185" providerId="ADAL" clId="{7175BE28-6B03-4995-88E8-34BBC4F1360E}" dt="2023-09-21T05:20:59.663" v="2453" actId="1076"/>
          <ac:grpSpMkLst>
            <pc:docMk/>
            <pc:sldMk cId="3797865809" sldId="290"/>
            <ac:grpSpMk id="499" creationId="{617ABEA8-940F-4E61-6C09-2C8A01C0480B}"/>
          </ac:grpSpMkLst>
        </pc:grpChg>
        <pc:grpChg chg="add mod">
          <ac:chgData name="Soban Najam" userId="59c411b0-ccb7-4330-99a9-29cc04a2c185" providerId="ADAL" clId="{7175BE28-6B03-4995-88E8-34BBC4F1360E}" dt="2023-09-21T05:20:59.663" v="2453" actId="1076"/>
          <ac:grpSpMkLst>
            <pc:docMk/>
            <pc:sldMk cId="3797865809" sldId="290"/>
            <ac:grpSpMk id="502" creationId="{C6E6EAB0-4D1D-7EC4-43F2-AF62F028DFC8}"/>
          </ac:grpSpMkLst>
        </pc:grpChg>
        <pc:grpChg chg="add mod">
          <ac:chgData name="Soban Najam" userId="59c411b0-ccb7-4330-99a9-29cc04a2c185" providerId="ADAL" clId="{7175BE28-6B03-4995-88E8-34BBC4F1360E}" dt="2023-09-21T05:20:59.663" v="2453" actId="1076"/>
          <ac:grpSpMkLst>
            <pc:docMk/>
            <pc:sldMk cId="3797865809" sldId="290"/>
            <ac:grpSpMk id="505" creationId="{61EE04FD-A1C9-230D-BA26-5991767B2808}"/>
          </ac:grpSpMkLst>
        </pc:grpChg>
        <pc:grpChg chg="add mod">
          <ac:chgData name="Soban Najam" userId="59c411b0-ccb7-4330-99a9-29cc04a2c185" providerId="ADAL" clId="{7175BE28-6B03-4995-88E8-34BBC4F1360E}" dt="2023-09-21T05:20:59.663" v="2453" actId="1076"/>
          <ac:grpSpMkLst>
            <pc:docMk/>
            <pc:sldMk cId="3797865809" sldId="290"/>
            <ac:grpSpMk id="508" creationId="{9BB43F76-F797-D35F-D5BB-83B18890FC83}"/>
          </ac:grpSpMkLst>
        </pc:grpChg>
        <pc:grpChg chg="add mod">
          <ac:chgData name="Soban Najam" userId="59c411b0-ccb7-4330-99a9-29cc04a2c185" providerId="ADAL" clId="{7175BE28-6B03-4995-88E8-34BBC4F1360E}" dt="2023-09-21T05:20:59.663" v="2453" actId="1076"/>
          <ac:grpSpMkLst>
            <pc:docMk/>
            <pc:sldMk cId="3797865809" sldId="290"/>
            <ac:grpSpMk id="511" creationId="{AEF24842-FC5F-6A2C-DA08-66DD1DBCA272}"/>
          </ac:grpSpMkLst>
        </pc:grpChg>
        <pc:grpChg chg="add mod">
          <ac:chgData name="Soban Najam" userId="59c411b0-ccb7-4330-99a9-29cc04a2c185" providerId="ADAL" clId="{7175BE28-6B03-4995-88E8-34BBC4F1360E}" dt="2023-09-21T05:20:59.663" v="2453" actId="1076"/>
          <ac:grpSpMkLst>
            <pc:docMk/>
            <pc:sldMk cId="3797865809" sldId="290"/>
            <ac:grpSpMk id="514" creationId="{D4CD859C-470B-954E-3273-7ED802D38878}"/>
          </ac:grpSpMkLst>
        </pc:grpChg>
        <pc:grpChg chg="add mod">
          <ac:chgData name="Soban Najam" userId="59c411b0-ccb7-4330-99a9-29cc04a2c185" providerId="ADAL" clId="{7175BE28-6B03-4995-88E8-34BBC4F1360E}" dt="2023-09-21T05:20:59.663" v="2453" actId="1076"/>
          <ac:grpSpMkLst>
            <pc:docMk/>
            <pc:sldMk cId="3797865809" sldId="290"/>
            <ac:grpSpMk id="517" creationId="{915E4B7D-3539-7CC7-70F9-3C0CE11D9EDA}"/>
          </ac:grpSpMkLst>
        </pc:grpChg>
        <pc:grpChg chg="add mod">
          <ac:chgData name="Soban Najam" userId="59c411b0-ccb7-4330-99a9-29cc04a2c185" providerId="ADAL" clId="{7175BE28-6B03-4995-88E8-34BBC4F1360E}" dt="2023-09-21T05:20:59.663" v="2453" actId="1076"/>
          <ac:grpSpMkLst>
            <pc:docMk/>
            <pc:sldMk cId="3797865809" sldId="290"/>
            <ac:grpSpMk id="520" creationId="{603DBE87-C107-C130-429E-69989E295846}"/>
          </ac:grpSpMkLst>
        </pc:grpChg>
        <pc:grpChg chg="add mod">
          <ac:chgData name="Soban Najam" userId="59c411b0-ccb7-4330-99a9-29cc04a2c185" providerId="ADAL" clId="{7175BE28-6B03-4995-88E8-34BBC4F1360E}" dt="2023-09-21T05:20:59.663" v="2453" actId="1076"/>
          <ac:grpSpMkLst>
            <pc:docMk/>
            <pc:sldMk cId="3797865809" sldId="290"/>
            <ac:grpSpMk id="523" creationId="{B28D644D-7AB7-E254-5DC5-27CBAC227EC9}"/>
          </ac:grpSpMkLst>
        </pc:grpChg>
        <pc:grpChg chg="add mod">
          <ac:chgData name="Soban Najam" userId="59c411b0-ccb7-4330-99a9-29cc04a2c185" providerId="ADAL" clId="{7175BE28-6B03-4995-88E8-34BBC4F1360E}" dt="2023-09-21T05:20:59.663" v="2453" actId="1076"/>
          <ac:grpSpMkLst>
            <pc:docMk/>
            <pc:sldMk cId="3797865809" sldId="290"/>
            <ac:grpSpMk id="526" creationId="{CAACE47B-5F78-8BFC-22C7-06AE7F7F33A7}"/>
          </ac:grpSpMkLst>
        </pc:grpChg>
        <pc:cxnChg chg="add mod">
          <ac:chgData name="Soban Najam" userId="59c411b0-ccb7-4330-99a9-29cc04a2c185" providerId="ADAL" clId="{7175BE28-6B03-4995-88E8-34BBC4F1360E}" dt="2023-09-21T05:20:59.663" v="2453" actId="1076"/>
          <ac:cxnSpMkLst>
            <pc:docMk/>
            <pc:sldMk cId="3797865809" sldId="290"/>
            <ac:cxnSpMk id="465" creationId="{57AB4D53-AD84-851B-8654-7CCEEE49B83D}"/>
          </ac:cxnSpMkLst>
        </pc:cxnChg>
        <pc:cxnChg chg="add mod">
          <ac:chgData name="Soban Najam" userId="59c411b0-ccb7-4330-99a9-29cc04a2c185" providerId="ADAL" clId="{7175BE28-6B03-4995-88E8-34BBC4F1360E}" dt="2023-09-21T05:20:59.663" v="2453" actId="1076"/>
          <ac:cxnSpMkLst>
            <pc:docMk/>
            <pc:sldMk cId="3797865809" sldId="290"/>
            <ac:cxnSpMk id="466" creationId="{563430C1-FDD8-3AD9-0A87-84E911EF7749}"/>
          </ac:cxnSpMkLst>
        </pc:cxnChg>
        <pc:cxnChg chg="add mod">
          <ac:chgData name="Soban Najam" userId="59c411b0-ccb7-4330-99a9-29cc04a2c185" providerId="ADAL" clId="{7175BE28-6B03-4995-88E8-34BBC4F1360E}" dt="2023-09-21T05:20:59.663" v="2453" actId="1076"/>
          <ac:cxnSpMkLst>
            <pc:docMk/>
            <pc:sldMk cId="3797865809" sldId="290"/>
            <ac:cxnSpMk id="469" creationId="{E963641D-F245-E1EE-A670-868E53BB907F}"/>
          </ac:cxnSpMkLst>
        </pc:cxnChg>
        <pc:cxnChg chg="add mod">
          <ac:chgData name="Soban Najam" userId="59c411b0-ccb7-4330-99a9-29cc04a2c185" providerId="ADAL" clId="{7175BE28-6B03-4995-88E8-34BBC4F1360E}" dt="2023-09-21T05:20:59.663" v="2453" actId="1076"/>
          <ac:cxnSpMkLst>
            <pc:docMk/>
            <pc:sldMk cId="3797865809" sldId="290"/>
            <ac:cxnSpMk id="470" creationId="{A29BD9F5-7636-1E68-C921-072B2FBADFA0}"/>
          </ac:cxnSpMkLst>
        </pc:cxnChg>
        <pc:cxnChg chg="add mod">
          <ac:chgData name="Soban Najam" userId="59c411b0-ccb7-4330-99a9-29cc04a2c185" providerId="ADAL" clId="{7175BE28-6B03-4995-88E8-34BBC4F1360E}" dt="2023-09-21T05:20:59.663" v="2453" actId="1076"/>
          <ac:cxnSpMkLst>
            <pc:docMk/>
            <pc:sldMk cId="3797865809" sldId="290"/>
            <ac:cxnSpMk id="473" creationId="{C298050D-EE3A-6B76-2EF1-387DF85EF60C}"/>
          </ac:cxnSpMkLst>
        </pc:cxnChg>
        <pc:cxnChg chg="add mod">
          <ac:chgData name="Soban Najam" userId="59c411b0-ccb7-4330-99a9-29cc04a2c185" providerId="ADAL" clId="{7175BE28-6B03-4995-88E8-34BBC4F1360E}" dt="2023-09-21T05:20:59.663" v="2453" actId="1076"/>
          <ac:cxnSpMkLst>
            <pc:docMk/>
            <pc:sldMk cId="3797865809" sldId="290"/>
            <ac:cxnSpMk id="474" creationId="{DCDE6043-5A03-410E-6828-EF525BB33F39}"/>
          </ac:cxnSpMkLst>
        </pc:cxnChg>
        <pc:cxnChg chg="add mod">
          <ac:chgData name="Soban Najam" userId="59c411b0-ccb7-4330-99a9-29cc04a2c185" providerId="ADAL" clId="{7175BE28-6B03-4995-88E8-34BBC4F1360E}" dt="2023-09-21T05:20:59.663" v="2453" actId="1076"/>
          <ac:cxnSpMkLst>
            <pc:docMk/>
            <pc:sldMk cId="3797865809" sldId="290"/>
            <ac:cxnSpMk id="476" creationId="{A99C3775-0C06-5B33-7891-BA0C20564DA9}"/>
          </ac:cxnSpMkLst>
        </pc:cxnChg>
        <pc:cxnChg chg="mod">
          <ac:chgData name="Soban Najam" userId="59c411b0-ccb7-4330-99a9-29cc04a2c185" providerId="ADAL" clId="{7175BE28-6B03-4995-88E8-34BBC4F1360E}" dt="2023-09-21T05:20:56.902" v="2452"/>
          <ac:cxnSpMkLst>
            <pc:docMk/>
            <pc:sldMk cId="3797865809" sldId="290"/>
            <ac:cxnSpMk id="479" creationId="{35B8B8F7-9B78-E62A-AAB7-3B1407436008}"/>
          </ac:cxnSpMkLst>
        </pc:cxnChg>
        <pc:cxnChg chg="mod">
          <ac:chgData name="Soban Najam" userId="59c411b0-ccb7-4330-99a9-29cc04a2c185" providerId="ADAL" clId="{7175BE28-6B03-4995-88E8-34BBC4F1360E}" dt="2023-09-21T05:20:56.902" v="2452"/>
          <ac:cxnSpMkLst>
            <pc:docMk/>
            <pc:sldMk cId="3797865809" sldId="290"/>
            <ac:cxnSpMk id="483" creationId="{D4A44F90-1AE2-E186-71BA-6FFB08EBCF3B}"/>
          </ac:cxnSpMkLst>
        </pc:cxnChg>
        <pc:cxnChg chg="mod">
          <ac:chgData name="Soban Najam" userId="59c411b0-ccb7-4330-99a9-29cc04a2c185" providerId="ADAL" clId="{7175BE28-6B03-4995-88E8-34BBC4F1360E}" dt="2023-09-21T05:20:56.902" v="2452"/>
          <ac:cxnSpMkLst>
            <pc:docMk/>
            <pc:sldMk cId="3797865809" sldId="290"/>
            <ac:cxnSpMk id="488" creationId="{0087C4F9-ED85-963E-7ACA-B141FA12B9C5}"/>
          </ac:cxnSpMkLst>
        </pc:cxnChg>
        <pc:cxnChg chg="mod">
          <ac:chgData name="Soban Najam" userId="59c411b0-ccb7-4330-99a9-29cc04a2c185" providerId="ADAL" clId="{7175BE28-6B03-4995-88E8-34BBC4F1360E}" dt="2023-09-21T05:20:56.902" v="2452"/>
          <ac:cxnSpMkLst>
            <pc:docMk/>
            <pc:sldMk cId="3797865809" sldId="290"/>
            <ac:cxnSpMk id="498" creationId="{CC251D8D-B929-A43C-889C-6148AB8E8829}"/>
          </ac:cxnSpMkLst>
        </pc:cxnChg>
        <pc:cxnChg chg="mod">
          <ac:chgData name="Soban Najam" userId="59c411b0-ccb7-4330-99a9-29cc04a2c185" providerId="ADAL" clId="{7175BE28-6B03-4995-88E8-34BBC4F1360E}" dt="2023-09-21T05:20:56.902" v="2452"/>
          <ac:cxnSpMkLst>
            <pc:docMk/>
            <pc:sldMk cId="3797865809" sldId="290"/>
            <ac:cxnSpMk id="501" creationId="{622C5D57-BF3E-6D93-00A5-DF560458B575}"/>
          </ac:cxnSpMkLst>
        </pc:cxnChg>
        <pc:cxnChg chg="mod">
          <ac:chgData name="Soban Najam" userId="59c411b0-ccb7-4330-99a9-29cc04a2c185" providerId="ADAL" clId="{7175BE28-6B03-4995-88E8-34BBC4F1360E}" dt="2023-09-21T05:20:56.902" v="2452"/>
          <ac:cxnSpMkLst>
            <pc:docMk/>
            <pc:sldMk cId="3797865809" sldId="290"/>
            <ac:cxnSpMk id="504" creationId="{922EB51F-D59B-24F2-8244-E5B2CFC87638}"/>
          </ac:cxnSpMkLst>
        </pc:cxnChg>
        <pc:cxnChg chg="mod">
          <ac:chgData name="Soban Najam" userId="59c411b0-ccb7-4330-99a9-29cc04a2c185" providerId="ADAL" clId="{7175BE28-6B03-4995-88E8-34BBC4F1360E}" dt="2023-09-21T05:20:56.902" v="2452"/>
          <ac:cxnSpMkLst>
            <pc:docMk/>
            <pc:sldMk cId="3797865809" sldId="290"/>
            <ac:cxnSpMk id="507" creationId="{F9EA0341-B779-5FE7-A367-3E48AA25DA07}"/>
          </ac:cxnSpMkLst>
        </pc:cxnChg>
        <pc:cxnChg chg="mod">
          <ac:chgData name="Soban Najam" userId="59c411b0-ccb7-4330-99a9-29cc04a2c185" providerId="ADAL" clId="{7175BE28-6B03-4995-88E8-34BBC4F1360E}" dt="2023-09-21T05:20:56.902" v="2452"/>
          <ac:cxnSpMkLst>
            <pc:docMk/>
            <pc:sldMk cId="3797865809" sldId="290"/>
            <ac:cxnSpMk id="510" creationId="{ED4FB148-8738-B2CB-B243-1DF6EA2A0C4A}"/>
          </ac:cxnSpMkLst>
        </pc:cxnChg>
        <pc:cxnChg chg="mod">
          <ac:chgData name="Soban Najam" userId="59c411b0-ccb7-4330-99a9-29cc04a2c185" providerId="ADAL" clId="{7175BE28-6B03-4995-88E8-34BBC4F1360E}" dt="2023-09-21T05:20:56.902" v="2452"/>
          <ac:cxnSpMkLst>
            <pc:docMk/>
            <pc:sldMk cId="3797865809" sldId="290"/>
            <ac:cxnSpMk id="513" creationId="{23BE95E5-F00A-5F6F-A4F5-3CBF71899DF1}"/>
          </ac:cxnSpMkLst>
        </pc:cxnChg>
        <pc:cxnChg chg="mod">
          <ac:chgData name="Soban Najam" userId="59c411b0-ccb7-4330-99a9-29cc04a2c185" providerId="ADAL" clId="{7175BE28-6B03-4995-88E8-34BBC4F1360E}" dt="2023-09-21T05:20:56.902" v="2452"/>
          <ac:cxnSpMkLst>
            <pc:docMk/>
            <pc:sldMk cId="3797865809" sldId="290"/>
            <ac:cxnSpMk id="522" creationId="{982698EB-9E4C-A449-E11D-7B9DA8FF6687}"/>
          </ac:cxnSpMkLst>
        </pc:cxnChg>
      </pc:sldChg>
      <pc:sldChg chg="addSp delSp modSp add mod">
        <pc:chgData name="Soban Najam" userId="59c411b0-ccb7-4330-99a9-29cc04a2c185" providerId="ADAL" clId="{7175BE28-6B03-4995-88E8-34BBC4F1360E}" dt="2023-09-21T06:12:14.679" v="3057"/>
        <pc:sldMkLst>
          <pc:docMk/>
          <pc:sldMk cId="5021516" sldId="291"/>
        </pc:sldMkLst>
        <pc:spChg chg="del">
          <ac:chgData name="Soban Najam" userId="59c411b0-ccb7-4330-99a9-29cc04a2c185" providerId="ADAL" clId="{7175BE28-6B03-4995-88E8-34BBC4F1360E}" dt="2023-09-21T05:26:43.770" v="2942" actId="478"/>
          <ac:spMkLst>
            <pc:docMk/>
            <pc:sldMk cId="5021516" sldId="291"/>
            <ac:spMk id="3" creationId="{F0AFB385-DCC5-58A5-A6B7-C23437E3C578}"/>
          </ac:spMkLst>
        </pc:spChg>
        <pc:spChg chg="del">
          <ac:chgData name="Soban Najam" userId="59c411b0-ccb7-4330-99a9-29cc04a2c185" providerId="ADAL" clId="{7175BE28-6B03-4995-88E8-34BBC4F1360E}" dt="2023-09-21T05:26:43.770" v="2942" actId="478"/>
          <ac:spMkLst>
            <pc:docMk/>
            <pc:sldMk cId="5021516" sldId="291"/>
            <ac:spMk id="4" creationId="{49C4CC59-5525-C0E5-292C-1E91912ED8EB}"/>
          </ac:spMkLst>
        </pc:spChg>
        <pc:spChg chg="mod">
          <ac:chgData name="Soban Najam" userId="59c411b0-ccb7-4330-99a9-29cc04a2c185" providerId="ADAL" clId="{7175BE28-6B03-4995-88E8-34BBC4F1360E}" dt="2023-09-21T05:26:40.477" v="2941" actId="20577"/>
          <ac:spMkLst>
            <pc:docMk/>
            <pc:sldMk cId="5021516" sldId="291"/>
            <ac:spMk id="5" creationId="{680D5784-AAC3-43E5-B3C6-8A9D8CB6CE29}"/>
          </ac:spMkLst>
        </pc:spChg>
        <pc:spChg chg="del">
          <ac:chgData name="Soban Najam" userId="59c411b0-ccb7-4330-99a9-29cc04a2c185" providerId="ADAL" clId="{7175BE28-6B03-4995-88E8-34BBC4F1360E}" dt="2023-09-21T05:26:43.770" v="2942" actId="478"/>
          <ac:spMkLst>
            <pc:docMk/>
            <pc:sldMk cId="5021516" sldId="291"/>
            <ac:spMk id="8" creationId="{60AED418-7642-184C-80F2-4B1956A32267}"/>
          </ac:spMkLst>
        </pc:spChg>
        <pc:spChg chg="del">
          <ac:chgData name="Soban Najam" userId="59c411b0-ccb7-4330-99a9-29cc04a2c185" providerId="ADAL" clId="{7175BE28-6B03-4995-88E8-34BBC4F1360E}" dt="2023-09-21T05:26:43.770" v="2942" actId="478"/>
          <ac:spMkLst>
            <pc:docMk/>
            <pc:sldMk cId="5021516" sldId="291"/>
            <ac:spMk id="12" creationId="{AB3C822A-0698-7A57-38B6-70F6E6A3E5FC}"/>
          </ac:spMkLst>
        </pc:spChg>
        <pc:spChg chg="del">
          <ac:chgData name="Soban Najam" userId="59c411b0-ccb7-4330-99a9-29cc04a2c185" providerId="ADAL" clId="{7175BE28-6B03-4995-88E8-34BBC4F1360E}" dt="2023-09-21T05:26:43.770" v="2942" actId="478"/>
          <ac:spMkLst>
            <pc:docMk/>
            <pc:sldMk cId="5021516" sldId="291"/>
            <ac:spMk id="13" creationId="{7C435AA7-4209-C3A9-2BE3-04A01C1F8EED}"/>
          </ac:spMkLst>
        </pc:spChg>
        <pc:spChg chg="del">
          <ac:chgData name="Soban Najam" userId="59c411b0-ccb7-4330-99a9-29cc04a2c185" providerId="ADAL" clId="{7175BE28-6B03-4995-88E8-34BBC4F1360E}" dt="2023-09-21T05:26:43.770" v="2942" actId="478"/>
          <ac:spMkLst>
            <pc:docMk/>
            <pc:sldMk cId="5021516" sldId="291"/>
            <ac:spMk id="14" creationId="{D65FAACE-D7D6-3BD8-E1FA-73AC2DEA0578}"/>
          </ac:spMkLst>
        </pc:spChg>
        <pc:spChg chg="del">
          <ac:chgData name="Soban Najam" userId="59c411b0-ccb7-4330-99a9-29cc04a2c185" providerId="ADAL" clId="{7175BE28-6B03-4995-88E8-34BBC4F1360E}" dt="2023-09-21T05:26:43.770" v="2942" actId="478"/>
          <ac:spMkLst>
            <pc:docMk/>
            <pc:sldMk cId="5021516" sldId="291"/>
            <ac:spMk id="15" creationId="{FB06B7E4-8BB7-26FA-9555-E27E60701688}"/>
          </ac:spMkLst>
        </pc:spChg>
        <pc:spChg chg="del">
          <ac:chgData name="Soban Najam" userId="59c411b0-ccb7-4330-99a9-29cc04a2c185" providerId="ADAL" clId="{7175BE28-6B03-4995-88E8-34BBC4F1360E}" dt="2023-09-21T05:26:43.770" v="2942" actId="478"/>
          <ac:spMkLst>
            <pc:docMk/>
            <pc:sldMk cId="5021516" sldId="291"/>
            <ac:spMk id="16" creationId="{437E2381-1B54-03A9-F247-39DAFDF405C0}"/>
          </ac:spMkLst>
        </pc:spChg>
        <pc:spChg chg="del">
          <ac:chgData name="Soban Najam" userId="59c411b0-ccb7-4330-99a9-29cc04a2c185" providerId="ADAL" clId="{7175BE28-6B03-4995-88E8-34BBC4F1360E}" dt="2023-09-21T05:26:43.770" v="2942" actId="478"/>
          <ac:spMkLst>
            <pc:docMk/>
            <pc:sldMk cId="5021516" sldId="291"/>
            <ac:spMk id="17" creationId="{37E42448-735F-49FA-04A7-8737D864FDDD}"/>
          </ac:spMkLst>
        </pc:spChg>
        <pc:spChg chg="del">
          <ac:chgData name="Soban Najam" userId="59c411b0-ccb7-4330-99a9-29cc04a2c185" providerId="ADAL" clId="{7175BE28-6B03-4995-88E8-34BBC4F1360E}" dt="2023-09-21T05:26:43.770" v="2942" actId="478"/>
          <ac:spMkLst>
            <pc:docMk/>
            <pc:sldMk cId="5021516" sldId="291"/>
            <ac:spMk id="18" creationId="{95F2C82E-E311-499E-D0CD-76DAEB7F4C4A}"/>
          </ac:spMkLst>
        </pc:spChg>
        <pc:spChg chg="del">
          <ac:chgData name="Soban Najam" userId="59c411b0-ccb7-4330-99a9-29cc04a2c185" providerId="ADAL" clId="{7175BE28-6B03-4995-88E8-34BBC4F1360E}" dt="2023-09-21T05:26:43.770" v="2942" actId="478"/>
          <ac:spMkLst>
            <pc:docMk/>
            <pc:sldMk cId="5021516" sldId="291"/>
            <ac:spMk id="19" creationId="{60B27E26-03A5-37BD-A07D-8B33C14B8D65}"/>
          </ac:spMkLst>
        </pc:spChg>
        <pc:spChg chg="del">
          <ac:chgData name="Soban Najam" userId="59c411b0-ccb7-4330-99a9-29cc04a2c185" providerId="ADAL" clId="{7175BE28-6B03-4995-88E8-34BBC4F1360E}" dt="2023-09-21T05:26:43.770" v="2942" actId="478"/>
          <ac:spMkLst>
            <pc:docMk/>
            <pc:sldMk cId="5021516" sldId="291"/>
            <ac:spMk id="20" creationId="{084D0763-0D92-BCCD-E3D9-02BC1F54C7CB}"/>
          </ac:spMkLst>
        </pc:spChg>
        <pc:spChg chg="del">
          <ac:chgData name="Soban Najam" userId="59c411b0-ccb7-4330-99a9-29cc04a2c185" providerId="ADAL" clId="{7175BE28-6B03-4995-88E8-34BBC4F1360E}" dt="2023-09-21T05:26:43.770" v="2942" actId="478"/>
          <ac:spMkLst>
            <pc:docMk/>
            <pc:sldMk cId="5021516" sldId="291"/>
            <ac:spMk id="21" creationId="{4ACCE155-37F4-D38D-D34E-3D0F5EC2AEB1}"/>
          </ac:spMkLst>
        </pc:spChg>
        <pc:spChg chg="del">
          <ac:chgData name="Soban Najam" userId="59c411b0-ccb7-4330-99a9-29cc04a2c185" providerId="ADAL" clId="{7175BE28-6B03-4995-88E8-34BBC4F1360E}" dt="2023-09-21T05:26:43.770" v="2942" actId="478"/>
          <ac:spMkLst>
            <pc:docMk/>
            <pc:sldMk cId="5021516" sldId="291"/>
            <ac:spMk id="22" creationId="{7541C034-569E-C15E-C49C-378C746B294D}"/>
          </ac:spMkLst>
        </pc:spChg>
        <pc:spChg chg="add mod">
          <ac:chgData name="Soban Najam" userId="59c411b0-ccb7-4330-99a9-29cc04a2c185" providerId="ADAL" clId="{7175BE28-6B03-4995-88E8-34BBC4F1360E}" dt="2023-09-21T06:12:14.679" v="3057"/>
          <ac:spMkLst>
            <pc:docMk/>
            <pc:sldMk cId="5021516" sldId="291"/>
            <ac:spMk id="23" creationId="{0122679B-5F0F-BB08-886F-316F7BF4A599}"/>
          </ac:spMkLst>
        </pc:spChg>
        <pc:cxnChg chg="del">
          <ac:chgData name="Soban Najam" userId="59c411b0-ccb7-4330-99a9-29cc04a2c185" providerId="ADAL" clId="{7175BE28-6B03-4995-88E8-34BBC4F1360E}" dt="2023-09-21T05:26:43.770" v="2942" actId="478"/>
          <ac:cxnSpMkLst>
            <pc:docMk/>
            <pc:sldMk cId="5021516" sldId="291"/>
            <ac:cxnSpMk id="9" creationId="{2BFBD29F-19F7-6AF0-DDC9-3A828E363526}"/>
          </ac:cxnSpMkLst>
        </pc:cxnChg>
        <pc:cxnChg chg="del">
          <ac:chgData name="Soban Najam" userId="59c411b0-ccb7-4330-99a9-29cc04a2c185" providerId="ADAL" clId="{7175BE28-6B03-4995-88E8-34BBC4F1360E}" dt="2023-09-21T05:26:43.770" v="2942" actId="478"/>
          <ac:cxnSpMkLst>
            <pc:docMk/>
            <pc:sldMk cId="5021516" sldId="291"/>
            <ac:cxnSpMk id="10" creationId="{17C06BCE-83A1-89F7-D5EE-5026E2843CFB}"/>
          </ac:cxnSpMkLst>
        </pc:cxnChg>
        <pc:cxnChg chg="del">
          <ac:chgData name="Soban Najam" userId="59c411b0-ccb7-4330-99a9-29cc04a2c185" providerId="ADAL" clId="{7175BE28-6B03-4995-88E8-34BBC4F1360E}" dt="2023-09-21T05:26:43.770" v="2942" actId="478"/>
          <ac:cxnSpMkLst>
            <pc:docMk/>
            <pc:sldMk cId="5021516" sldId="291"/>
            <ac:cxnSpMk id="11" creationId="{EE761BB3-7588-01F7-E882-71A1FF1C75ED}"/>
          </ac:cxnSpMkLst>
        </pc:cxnChg>
      </pc:sldChg>
      <pc:sldChg chg="add del">
        <pc:chgData name="Soban Najam" userId="59c411b0-ccb7-4330-99a9-29cc04a2c185" providerId="ADAL" clId="{7175BE28-6B03-4995-88E8-34BBC4F1360E}" dt="2023-09-21T06:21:55.372" v="3292" actId="47"/>
        <pc:sldMkLst>
          <pc:docMk/>
          <pc:sldMk cId="4194031104" sldId="292"/>
        </pc:sldMkLst>
      </pc:sldChg>
      <pc:sldChg chg="addSp delSp modSp add mod">
        <pc:chgData name="Soban Najam" userId="59c411b0-ccb7-4330-99a9-29cc04a2c185" providerId="ADAL" clId="{7175BE28-6B03-4995-88E8-34BBC4F1360E}" dt="2023-09-21T06:44:56.188" v="3454" actId="167"/>
        <pc:sldMkLst>
          <pc:docMk/>
          <pc:sldMk cId="870185042" sldId="293"/>
        </pc:sldMkLst>
        <pc:spChg chg="mod">
          <ac:chgData name="Soban Najam" userId="59c411b0-ccb7-4330-99a9-29cc04a2c185" providerId="ADAL" clId="{7175BE28-6B03-4995-88E8-34BBC4F1360E}" dt="2023-09-21T06:19:50.924" v="3124" actId="1076"/>
          <ac:spMkLst>
            <pc:docMk/>
            <pc:sldMk cId="870185042" sldId="293"/>
            <ac:spMk id="6" creationId="{628BBA39-824D-488B-AE10-EB9F908C928A}"/>
          </ac:spMkLst>
        </pc:spChg>
        <pc:spChg chg="mod">
          <ac:chgData name="Soban Najam" userId="59c411b0-ccb7-4330-99a9-29cc04a2c185" providerId="ADAL" clId="{7175BE28-6B03-4995-88E8-34BBC4F1360E}" dt="2023-09-21T06:13:23.530" v="3062" actId="165"/>
          <ac:spMkLst>
            <pc:docMk/>
            <pc:sldMk cId="870185042" sldId="293"/>
            <ac:spMk id="25" creationId="{6F315839-6CF7-6663-1F0A-B1724EDEB3C2}"/>
          </ac:spMkLst>
        </pc:spChg>
        <pc:spChg chg="mod">
          <ac:chgData name="Soban Najam" userId="59c411b0-ccb7-4330-99a9-29cc04a2c185" providerId="ADAL" clId="{7175BE28-6B03-4995-88E8-34BBC4F1360E}" dt="2023-09-21T06:13:23.530" v="3062" actId="165"/>
          <ac:spMkLst>
            <pc:docMk/>
            <pc:sldMk cId="870185042" sldId="293"/>
            <ac:spMk id="26" creationId="{48F60BDA-118A-8373-7B1C-BA29D46C1EEB}"/>
          </ac:spMkLst>
        </pc:spChg>
        <pc:spChg chg="mod">
          <ac:chgData name="Soban Najam" userId="59c411b0-ccb7-4330-99a9-29cc04a2c185" providerId="ADAL" clId="{7175BE28-6B03-4995-88E8-34BBC4F1360E}" dt="2023-09-21T06:13:23.530" v="3062" actId="165"/>
          <ac:spMkLst>
            <pc:docMk/>
            <pc:sldMk cId="870185042" sldId="293"/>
            <ac:spMk id="27" creationId="{D86BC661-0588-CAA4-AEFF-D35F609BC0DA}"/>
          </ac:spMkLst>
        </pc:spChg>
        <pc:spChg chg="mod">
          <ac:chgData name="Soban Najam" userId="59c411b0-ccb7-4330-99a9-29cc04a2c185" providerId="ADAL" clId="{7175BE28-6B03-4995-88E8-34BBC4F1360E}" dt="2023-09-21T06:13:23.530" v="3062" actId="165"/>
          <ac:spMkLst>
            <pc:docMk/>
            <pc:sldMk cId="870185042" sldId="293"/>
            <ac:spMk id="28" creationId="{8DA947C3-209C-8395-398E-766FE47ABEDC}"/>
          </ac:spMkLst>
        </pc:spChg>
        <pc:spChg chg="mod">
          <ac:chgData name="Soban Najam" userId="59c411b0-ccb7-4330-99a9-29cc04a2c185" providerId="ADAL" clId="{7175BE28-6B03-4995-88E8-34BBC4F1360E}" dt="2023-09-21T06:13:23.530" v="3062" actId="165"/>
          <ac:spMkLst>
            <pc:docMk/>
            <pc:sldMk cId="870185042" sldId="293"/>
            <ac:spMk id="29" creationId="{56F1E652-E4E1-F50E-8C1E-4C0B12D71D5F}"/>
          </ac:spMkLst>
        </pc:spChg>
        <pc:spChg chg="mod">
          <ac:chgData name="Soban Najam" userId="59c411b0-ccb7-4330-99a9-29cc04a2c185" providerId="ADAL" clId="{7175BE28-6B03-4995-88E8-34BBC4F1360E}" dt="2023-09-21T06:13:23.530" v="3062" actId="165"/>
          <ac:spMkLst>
            <pc:docMk/>
            <pc:sldMk cId="870185042" sldId="293"/>
            <ac:spMk id="30" creationId="{48CB6C5B-061F-36E3-E858-67B52CBECCA6}"/>
          </ac:spMkLst>
        </pc:spChg>
        <pc:spChg chg="mod">
          <ac:chgData name="Soban Najam" userId="59c411b0-ccb7-4330-99a9-29cc04a2c185" providerId="ADAL" clId="{7175BE28-6B03-4995-88E8-34BBC4F1360E}" dt="2023-09-21T06:21:11.350" v="3225" actId="20577"/>
          <ac:spMkLst>
            <pc:docMk/>
            <pc:sldMk cId="870185042" sldId="293"/>
            <ac:spMk id="31" creationId="{46AFFE92-9468-8A8C-D9B8-B9FEF0B3FC23}"/>
          </ac:spMkLst>
        </pc:spChg>
        <pc:spChg chg="mod">
          <ac:chgData name="Soban Najam" userId="59c411b0-ccb7-4330-99a9-29cc04a2c185" providerId="ADAL" clId="{7175BE28-6B03-4995-88E8-34BBC4F1360E}" dt="2023-09-21T06:13:23.530" v="3062" actId="165"/>
          <ac:spMkLst>
            <pc:docMk/>
            <pc:sldMk cId="870185042" sldId="293"/>
            <ac:spMk id="32" creationId="{8B17F59F-E66D-3B47-3CB7-BCCD76485348}"/>
          </ac:spMkLst>
        </pc:spChg>
        <pc:spChg chg="mod">
          <ac:chgData name="Soban Najam" userId="59c411b0-ccb7-4330-99a9-29cc04a2c185" providerId="ADAL" clId="{7175BE28-6B03-4995-88E8-34BBC4F1360E}" dt="2023-09-21T06:13:23.530" v="3062" actId="165"/>
          <ac:spMkLst>
            <pc:docMk/>
            <pc:sldMk cId="870185042" sldId="293"/>
            <ac:spMk id="34" creationId="{88F149AE-1DBD-8735-091C-ED9350B04958}"/>
          </ac:spMkLst>
        </pc:spChg>
        <pc:spChg chg="mod">
          <ac:chgData name="Soban Najam" userId="59c411b0-ccb7-4330-99a9-29cc04a2c185" providerId="ADAL" clId="{7175BE28-6B03-4995-88E8-34BBC4F1360E}" dt="2023-09-21T06:13:23.530" v="3062" actId="165"/>
          <ac:spMkLst>
            <pc:docMk/>
            <pc:sldMk cId="870185042" sldId="293"/>
            <ac:spMk id="35" creationId="{3DB614CC-29DE-2AA0-0F93-149FB607218D}"/>
          </ac:spMkLst>
        </pc:spChg>
        <pc:spChg chg="mod">
          <ac:chgData name="Soban Najam" userId="59c411b0-ccb7-4330-99a9-29cc04a2c185" providerId="ADAL" clId="{7175BE28-6B03-4995-88E8-34BBC4F1360E}" dt="2023-09-21T06:13:23.530" v="3062" actId="165"/>
          <ac:spMkLst>
            <pc:docMk/>
            <pc:sldMk cId="870185042" sldId="293"/>
            <ac:spMk id="36" creationId="{A335C7A5-73CD-A666-EA21-B196ACD7C6A3}"/>
          </ac:spMkLst>
        </pc:spChg>
        <pc:spChg chg="mod">
          <ac:chgData name="Soban Najam" userId="59c411b0-ccb7-4330-99a9-29cc04a2c185" providerId="ADAL" clId="{7175BE28-6B03-4995-88E8-34BBC4F1360E}" dt="2023-09-21T06:13:23.530" v="3062" actId="165"/>
          <ac:spMkLst>
            <pc:docMk/>
            <pc:sldMk cId="870185042" sldId="293"/>
            <ac:spMk id="38" creationId="{29E6C094-47DA-4DAE-3DA8-7D40880AD619}"/>
          </ac:spMkLst>
        </pc:spChg>
        <pc:spChg chg="mod">
          <ac:chgData name="Soban Najam" userId="59c411b0-ccb7-4330-99a9-29cc04a2c185" providerId="ADAL" clId="{7175BE28-6B03-4995-88E8-34BBC4F1360E}" dt="2023-09-21T06:13:23.530" v="3062" actId="165"/>
          <ac:spMkLst>
            <pc:docMk/>
            <pc:sldMk cId="870185042" sldId="293"/>
            <ac:spMk id="39" creationId="{76F6D4E9-DCA3-8843-BB01-F7F71FF159A1}"/>
          </ac:spMkLst>
        </pc:spChg>
        <pc:spChg chg="mod">
          <ac:chgData name="Soban Najam" userId="59c411b0-ccb7-4330-99a9-29cc04a2c185" providerId="ADAL" clId="{7175BE28-6B03-4995-88E8-34BBC4F1360E}" dt="2023-09-21T06:13:23.530" v="3062" actId="165"/>
          <ac:spMkLst>
            <pc:docMk/>
            <pc:sldMk cId="870185042" sldId="293"/>
            <ac:spMk id="41" creationId="{2BF8967C-A6C6-BC26-B51D-31A72B7D2EA9}"/>
          </ac:spMkLst>
        </pc:spChg>
        <pc:spChg chg="mod">
          <ac:chgData name="Soban Najam" userId="59c411b0-ccb7-4330-99a9-29cc04a2c185" providerId="ADAL" clId="{7175BE28-6B03-4995-88E8-34BBC4F1360E}" dt="2023-09-21T06:13:23.530" v="3062" actId="165"/>
          <ac:spMkLst>
            <pc:docMk/>
            <pc:sldMk cId="870185042" sldId="293"/>
            <ac:spMk id="42" creationId="{C9F9C76B-CBE3-9D2C-CE91-A21F0B0B6E5C}"/>
          </ac:spMkLst>
        </pc:spChg>
        <pc:spChg chg="mod">
          <ac:chgData name="Soban Najam" userId="59c411b0-ccb7-4330-99a9-29cc04a2c185" providerId="ADAL" clId="{7175BE28-6B03-4995-88E8-34BBC4F1360E}" dt="2023-09-21T06:13:23.530" v="3062" actId="165"/>
          <ac:spMkLst>
            <pc:docMk/>
            <pc:sldMk cId="870185042" sldId="293"/>
            <ac:spMk id="43" creationId="{554EECFC-C10C-E194-FBC5-0959D4069A6E}"/>
          </ac:spMkLst>
        </pc:spChg>
        <pc:spChg chg="mod">
          <ac:chgData name="Soban Najam" userId="59c411b0-ccb7-4330-99a9-29cc04a2c185" providerId="ADAL" clId="{7175BE28-6B03-4995-88E8-34BBC4F1360E}" dt="2023-09-21T06:13:23.530" v="3062" actId="165"/>
          <ac:spMkLst>
            <pc:docMk/>
            <pc:sldMk cId="870185042" sldId="293"/>
            <ac:spMk id="44" creationId="{52BB382D-78BE-D862-AF19-DD59B71C722D}"/>
          </ac:spMkLst>
        </pc:spChg>
        <pc:spChg chg="mod">
          <ac:chgData name="Soban Najam" userId="59c411b0-ccb7-4330-99a9-29cc04a2c185" providerId="ADAL" clId="{7175BE28-6B03-4995-88E8-34BBC4F1360E}" dt="2023-09-21T06:13:23.530" v="3062" actId="165"/>
          <ac:spMkLst>
            <pc:docMk/>
            <pc:sldMk cId="870185042" sldId="293"/>
            <ac:spMk id="45" creationId="{5EBEBBA9-EAD9-B054-95FF-A8FA865DF1B5}"/>
          </ac:spMkLst>
        </pc:spChg>
        <pc:spChg chg="mod">
          <ac:chgData name="Soban Najam" userId="59c411b0-ccb7-4330-99a9-29cc04a2c185" providerId="ADAL" clId="{7175BE28-6B03-4995-88E8-34BBC4F1360E}" dt="2023-09-21T06:13:23.530" v="3062" actId="165"/>
          <ac:spMkLst>
            <pc:docMk/>
            <pc:sldMk cId="870185042" sldId="293"/>
            <ac:spMk id="47" creationId="{39E30CC1-91B3-CB82-D01A-F6BFE5761301}"/>
          </ac:spMkLst>
        </pc:spChg>
        <pc:spChg chg="mod">
          <ac:chgData name="Soban Najam" userId="59c411b0-ccb7-4330-99a9-29cc04a2c185" providerId="ADAL" clId="{7175BE28-6B03-4995-88E8-34BBC4F1360E}" dt="2023-09-21T06:13:23.530" v="3062" actId="165"/>
          <ac:spMkLst>
            <pc:docMk/>
            <pc:sldMk cId="870185042" sldId="293"/>
            <ac:spMk id="48" creationId="{6CDB89C8-B55C-235C-F2E5-34E6840AF3B6}"/>
          </ac:spMkLst>
        </pc:spChg>
        <pc:spChg chg="mod">
          <ac:chgData name="Soban Najam" userId="59c411b0-ccb7-4330-99a9-29cc04a2c185" providerId="ADAL" clId="{7175BE28-6B03-4995-88E8-34BBC4F1360E}" dt="2023-09-21T06:13:23.530" v="3062" actId="165"/>
          <ac:spMkLst>
            <pc:docMk/>
            <pc:sldMk cId="870185042" sldId="293"/>
            <ac:spMk id="49" creationId="{BFCBCBC0-9595-EFE4-5907-A81C45200235}"/>
          </ac:spMkLst>
        </pc:spChg>
        <pc:spChg chg="mod">
          <ac:chgData name="Soban Najam" userId="59c411b0-ccb7-4330-99a9-29cc04a2c185" providerId="ADAL" clId="{7175BE28-6B03-4995-88E8-34BBC4F1360E}" dt="2023-09-21T06:13:23.530" v="3062" actId="165"/>
          <ac:spMkLst>
            <pc:docMk/>
            <pc:sldMk cId="870185042" sldId="293"/>
            <ac:spMk id="50" creationId="{A428A654-7D1C-42BC-5366-72875E571BF7}"/>
          </ac:spMkLst>
        </pc:spChg>
        <pc:spChg chg="mod">
          <ac:chgData name="Soban Najam" userId="59c411b0-ccb7-4330-99a9-29cc04a2c185" providerId="ADAL" clId="{7175BE28-6B03-4995-88E8-34BBC4F1360E}" dt="2023-09-21T06:13:23.530" v="3062" actId="165"/>
          <ac:spMkLst>
            <pc:docMk/>
            <pc:sldMk cId="870185042" sldId="293"/>
            <ac:spMk id="51" creationId="{68D353CD-A4D2-9A65-04C8-572DFA3DA692}"/>
          </ac:spMkLst>
        </pc:spChg>
        <pc:spChg chg="mod">
          <ac:chgData name="Soban Najam" userId="59c411b0-ccb7-4330-99a9-29cc04a2c185" providerId="ADAL" clId="{7175BE28-6B03-4995-88E8-34BBC4F1360E}" dt="2023-09-21T06:13:23.530" v="3062" actId="165"/>
          <ac:spMkLst>
            <pc:docMk/>
            <pc:sldMk cId="870185042" sldId="293"/>
            <ac:spMk id="52" creationId="{EDFF4313-A864-8F1D-2B02-60FF5269530E}"/>
          </ac:spMkLst>
        </pc:spChg>
        <pc:spChg chg="mod">
          <ac:chgData name="Soban Najam" userId="59c411b0-ccb7-4330-99a9-29cc04a2c185" providerId="ADAL" clId="{7175BE28-6B03-4995-88E8-34BBC4F1360E}" dt="2023-09-21T06:13:23.530" v="3062" actId="165"/>
          <ac:spMkLst>
            <pc:docMk/>
            <pc:sldMk cId="870185042" sldId="293"/>
            <ac:spMk id="53" creationId="{B851CBD0-896C-41AA-AE6C-A46CAFD4F7B1}"/>
          </ac:spMkLst>
        </pc:spChg>
        <pc:spChg chg="mod">
          <ac:chgData name="Soban Najam" userId="59c411b0-ccb7-4330-99a9-29cc04a2c185" providerId="ADAL" clId="{7175BE28-6B03-4995-88E8-34BBC4F1360E}" dt="2023-09-21T06:13:23.530" v="3062" actId="165"/>
          <ac:spMkLst>
            <pc:docMk/>
            <pc:sldMk cId="870185042" sldId="293"/>
            <ac:spMk id="54" creationId="{44C78093-69D5-8387-8A8A-034478104E56}"/>
          </ac:spMkLst>
        </pc:spChg>
        <pc:spChg chg="mod">
          <ac:chgData name="Soban Najam" userId="59c411b0-ccb7-4330-99a9-29cc04a2c185" providerId="ADAL" clId="{7175BE28-6B03-4995-88E8-34BBC4F1360E}" dt="2023-09-21T06:13:23.530" v="3062" actId="165"/>
          <ac:spMkLst>
            <pc:docMk/>
            <pc:sldMk cId="870185042" sldId="293"/>
            <ac:spMk id="55" creationId="{F66161C5-4A0A-49D4-2817-C7B8028D2F18}"/>
          </ac:spMkLst>
        </pc:spChg>
        <pc:spChg chg="mod">
          <ac:chgData name="Soban Najam" userId="59c411b0-ccb7-4330-99a9-29cc04a2c185" providerId="ADAL" clId="{7175BE28-6B03-4995-88E8-34BBC4F1360E}" dt="2023-09-21T06:13:23.530" v="3062" actId="165"/>
          <ac:spMkLst>
            <pc:docMk/>
            <pc:sldMk cId="870185042" sldId="293"/>
            <ac:spMk id="56" creationId="{897F1DCD-E6DA-AE1C-1F86-6330550D1570}"/>
          </ac:spMkLst>
        </pc:spChg>
        <pc:spChg chg="mod">
          <ac:chgData name="Soban Najam" userId="59c411b0-ccb7-4330-99a9-29cc04a2c185" providerId="ADAL" clId="{7175BE28-6B03-4995-88E8-34BBC4F1360E}" dt="2023-09-21T06:13:23.530" v="3062" actId="165"/>
          <ac:spMkLst>
            <pc:docMk/>
            <pc:sldMk cId="870185042" sldId="293"/>
            <ac:spMk id="57" creationId="{6708BC70-D194-5BF6-8872-C70FE4FB766A}"/>
          </ac:spMkLst>
        </pc:spChg>
        <pc:spChg chg="mod">
          <ac:chgData name="Soban Najam" userId="59c411b0-ccb7-4330-99a9-29cc04a2c185" providerId="ADAL" clId="{7175BE28-6B03-4995-88E8-34BBC4F1360E}" dt="2023-09-21T06:13:23.530" v="3062" actId="165"/>
          <ac:spMkLst>
            <pc:docMk/>
            <pc:sldMk cId="870185042" sldId="293"/>
            <ac:spMk id="58" creationId="{FAFA4AA8-3810-7F36-B0C4-4AF5A44EBDF2}"/>
          </ac:spMkLst>
        </pc:spChg>
        <pc:spChg chg="mod">
          <ac:chgData name="Soban Najam" userId="59c411b0-ccb7-4330-99a9-29cc04a2c185" providerId="ADAL" clId="{7175BE28-6B03-4995-88E8-34BBC4F1360E}" dt="2023-09-21T06:13:23.530" v="3062" actId="165"/>
          <ac:spMkLst>
            <pc:docMk/>
            <pc:sldMk cId="870185042" sldId="293"/>
            <ac:spMk id="59" creationId="{019A1F76-1989-F5EE-30CA-6758ADC8C868}"/>
          </ac:spMkLst>
        </pc:spChg>
        <pc:spChg chg="mod">
          <ac:chgData name="Soban Najam" userId="59c411b0-ccb7-4330-99a9-29cc04a2c185" providerId="ADAL" clId="{7175BE28-6B03-4995-88E8-34BBC4F1360E}" dt="2023-09-21T06:13:23.530" v="3062" actId="165"/>
          <ac:spMkLst>
            <pc:docMk/>
            <pc:sldMk cId="870185042" sldId="293"/>
            <ac:spMk id="60" creationId="{C207F77D-11C2-FA3A-DE0C-8862BB8C8709}"/>
          </ac:spMkLst>
        </pc:spChg>
        <pc:spChg chg="mod">
          <ac:chgData name="Soban Najam" userId="59c411b0-ccb7-4330-99a9-29cc04a2c185" providerId="ADAL" clId="{7175BE28-6B03-4995-88E8-34BBC4F1360E}" dt="2023-09-21T06:13:23.530" v="3062" actId="165"/>
          <ac:spMkLst>
            <pc:docMk/>
            <pc:sldMk cId="870185042" sldId="293"/>
            <ac:spMk id="61" creationId="{9E4B1482-724D-0E45-E4DA-C68372FA8459}"/>
          </ac:spMkLst>
        </pc:spChg>
        <pc:spChg chg="mod">
          <ac:chgData name="Soban Najam" userId="59c411b0-ccb7-4330-99a9-29cc04a2c185" providerId="ADAL" clId="{7175BE28-6B03-4995-88E8-34BBC4F1360E}" dt="2023-09-21T06:13:23.530" v="3062" actId="165"/>
          <ac:spMkLst>
            <pc:docMk/>
            <pc:sldMk cId="870185042" sldId="293"/>
            <ac:spMk id="62" creationId="{D70DF92B-D7F6-1115-FBF2-B031DDA2BB42}"/>
          </ac:spMkLst>
        </pc:spChg>
        <pc:spChg chg="mod">
          <ac:chgData name="Soban Najam" userId="59c411b0-ccb7-4330-99a9-29cc04a2c185" providerId="ADAL" clId="{7175BE28-6B03-4995-88E8-34BBC4F1360E}" dt="2023-09-21T06:13:23.530" v="3062" actId="165"/>
          <ac:spMkLst>
            <pc:docMk/>
            <pc:sldMk cId="870185042" sldId="293"/>
            <ac:spMk id="63" creationId="{1669A248-282F-1A5A-BDD1-E85DACBE0E75}"/>
          </ac:spMkLst>
        </pc:spChg>
        <pc:spChg chg="mod">
          <ac:chgData name="Soban Najam" userId="59c411b0-ccb7-4330-99a9-29cc04a2c185" providerId="ADAL" clId="{7175BE28-6B03-4995-88E8-34BBC4F1360E}" dt="2023-09-21T06:13:23.530" v="3062" actId="165"/>
          <ac:spMkLst>
            <pc:docMk/>
            <pc:sldMk cId="870185042" sldId="293"/>
            <ac:spMk id="64" creationId="{A2155639-3D6E-F1A7-B4C6-CCAEE22C6CE2}"/>
          </ac:spMkLst>
        </pc:spChg>
        <pc:spChg chg="mod">
          <ac:chgData name="Soban Najam" userId="59c411b0-ccb7-4330-99a9-29cc04a2c185" providerId="ADAL" clId="{7175BE28-6B03-4995-88E8-34BBC4F1360E}" dt="2023-09-21T06:13:23.530" v="3062" actId="165"/>
          <ac:spMkLst>
            <pc:docMk/>
            <pc:sldMk cId="870185042" sldId="293"/>
            <ac:spMk id="65" creationId="{6A8878B3-F645-CC43-9BEE-573071456FB2}"/>
          </ac:spMkLst>
        </pc:spChg>
        <pc:spChg chg="mod">
          <ac:chgData name="Soban Najam" userId="59c411b0-ccb7-4330-99a9-29cc04a2c185" providerId="ADAL" clId="{7175BE28-6B03-4995-88E8-34BBC4F1360E}" dt="2023-09-21T06:13:23.530" v="3062" actId="165"/>
          <ac:spMkLst>
            <pc:docMk/>
            <pc:sldMk cId="870185042" sldId="293"/>
            <ac:spMk id="66" creationId="{00DA24BD-29BB-B0B0-DF04-0BA87A1B8544}"/>
          </ac:spMkLst>
        </pc:spChg>
        <pc:spChg chg="mod">
          <ac:chgData name="Soban Najam" userId="59c411b0-ccb7-4330-99a9-29cc04a2c185" providerId="ADAL" clId="{7175BE28-6B03-4995-88E8-34BBC4F1360E}" dt="2023-09-21T06:13:23.530" v="3062" actId="165"/>
          <ac:spMkLst>
            <pc:docMk/>
            <pc:sldMk cId="870185042" sldId="293"/>
            <ac:spMk id="67" creationId="{9516F266-1684-A5F7-9254-EA932A66F37C}"/>
          </ac:spMkLst>
        </pc:spChg>
        <pc:spChg chg="mod">
          <ac:chgData name="Soban Najam" userId="59c411b0-ccb7-4330-99a9-29cc04a2c185" providerId="ADAL" clId="{7175BE28-6B03-4995-88E8-34BBC4F1360E}" dt="2023-09-21T06:13:23.530" v="3062" actId="165"/>
          <ac:spMkLst>
            <pc:docMk/>
            <pc:sldMk cId="870185042" sldId="293"/>
            <ac:spMk id="68" creationId="{85021B42-A765-A317-18A7-0E74D8EDEF1D}"/>
          </ac:spMkLst>
        </pc:spChg>
        <pc:spChg chg="mod">
          <ac:chgData name="Soban Najam" userId="59c411b0-ccb7-4330-99a9-29cc04a2c185" providerId="ADAL" clId="{7175BE28-6B03-4995-88E8-34BBC4F1360E}" dt="2023-09-21T06:13:23.530" v="3062" actId="165"/>
          <ac:spMkLst>
            <pc:docMk/>
            <pc:sldMk cId="870185042" sldId="293"/>
            <ac:spMk id="69" creationId="{D6F6F50F-3F06-6D9D-7E84-87F25E0A1D32}"/>
          </ac:spMkLst>
        </pc:spChg>
        <pc:spChg chg="mod">
          <ac:chgData name="Soban Najam" userId="59c411b0-ccb7-4330-99a9-29cc04a2c185" providerId="ADAL" clId="{7175BE28-6B03-4995-88E8-34BBC4F1360E}" dt="2023-09-21T06:13:23.530" v="3062" actId="165"/>
          <ac:spMkLst>
            <pc:docMk/>
            <pc:sldMk cId="870185042" sldId="293"/>
            <ac:spMk id="70" creationId="{EBBF12B4-8785-2CD6-DB68-E3436D1DF5AA}"/>
          </ac:spMkLst>
        </pc:spChg>
        <pc:spChg chg="mod">
          <ac:chgData name="Soban Najam" userId="59c411b0-ccb7-4330-99a9-29cc04a2c185" providerId="ADAL" clId="{7175BE28-6B03-4995-88E8-34BBC4F1360E}" dt="2023-09-21T06:13:23.530" v="3062" actId="165"/>
          <ac:spMkLst>
            <pc:docMk/>
            <pc:sldMk cId="870185042" sldId="293"/>
            <ac:spMk id="71" creationId="{DDE8D210-F6AA-F38A-2312-3293F3A00FDC}"/>
          </ac:spMkLst>
        </pc:spChg>
        <pc:spChg chg="mod">
          <ac:chgData name="Soban Najam" userId="59c411b0-ccb7-4330-99a9-29cc04a2c185" providerId="ADAL" clId="{7175BE28-6B03-4995-88E8-34BBC4F1360E}" dt="2023-09-21T06:13:23.530" v="3062" actId="165"/>
          <ac:spMkLst>
            <pc:docMk/>
            <pc:sldMk cId="870185042" sldId="293"/>
            <ac:spMk id="72" creationId="{4FEA6A26-1714-6673-5FBD-2DE5910282C7}"/>
          </ac:spMkLst>
        </pc:spChg>
        <pc:spChg chg="mod">
          <ac:chgData name="Soban Najam" userId="59c411b0-ccb7-4330-99a9-29cc04a2c185" providerId="ADAL" clId="{7175BE28-6B03-4995-88E8-34BBC4F1360E}" dt="2023-09-21T06:13:23.530" v="3062" actId="165"/>
          <ac:spMkLst>
            <pc:docMk/>
            <pc:sldMk cId="870185042" sldId="293"/>
            <ac:spMk id="73" creationId="{CF5987C7-3B87-4A37-DE8F-AC5AC7BFBF5C}"/>
          </ac:spMkLst>
        </pc:spChg>
        <pc:spChg chg="mod">
          <ac:chgData name="Soban Najam" userId="59c411b0-ccb7-4330-99a9-29cc04a2c185" providerId="ADAL" clId="{7175BE28-6B03-4995-88E8-34BBC4F1360E}" dt="2023-09-21T06:13:23.530" v="3062" actId="165"/>
          <ac:spMkLst>
            <pc:docMk/>
            <pc:sldMk cId="870185042" sldId="293"/>
            <ac:spMk id="74" creationId="{0066E702-904A-5396-5395-121CFD96A0EC}"/>
          </ac:spMkLst>
        </pc:spChg>
        <pc:spChg chg="mod">
          <ac:chgData name="Soban Najam" userId="59c411b0-ccb7-4330-99a9-29cc04a2c185" providerId="ADAL" clId="{7175BE28-6B03-4995-88E8-34BBC4F1360E}" dt="2023-09-21T06:13:23.530" v="3062" actId="165"/>
          <ac:spMkLst>
            <pc:docMk/>
            <pc:sldMk cId="870185042" sldId="293"/>
            <ac:spMk id="75" creationId="{9B25CA42-53E0-DE89-4210-8607A94339A3}"/>
          </ac:spMkLst>
        </pc:spChg>
        <pc:spChg chg="mod">
          <ac:chgData name="Soban Najam" userId="59c411b0-ccb7-4330-99a9-29cc04a2c185" providerId="ADAL" clId="{7175BE28-6B03-4995-88E8-34BBC4F1360E}" dt="2023-09-21T06:13:23.530" v="3062" actId="165"/>
          <ac:spMkLst>
            <pc:docMk/>
            <pc:sldMk cId="870185042" sldId="293"/>
            <ac:spMk id="76" creationId="{2C6AABB2-396C-0550-9809-E40D15A179FF}"/>
          </ac:spMkLst>
        </pc:spChg>
        <pc:spChg chg="mod">
          <ac:chgData name="Soban Najam" userId="59c411b0-ccb7-4330-99a9-29cc04a2c185" providerId="ADAL" clId="{7175BE28-6B03-4995-88E8-34BBC4F1360E}" dt="2023-09-21T06:13:23.530" v="3062" actId="165"/>
          <ac:spMkLst>
            <pc:docMk/>
            <pc:sldMk cId="870185042" sldId="293"/>
            <ac:spMk id="77" creationId="{D670658A-729B-E379-375A-5619A1F69154}"/>
          </ac:spMkLst>
        </pc:spChg>
        <pc:spChg chg="mod">
          <ac:chgData name="Soban Najam" userId="59c411b0-ccb7-4330-99a9-29cc04a2c185" providerId="ADAL" clId="{7175BE28-6B03-4995-88E8-34BBC4F1360E}" dt="2023-09-21T06:13:23.530" v="3062" actId="165"/>
          <ac:spMkLst>
            <pc:docMk/>
            <pc:sldMk cId="870185042" sldId="293"/>
            <ac:spMk id="78" creationId="{97E11A6C-5BB7-5EE2-6192-B6B0E461064D}"/>
          </ac:spMkLst>
        </pc:spChg>
        <pc:spChg chg="mod">
          <ac:chgData name="Soban Najam" userId="59c411b0-ccb7-4330-99a9-29cc04a2c185" providerId="ADAL" clId="{7175BE28-6B03-4995-88E8-34BBC4F1360E}" dt="2023-09-21T06:13:23.530" v="3062" actId="165"/>
          <ac:spMkLst>
            <pc:docMk/>
            <pc:sldMk cId="870185042" sldId="293"/>
            <ac:spMk id="79" creationId="{648F4C41-2246-6B92-4D31-C421DA29C0AD}"/>
          </ac:spMkLst>
        </pc:spChg>
        <pc:spChg chg="mod">
          <ac:chgData name="Soban Najam" userId="59c411b0-ccb7-4330-99a9-29cc04a2c185" providerId="ADAL" clId="{7175BE28-6B03-4995-88E8-34BBC4F1360E}" dt="2023-09-21T06:13:23.530" v="3062" actId="165"/>
          <ac:spMkLst>
            <pc:docMk/>
            <pc:sldMk cId="870185042" sldId="293"/>
            <ac:spMk id="80" creationId="{EE92D889-D186-AB5D-3B11-35247DADD22F}"/>
          </ac:spMkLst>
        </pc:spChg>
        <pc:spChg chg="mod">
          <ac:chgData name="Soban Najam" userId="59c411b0-ccb7-4330-99a9-29cc04a2c185" providerId="ADAL" clId="{7175BE28-6B03-4995-88E8-34BBC4F1360E}" dt="2023-09-21T06:13:23.530" v="3062" actId="165"/>
          <ac:spMkLst>
            <pc:docMk/>
            <pc:sldMk cId="870185042" sldId="293"/>
            <ac:spMk id="81" creationId="{CC4336F3-2054-8F6A-77C6-FF87F77081AD}"/>
          </ac:spMkLst>
        </pc:spChg>
        <pc:spChg chg="mod">
          <ac:chgData name="Soban Najam" userId="59c411b0-ccb7-4330-99a9-29cc04a2c185" providerId="ADAL" clId="{7175BE28-6B03-4995-88E8-34BBC4F1360E}" dt="2023-09-21T06:13:23.530" v="3062" actId="165"/>
          <ac:spMkLst>
            <pc:docMk/>
            <pc:sldMk cId="870185042" sldId="293"/>
            <ac:spMk id="82" creationId="{F2934055-5468-2E5E-9A15-3A2D58E04480}"/>
          </ac:spMkLst>
        </pc:spChg>
        <pc:spChg chg="mod">
          <ac:chgData name="Soban Najam" userId="59c411b0-ccb7-4330-99a9-29cc04a2c185" providerId="ADAL" clId="{7175BE28-6B03-4995-88E8-34BBC4F1360E}" dt="2023-09-21T06:13:23.530" v="3062" actId="165"/>
          <ac:spMkLst>
            <pc:docMk/>
            <pc:sldMk cId="870185042" sldId="293"/>
            <ac:spMk id="83" creationId="{33CE9167-18BB-D095-83A7-485F1DA30E3F}"/>
          </ac:spMkLst>
        </pc:spChg>
        <pc:spChg chg="mod">
          <ac:chgData name="Soban Najam" userId="59c411b0-ccb7-4330-99a9-29cc04a2c185" providerId="ADAL" clId="{7175BE28-6B03-4995-88E8-34BBC4F1360E}" dt="2023-09-21T06:13:23.530" v="3062" actId="165"/>
          <ac:spMkLst>
            <pc:docMk/>
            <pc:sldMk cId="870185042" sldId="293"/>
            <ac:spMk id="84" creationId="{6A46D924-8857-2491-513B-F2986BE664EA}"/>
          </ac:spMkLst>
        </pc:spChg>
        <pc:spChg chg="mod">
          <ac:chgData name="Soban Najam" userId="59c411b0-ccb7-4330-99a9-29cc04a2c185" providerId="ADAL" clId="{7175BE28-6B03-4995-88E8-34BBC4F1360E}" dt="2023-09-21T06:13:23.530" v="3062" actId="165"/>
          <ac:spMkLst>
            <pc:docMk/>
            <pc:sldMk cId="870185042" sldId="293"/>
            <ac:spMk id="91" creationId="{05850304-44E0-AB01-A206-ED4EA8A02E15}"/>
          </ac:spMkLst>
        </pc:spChg>
        <pc:spChg chg="mod">
          <ac:chgData name="Soban Najam" userId="59c411b0-ccb7-4330-99a9-29cc04a2c185" providerId="ADAL" clId="{7175BE28-6B03-4995-88E8-34BBC4F1360E}" dt="2023-09-21T06:13:23.530" v="3062" actId="165"/>
          <ac:spMkLst>
            <pc:docMk/>
            <pc:sldMk cId="870185042" sldId="293"/>
            <ac:spMk id="92" creationId="{F0D8D87E-5C42-602D-EFF7-B4169FD6FB36}"/>
          </ac:spMkLst>
        </pc:spChg>
        <pc:spChg chg="mod">
          <ac:chgData name="Soban Najam" userId="59c411b0-ccb7-4330-99a9-29cc04a2c185" providerId="ADAL" clId="{7175BE28-6B03-4995-88E8-34BBC4F1360E}" dt="2023-09-21T06:13:23.530" v="3062" actId="165"/>
          <ac:spMkLst>
            <pc:docMk/>
            <pc:sldMk cId="870185042" sldId="293"/>
            <ac:spMk id="93" creationId="{7B3A13CB-8D17-CE0C-97D5-2A13CF2B573B}"/>
          </ac:spMkLst>
        </pc:spChg>
        <pc:spChg chg="mod">
          <ac:chgData name="Soban Najam" userId="59c411b0-ccb7-4330-99a9-29cc04a2c185" providerId="ADAL" clId="{7175BE28-6B03-4995-88E8-34BBC4F1360E}" dt="2023-09-21T06:13:23.530" v="3062" actId="165"/>
          <ac:spMkLst>
            <pc:docMk/>
            <pc:sldMk cId="870185042" sldId="293"/>
            <ac:spMk id="94" creationId="{16955382-9FEA-F5F1-25EE-EAA71D9D5704}"/>
          </ac:spMkLst>
        </pc:spChg>
        <pc:spChg chg="mod">
          <ac:chgData name="Soban Najam" userId="59c411b0-ccb7-4330-99a9-29cc04a2c185" providerId="ADAL" clId="{7175BE28-6B03-4995-88E8-34BBC4F1360E}" dt="2023-09-21T06:13:23.530" v="3062" actId="165"/>
          <ac:spMkLst>
            <pc:docMk/>
            <pc:sldMk cId="870185042" sldId="293"/>
            <ac:spMk id="95" creationId="{27461F48-6D5B-7B14-8E42-A6D51A5E1DBF}"/>
          </ac:spMkLst>
        </pc:spChg>
        <pc:spChg chg="mod">
          <ac:chgData name="Soban Najam" userId="59c411b0-ccb7-4330-99a9-29cc04a2c185" providerId="ADAL" clId="{7175BE28-6B03-4995-88E8-34BBC4F1360E}" dt="2023-09-21T06:13:23.530" v="3062" actId="165"/>
          <ac:spMkLst>
            <pc:docMk/>
            <pc:sldMk cId="870185042" sldId="293"/>
            <ac:spMk id="96" creationId="{371C3516-73B5-5927-6585-344CCB52A487}"/>
          </ac:spMkLst>
        </pc:spChg>
        <pc:spChg chg="mod">
          <ac:chgData name="Soban Najam" userId="59c411b0-ccb7-4330-99a9-29cc04a2c185" providerId="ADAL" clId="{7175BE28-6B03-4995-88E8-34BBC4F1360E}" dt="2023-09-21T06:13:23.530" v="3062" actId="165"/>
          <ac:spMkLst>
            <pc:docMk/>
            <pc:sldMk cId="870185042" sldId="293"/>
            <ac:spMk id="97" creationId="{07B51CAA-205B-6F09-793D-EE834DFC5609}"/>
          </ac:spMkLst>
        </pc:spChg>
        <pc:spChg chg="mod">
          <ac:chgData name="Soban Najam" userId="59c411b0-ccb7-4330-99a9-29cc04a2c185" providerId="ADAL" clId="{7175BE28-6B03-4995-88E8-34BBC4F1360E}" dt="2023-09-21T06:13:23.530" v="3062" actId="165"/>
          <ac:spMkLst>
            <pc:docMk/>
            <pc:sldMk cId="870185042" sldId="293"/>
            <ac:spMk id="98" creationId="{81DCA0C8-C104-C7EE-AFCA-8F1C901FE1F8}"/>
          </ac:spMkLst>
        </pc:spChg>
        <pc:spChg chg="mod">
          <ac:chgData name="Soban Najam" userId="59c411b0-ccb7-4330-99a9-29cc04a2c185" providerId="ADAL" clId="{7175BE28-6B03-4995-88E8-34BBC4F1360E}" dt="2023-09-21T06:13:23.530" v="3062" actId="165"/>
          <ac:spMkLst>
            <pc:docMk/>
            <pc:sldMk cId="870185042" sldId="293"/>
            <ac:spMk id="99" creationId="{C868526C-A13E-7667-D193-A8658CD7B686}"/>
          </ac:spMkLst>
        </pc:spChg>
        <pc:spChg chg="mod">
          <ac:chgData name="Soban Najam" userId="59c411b0-ccb7-4330-99a9-29cc04a2c185" providerId="ADAL" clId="{7175BE28-6B03-4995-88E8-34BBC4F1360E}" dt="2023-09-21T06:13:23.530" v="3062" actId="165"/>
          <ac:spMkLst>
            <pc:docMk/>
            <pc:sldMk cId="870185042" sldId="293"/>
            <ac:spMk id="100" creationId="{E0A7E4B0-04D0-8DC4-B961-747E7DCA26DD}"/>
          </ac:spMkLst>
        </pc:spChg>
        <pc:spChg chg="mod">
          <ac:chgData name="Soban Najam" userId="59c411b0-ccb7-4330-99a9-29cc04a2c185" providerId="ADAL" clId="{7175BE28-6B03-4995-88E8-34BBC4F1360E}" dt="2023-09-21T06:13:23.530" v="3062" actId="165"/>
          <ac:spMkLst>
            <pc:docMk/>
            <pc:sldMk cId="870185042" sldId="293"/>
            <ac:spMk id="101" creationId="{BAF18B8F-F1E5-DFB8-7B9C-631231C4ABEB}"/>
          </ac:spMkLst>
        </pc:spChg>
        <pc:spChg chg="mod">
          <ac:chgData name="Soban Najam" userId="59c411b0-ccb7-4330-99a9-29cc04a2c185" providerId="ADAL" clId="{7175BE28-6B03-4995-88E8-34BBC4F1360E}" dt="2023-09-21T06:13:23.530" v="3062" actId="165"/>
          <ac:spMkLst>
            <pc:docMk/>
            <pc:sldMk cId="870185042" sldId="293"/>
            <ac:spMk id="102" creationId="{E3237C70-DC57-4F73-7ACF-39A9AAEB66DA}"/>
          </ac:spMkLst>
        </pc:spChg>
        <pc:spChg chg="mod">
          <ac:chgData name="Soban Najam" userId="59c411b0-ccb7-4330-99a9-29cc04a2c185" providerId="ADAL" clId="{7175BE28-6B03-4995-88E8-34BBC4F1360E}" dt="2023-09-21T06:13:23.530" v="3062" actId="165"/>
          <ac:spMkLst>
            <pc:docMk/>
            <pc:sldMk cId="870185042" sldId="293"/>
            <ac:spMk id="103" creationId="{C95A8AB8-34D7-E421-C148-18FB57B76536}"/>
          </ac:spMkLst>
        </pc:spChg>
        <pc:spChg chg="mod">
          <ac:chgData name="Soban Najam" userId="59c411b0-ccb7-4330-99a9-29cc04a2c185" providerId="ADAL" clId="{7175BE28-6B03-4995-88E8-34BBC4F1360E}" dt="2023-09-21T06:13:23.530" v="3062" actId="165"/>
          <ac:spMkLst>
            <pc:docMk/>
            <pc:sldMk cId="870185042" sldId="293"/>
            <ac:spMk id="104" creationId="{E2359F9B-736B-5385-7F35-57E92177D7F4}"/>
          </ac:spMkLst>
        </pc:spChg>
        <pc:spChg chg="mod">
          <ac:chgData name="Soban Najam" userId="59c411b0-ccb7-4330-99a9-29cc04a2c185" providerId="ADAL" clId="{7175BE28-6B03-4995-88E8-34BBC4F1360E}" dt="2023-09-21T06:13:23.530" v="3062" actId="165"/>
          <ac:spMkLst>
            <pc:docMk/>
            <pc:sldMk cId="870185042" sldId="293"/>
            <ac:spMk id="105" creationId="{3107C1EA-7F3E-ED2B-877E-B9FE82B92955}"/>
          </ac:spMkLst>
        </pc:spChg>
        <pc:spChg chg="mod">
          <ac:chgData name="Soban Najam" userId="59c411b0-ccb7-4330-99a9-29cc04a2c185" providerId="ADAL" clId="{7175BE28-6B03-4995-88E8-34BBC4F1360E}" dt="2023-09-21T06:13:23.530" v="3062" actId="165"/>
          <ac:spMkLst>
            <pc:docMk/>
            <pc:sldMk cId="870185042" sldId="293"/>
            <ac:spMk id="106" creationId="{115038D6-CBB0-E27A-92FF-03D04B421615}"/>
          </ac:spMkLst>
        </pc:spChg>
        <pc:spChg chg="mod">
          <ac:chgData name="Soban Najam" userId="59c411b0-ccb7-4330-99a9-29cc04a2c185" providerId="ADAL" clId="{7175BE28-6B03-4995-88E8-34BBC4F1360E}" dt="2023-09-21T06:13:23.530" v="3062" actId="165"/>
          <ac:spMkLst>
            <pc:docMk/>
            <pc:sldMk cId="870185042" sldId="293"/>
            <ac:spMk id="107" creationId="{566E787A-3735-FC79-E4E4-B491A4CA1BD9}"/>
          </ac:spMkLst>
        </pc:spChg>
        <pc:spChg chg="mod">
          <ac:chgData name="Soban Najam" userId="59c411b0-ccb7-4330-99a9-29cc04a2c185" providerId="ADAL" clId="{7175BE28-6B03-4995-88E8-34BBC4F1360E}" dt="2023-09-21T06:13:23.530" v="3062" actId="165"/>
          <ac:spMkLst>
            <pc:docMk/>
            <pc:sldMk cId="870185042" sldId="293"/>
            <ac:spMk id="108" creationId="{EE1C834A-BE58-6DD9-E782-EAC6AF5E3E51}"/>
          </ac:spMkLst>
        </pc:spChg>
        <pc:spChg chg="mod">
          <ac:chgData name="Soban Najam" userId="59c411b0-ccb7-4330-99a9-29cc04a2c185" providerId="ADAL" clId="{7175BE28-6B03-4995-88E8-34BBC4F1360E}" dt="2023-09-21T06:13:23.530" v="3062" actId="165"/>
          <ac:spMkLst>
            <pc:docMk/>
            <pc:sldMk cId="870185042" sldId="293"/>
            <ac:spMk id="109" creationId="{AA0DE79A-007A-494C-8598-FE7149CB4452}"/>
          </ac:spMkLst>
        </pc:spChg>
        <pc:spChg chg="mod">
          <ac:chgData name="Soban Najam" userId="59c411b0-ccb7-4330-99a9-29cc04a2c185" providerId="ADAL" clId="{7175BE28-6B03-4995-88E8-34BBC4F1360E}" dt="2023-09-21T06:13:23.530" v="3062" actId="165"/>
          <ac:spMkLst>
            <pc:docMk/>
            <pc:sldMk cId="870185042" sldId="293"/>
            <ac:spMk id="110" creationId="{E243D7FF-FE1F-B536-F7F6-B6DB163BA144}"/>
          </ac:spMkLst>
        </pc:spChg>
        <pc:spChg chg="mod">
          <ac:chgData name="Soban Najam" userId="59c411b0-ccb7-4330-99a9-29cc04a2c185" providerId="ADAL" clId="{7175BE28-6B03-4995-88E8-34BBC4F1360E}" dt="2023-09-21T06:13:23.530" v="3062" actId="165"/>
          <ac:spMkLst>
            <pc:docMk/>
            <pc:sldMk cId="870185042" sldId="293"/>
            <ac:spMk id="111" creationId="{9A98DDDF-7BB1-2E65-8ACD-887138753B37}"/>
          </ac:spMkLst>
        </pc:spChg>
        <pc:spChg chg="mod">
          <ac:chgData name="Soban Najam" userId="59c411b0-ccb7-4330-99a9-29cc04a2c185" providerId="ADAL" clId="{7175BE28-6B03-4995-88E8-34BBC4F1360E}" dt="2023-09-21T06:13:23.530" v="3062" actId="165"/>
          <ac:spMkLst>
            <pc:docMk/>
            <pc:sldMk cId="870185042" sldId="293"/>
            <ac:spMk id="112" creationId="{90EFEBA1-7AE6-1210-71C8-D8EEF066D0DF}"/>
          </ac:spMkLst>
        </pc:spChg>
        <pc:spChg chg="mod">
          <ac:chgData name="Soban Najam" userId="59c411b0-ccb7-4330-99a9-29cc04a2c185" providerId="ADAL" clId="{7175BE28-6B03-4995-88E8-34BBC4F1360E}" dt="2023-09-21T06:13:23.530" v="3062" actId="165"/>
          <ac:spMkLst>
            <pc:docMk/>
            <pc:sldMk cId="870185042" sldId="293"/>
            <ac:spMk id="113" creationId="{66101F23-C19A-57E3-E694-D8DBCD237B80}"/>
          </ac:spMkLst>
        </pc:spChg>
        <pc:spChg chg="mod">
          <ac:chgData name="Soban Najam" userId="59c411b0-ccb7-4330-99a9-29cc04a2c185" providerId="ADAL" clId="{7175BE28-6B03-4995-88E8-34BBC4F1360E}" dt="2023-09-21T06:13:23.530" v="3062" actId="165"/>
          <ac:spMkLst>
            <pc:docMk/>
            <pc:sldMk cId="870185042" sldId="293"/>
            <ac:spMk id="114" creationId="{AC579FBB-1592-CFA1-45B6-3D00D6232934}"/>
          </ac:spMkLst>
        </pc:spChg>
        <pc:spChg chg="mod">
          <ac:chgData name="Soban Najam" userId="59c411b0-ccb7-4330-99a9-29cc04a2c185" providerId="ADAL" clId="{7175BE28-6B03-4995-88E8-34BBC4F1360E}" dt="2023-09-21T06:13:23.530" v="3062" actId="165"/>
          <ac:spMkLst>
            <pc:docMk/>
            <pc:sldMk cId="870185042" sldId="293"/>
            <ac:spMk id="115" creationId="{A101E360-DFDB-B011-FD98-707BEF74C60A}"/>
          </ac:spMkLst>
        </pc:spChg>
        <pc:spChg chg="mod">
          <ac:chgData name="Soban Najam" userId="59c411b0-ccb7-4330-99a9-29cc04a2c185" providerId="ADAL" clId="{7175BE28-6B03-4995-88E8-34BBC4F1360E}" dt="2023-09-21T06:13:23.530" v="3062" actId="165"/>
          <ac:spMkLst>
            <pc:docMk/>
            <pc:sldMk cId="870185042" sldId="293"/>
            <ac:spMk id="117" creationId="{AEB43286-2C59-B376-5877-2A84C8CDF0F0}"/>
          </ac:spMkLst>
        </pc:spChg>
        <pc:spChg chg="mod">
          <ac:chgData name="Soban Najam" userId="59c411b0-ccb7-4330-99a9-29cc04a2c185" providerId="ADAL" clId="{7175BE28-6B03-4995-88E8-34BBC4F1360E}" dt="2023-09-21T06:13:23.530" v="3062" actId="165"/>
          <ac:spMkLst>
            <pc:docMk/>
            <pc:sldMk cId="870185042" sldId="293"/>
            <ac:spMk id="118" creationId="{A6C6CC5F-7103-CCC0-87C3-96AA5AA3E597}"/>
          </ac:spMkLst>
        </pc:spChg>
        <pc:spChg chg="mod">
          <ac:chgData name="Soban Najam" userId="59c411b0-ccb7-4330-99a9-29cc04a2c185" providerId="ADAL" clId="{7175BE28-6B03-4995-88E8-34BBC4F1360E}" dt="2023-09-21T06:13:23.530" v="3062" actId="165"/>
          <ac:spMkLst>
            <pc:docMk/>
            <pc:sldMk cId="870185042" sldId="293"/>
            <ac:spMk id="119" creationId="{D57DA060-0E74-C5E4-530E-0C7B4D60E848}"/>
          </ac:spMkLst>
        </pc:spChg>
        <pc:spChg chg="mod">
          <ac:chgData name="Soban Najam" userId="59c411b0-ccb7-4330-99a9-29cc04a2c185" providerId="ADAL" clId="{7175BE28-6B03-4995-88E8-34BBC4F1360E}" dt="2023-09-21T06:13:23.530" v="3062" actId="165"/>
          <ac:spMkLst>
            <pc:docMk/>
            <pc:sldMk cId="870185042" sldId="293"/>
            <ac:spMk id="120" creationId="{E4CD16C0-CA52-18EB-83F5-B1629F119160}"/>
          </ac:spMkLst>
        </pc:spChg>
        <pc:spChg chg="mod">
          <ac:chgData name="Soban Najam" userId="59c411b0-ccb7-4330-99a9-29cc04a2c185" providerId="ADAL" clId="{7175BE28-6B03-4995-88E8-34BBC4F1360E}" dt="2023-09-21T06:13:23.530" v="3062" actId="165"/>
          <ac:spMkLst>
            <pc:docMk/>
            <pc:sldMk cId="870185042" sldId="293"/>
            <ac:spMk id="121" creationId="{ECDBF572-D9FE-B334-544E-7A65BDA15394}"/>
          </ac:spMkLst>
        </pc:spChg>
        <pc:spChg chg="mod">
          <ac:chgData name="Soban Najam" userId="59c411b0-ccb7-4330-99a9-29cc04a2c185" providerId="ADAL" clId="{7175BE28-6B03-4995-88E8-34BBC4F1360E}" dt="2023-09-21T06:13:23.530" v="3062" actId="165"/>
          <ac:spMkLst>
            <pc:docMk/>
            <pc:sldMk cId="870185042" sldId="293"/>
            <ac:spMk id="122" creationId="{A959CDD7-C50E-357D-94C2-41A99E036D34}"/>
          </ac:spMkLst>
        </pc:spChg>
        <pc:spChg chg="mod">
          <ac:chgData name="Soban Najam" userId="59c411b0-ccb7-4330-99a9-29cc04a2c185" providerId="ADAL" clId="{7175BE28-6B03-4995-88E8-34BBC4F1360E}" dt="2023-09-21T06:13:23.530" v="3062" actId="165"/>
          <ac:spMkLst>
            <pc:docMk/>
            <pc:sldMk cId="870185042" sldId="293"/>
            <ac:spMk id="123" creationId="{4E2F82CF-6FD5-4623-6143-23E7F6804694}"/>
          </ac:spMkLst>
        </pc:spChg>
        <pc:spChg chg="mod">
          <ac:chgData name="Soban Najam" userId="59c411b0-ccb7-4330-99a9-29cc04a2c185" providerId="ADAL" clId="{7175BE28-6B03-4995-88E8-34BBC4F1360E}" dt="2023-09-21T06:13:23.530" v="3062" actId="165"/>
          <ac:spMkLst>
            <pc:docMk/>
            <pc:sldMk cId="870185042" sldId="293"/>
            <ac:spMk id="124" creationId="{F8F8417C-3540-CE1E-5BEE-59873D768326}"/>
          </ac:spMkLst>
        </pc:spChg>
        <pc:spChg chg="mod">
          <ac:chgData name="Soban Najam" userId="59c411b0-ccb7-4330-99a9-29cc04a2c185" providerId="ADAL" clId="{7175BE28-6B03-4995-88E8-34BBC4F1360E}" dt="2023-09-21T06:13:23.530" v="3062" actId="165"/>
          <ac:spMkLst>
            <pc:docMk/>
            <pc:sldMk cId="870185042" sldId="293"/>
            <ac:spMk id="125" creationId="{76451120-914A-43D0-55C6-07F0445DB96E}"/>
          </ac:spMkLst>
        </pc:spChg>
        <pc:spChg chg="mod">
          <ac:chgData name="Soban Najam" userId="59c411b0-ccb7-4330-99a9-29cc04a2c185" providerId="ADAL" clId="{7175BE28-6B03-4995-88E8-34BBC4F1360E}" dt="2023-09-21T06:13:23.530" v="3062" actId="165"/>
          <ac:spMkLst>
            <pc:docMk/>
            <pc:sldMk cId="870185042" sldId="293"/>
            <ac:spMk id="126" creationId="{39375327-D946-A575-BBD1-FB66122C94A6}"/>
          </ac:spMkLst>
        </pc:spChg>
        <pc:spChg chg="mod">
          <ac:chgData name="Soban Najam" userId="59c411b0-ccb7-4330-99a9-29cc04a2c185" providerId="ADAL" clId="{7175BE28-6B03-4995-88E8-34BBC4F1360E}" dt="2023-09-21T06:13:23.530" v="3062" actId="165"/>
          <ac:spMkLst>
            <pc:docMk/>
            <pc:sldMk cId="870185042" sldId="293"/>
            <ac:spMk id="127" creationId="{24C74335-B300-8BC8-472F-21E8B76BAB01}"/>
          </ac:spMkLst>
        </pc:spChg>
        <pc:spChg chg="mod">
          <ac:chgData name="Soban Najam" userId="59c411b0-ccb7-4330-99a9-29cc04a2c185" providerId="ADAL" clId="{7175BE28-6B03-4995-88E8-34BBC4F1360E}" dt="2023-09-21T06:13:23.530" v="3062" actId="165"/>
          <ac:spMkLst>
            <pc:docMk/>
            <pc:sldMk cId="870185042" sldId="293"/>
            <ac:spMk id="128" creationId="{5726F3D2-688F-BD38-44FD-A9817838909C}"/>
          </ac:spMkLst>
        </pc:spChg>
        <pc:spChg chg="mod">
          <ac:chgData name="Soban Najam" userId="59c411b0-ccb7-4330-99a9-29cc04a2c185" providerId="ADAL" clId="{7175BE28-6B03-4995-88E8-34BBC4F1360E}" dt="2023-09-21T06:13:23.530" v="3062" actId="165"/>
          <ac:spMkLst>
            <pc:docMk/>
            <pc:sldMk cId="870185042" sldId="293"/>
            <ac:spMk id="129" creationId="{B6110399-A5DE-5A97-01AF-7555F93F8FE0}"/>
          </ac:spMkLst>
        </pc:spChg>
        <pc:spChg chg="mod">
          <ac:chgData name="Soban Najam" userId="59c411b0-ccb7-4330-99a9-29cc04a2c185" providerId="ADAL" clId="{7175BE28-6B03-4995-88E8-34BBC4F1360E}" dt="2023-09-21T06:13:23.530" v="3062" actId="165"/>
          <ac:spMkLst>
            <pc:docMk/>
            <pc:sldMk cId="870185042" sldId="293"/>
            <ac:spMk id="130" creationId="{D0C8F74C-4CBE-2298-092E-17FADB4AD0DA}"/>
          </ac:spMkLst>
        </pc:spChg>
        <pc:spChg chg="mod">
          <ac:chgData name="Soban Najam" userId="59c411b0-ccb7-4330-99a9-29cc04a2c185" providerId="ADAL" clId="{7175BE28-6B03-4995-88E8-34BBC4F1360E}" dt="2023-09-21T06:13:23.530" v="3062" actId="165"/>
          <ac:spMkLst>
            <pc:docMk/>
            <pc:sldMk cId="870185042" sldId="293"/>
            <ac:spMk id="131" creationId="{C931C604-35C3-F47D-5B0E-3D0C0C309103}"/>
          </ac:spMkLst>
        </pc:spChg>
        <pc:spChg chg="mod">
          <ac:chgData name="Soban Najam" userId="59c411b0-ccb7-4330-99a9-29cc04a2c185" providerId="ADAL" clId="{7175BE28-6B03-4995-88E8-34BBC4F1360E}" dt="2023-09-21T06:13:23.530" v="3062" actId="165"/>
          <ac:spMkLst>
            <pc:docMk/>
            <pc:sldMk cId="870185042" sldId="293"/>
            <ac:spMk id="132" creationId="{2EB9B2A4-D00D-47BF-E544-2EC18BC3FC1A}"/>
          </ac:spMkLst>
        </pc:spChg>
        <pc:spChg chg="mod">
          <ac:chgData name="Soban Najam" userId="59c411b0-ccb7-4330-99a9-29cc04a2c185" providerId="ADAL" clId="{7175BE28-6B03-4995-88E8-34BBC4F1360E}" dt="2023-09-21T06:13:23.530" v="3062" actId="165"/>
          <ac:spMkLst>
            <pc:docMk/>
            <pc:sldMk cId="870185042" sldId="293"/>
            <ac:spMk id="133" creationId="{EAA6BC87-869A-E0AE-862C-31049D62BA7B}"/>
          </ac:spMkLst>
        </pc:spChg>
        <pc:spChg chg="mod">
          <ac:chgData name="Soban Najam" userId="59c411b0-ccb7-4330-99a9-29cc04a2c185" providerId="ADAL" clId="{7175BE28-6B03-4995-88E8-34BBC4F1360E}" dt="2023-09-21T06:13:23.530" v="3062" actId="165"/>
          <ac:spMkLst>
            <pc:docMk/>
            <pc:sldMk cId="870185042" sldId="293"/>
            <ac:spMk id="134" creationId="{846431F0-C877-B5D8-C75E-6E05E8B7ABEE}"/>
          </ac:spMkLst>
        </pc:spChg>
        <pc:spChg chg="mod">
          <ac:chgData name="Soban Najam" userId="59c411b0-ccb7-4330-99a9-29cc04a2c185" providerId="ADAL" clId="{7175BE28-6B03-4995-88E8-34BBC4F1360E}" dt="2023-09-21T06:13:23.530" v="3062" actId="165"/>
          <ac:spMkLst>
            <pc:docMk/>
            <pc:sldMk cId="870185042" sldId="293"/>
            <ac:spMk id="135" creationId="{F00A1D88-152A-3598-EACA-4EE75D37F88C}"/>
          </ac:spMkLst>
        </pc:spChg>
        <pc:spChg chg="mod">
          <ac:chgData name="Soban Najam" userId="59c411b0-ccb7-4330-99a9-29cc04a2c185" providerId="ADAL" clId="{7175BE28-6B03-4995-88E8-34BBC4F1360E}" dt="2023-09-21T06:13:23.530" v="3062" actId="165"/>
          <ac:spMkLst>
            <pc:docMk/>
            <pc:sldMk cId="870185042" sldId="293"/>
            <ac:spMk id="136" creationId="{96EFA7B2-E2A2-55B4-28F9-72E1C57DF566}"/>
          </ac:spMkLst>
        </pc:spChg>
        <pc:spChg chg="mod">
          <ac:chgData name="Soban Najam" userId="59c411b0-ccb7-4330-99a9-29cc04a2c185" providerId="ADAL" clId="{7175BE28-6B03-4995-88E8-34BBC4F1360E}" dt="2023-09-21T06:13:23.530" v="3062" actId="165"/>
          <ac:spMkLst>
            <pc:docMk/>
            <pc:sldMk cId="870185042" sldId="293"/>
            <ac:spMk id="137" creationId="{893F1041-69CF-549D-8E87-482B66E37EFB}"/>
          </ac:spMkLst>
        </pc:spChg>
        <pc:spChg chg="mod">
          <ac:chgData name="Soban Najam" userId="59c411b0-ccb7-4330-99a9-29cc04a2c185" providerId="ADAL" clId="{7175BE28-6B03-4995-88E8-34BBC4F1360E}" dt="2023-09-21T06:13:23.530" v="3062" actId="165"/>
          <ac:spMkLst>
            <pc:docMk/>
            <pc:sldMk cId="870185042" sldId="293"/>
            <ac:spMk id="138" creationId="{68B820F7-0DB8-EC1D-1112-1E95E7E8A736}"/>
          </ac:spMkLst>
        </pc:spChg>
        <pc:spChg chg="mod">
          <ac:chgData name="Soban Najam" userId="59c411b0-ccb7-4330-99a9-29cc04a2c185" providerId="ADAL" clId="{7175BE28-6B03-4995-88E8-34BBC4F1360E}" dt="2023-09-21T06:13:23.530" v="3062" actId="165"/>
          <ac:spMkLst>
            <pc:docMk/>
            <pc:sldMk cId="870185042" sldId="293"/>
            <ac:spMk id="139" creationId="{D53F2978-59B8-A5F6-3F8F-5EEC0ABD913D}"/>
          </ac:spMkLst>
        </pc:spChg>
        <pc:spChg chg="mod">
          <ac:chgData name="Soban Najam" userId="59c411b0-ccb7-4330-99a9-29cc04a2c185" providerId="ADAL" clId="{7175BE28-6B03-4995-88E8-34BBC4F1360E}" dt="2023-09-21T06:13:23.530" v="3062" actId="165"/>
          <ac:spMkLst>
            <pc:docMk/>
            <pc:sldMk cId="870185042" sldId="293"/>
            <ac:spMk id="140" creationId="{D7021220-4801-EE84-FF22-976DD2410548}"/>
          </ac:spMkLst>
        </pc:spChg>
        <pc:spChg chg="mod">
          <ac:chgData name="Soban Najam" userId="59c411b0-ccb7-4330-99a9-29cc04a2c185" providerId="ADAL" clId="{7175BE28-6B03-4995-88E8-34BBC4F1360E}" dt="2023-09-21T06:13:23.530" v="3062" actId="165"/>
          <ac:spMkLst>
            <pc:docMk/>
            <pc:sldMk cId="870185042" sldId="293"/>
            <ac:spMk id="141" creationId="{9E404834-548E-0740-4FF0-783E1C1D7040}"/>
          </ac:spMkLst>
        </pc:spChg>
        <pc:spChg chg="mod">
          <ac:chgData name="Soban Najam" userId="59c411b0-ccb7-4330-99a9-29cc04a2c185" providerId="ADAL" clId="{7175BE28-6B03-4995-88E8-34BBC4F1360E}" dt="2023-09-21T06:13:23.530" v="3062" actId="165"/>
          <ac:spMkLst>
            <pc:docMk/>
            <pc:sldMk cId="870185042" sldId="293"/>
            <ac:spMk id="142" creationId="{144260D4-C844-02E6-2A0B-07F96225FCB0}"/>
          </ac:spMkLst>
        </pc:spChg>
        <pc:spChg chg="mod">
          <ac:chgData name="Soban Najam" userId="59c411b0-ccb7-4330-99a9-29cc04a2c185" providerId="ADAL" clId="{7175BE28-6B03-4995-88E8-34BBC4F1360E}" dt="2023-09-21T06:13:23.530" v="3062" actId="165"/>
          <ac:spMkLst>
            <pc:docMk/>
            <pc:sldMk cId="870185042" sldId="293"/>
            <ac:spMk id="143" creationId="{26B1E6AB-8B6A-C0CB-D668-FB170FA7332D}"/>
          </ac:spMkLst>
        </pc:spChg>
        <pc:spChg chg="mod">
          <ac:chgData name="Soban Najam" userId="59c411b0-ccb7-4330-99a9-29cc04a2c185" providerId="ADAL" clId="{7175BE28-6B03-4995-88E8-34BBC4F1360E}" dt="2023-09-21T06:13:23.530" v="3062" actId="165"/>
          <ac:spMkLst>
            <pc:docMk/>
            <pc:sldMk cId="870185042" sldId="293"/>
            <ac:spMk id="144" creationId="{7C2D143C-AF82-9356-7006-EDC71FDF97F0}"/>
          </ac:spMkLst>
        </pc:spChg>
        <pc:spChg chg="mod">
          <ac:chgData name="Soban Najam" userId="59c411b0-ccb7-4330-99a9-29cc04a2c185" providerId="ADAL" clId="{7175BE28-6B03-4995-88E8-34BBC4F1360E}" dt="2023-09-21T06:13:23.530" v="3062" actId="165"/>
          <ac:spMkLst>
            <pc:docMk/>
            <pc:sldMk cId="870185042" sldId="293"/>
            <ac:spMk id="145" creationId="{DD97687B-99C6-78DC-C002-5728DFA8A0AD}"/>
          </ac:spMkLst>
        </pc:spChg>
        <pc:spChg chg="mod">
          <ac:chgData name="Soban Najam" userId="59c411b0-ccb7-4330-99a9-29cc04a2c185" providerId="ADAL" clId="{7175BE28-6B03-4995-88E8-34BBC4F1360E}" dt="2023-09-21T06:13:23.530" v="3062" actId="165"/>
          <ac:spMkLst>
            <pc:docMk/>
            <pc:sldMk cId="870185042" sldId="293"/>
            <ac:spMk id="146" creationId="{6301941D-4AAC-1816-51E9-35689AF27CAA}"/>
          </ac:spMkLst>
        </pc:spChg>
        <pc:spChg chg="mod">
          <ac:chgData name="Soban Najam" userId="59c411b0-ccb7-4330-99a9-29cc04a2c185" providerId="ADAL" clId="{7175BE28-6B03-4995-88E8-34BBC4F1360E}" dt="2023-09-21T06:13:23.530" v="3062" actId="165"/>
          <ac:spMkLst>
            <pc:docMk/>
            <pc:sldMk cId="870185042" sldId="293"/>
            <ac:spMk id="147" creationId="{C889BBE1-762C-0B8B-5894-E079E98938A8}"/>
          </ac:spMkLst>
        </pc:spChg>
        <pc:spChg chg="mod">
          <ac:chgData name="Soban Najam" userId="59c411b0-ccb7-4330-99a9-29cc04a2c185" providerId="ADAL" clId="{7175BE28-6B03-4995-88E8-34BBC4F1360E}" dt="2023-09-21T06:13:23.530" v="3062" actId="165"/>
          <ac:spMkLst>
            <pc:docMk/>
            <pc:sldMk cId="870185042" sldId="293"/>
            <ac:spMk id="148" creationId="{757275C3-4147-7832-6482-AFE4E94202A9}"/>
          </ac:spMkLst>
        </pc:spChg>
        <pc:spChg chg="mod">
          <ac:chgData name="Soban Najam" userId="59c411b0-ccb7-4330-99a9-29cc04a2c185" providerId="ADAL" clId="{7175BE28-6B03-4995-88E8-34BBC4F1360E}" dt="2023-09-21T06:13:23.530" v="3062" actId="165"/>
          <ac:spMkLst>
            <pc:docMk/>
            <pc:sldMk cId="870185042" sldId="293"/>
            <ac:spMk id="149" creationId="{5D288888-81B1-A551-A1C7-D65C7DACC1D7}"/>
          </ac:spMkLst>
        </pc:spChg>
        <pc:spChg chg="mod">
          <ac:chgData name="Soban Najam" userId="59c411b0-ccb7-4330-99a9-29cc04a2c185" providerId="ADAL" clId="{7175BE28-6B03-4995-88E8-34BBC4F1360E}" dt="2023-09-21T06:13:23.530" v="3062" actId="165"/>
          <ac:spMkLst>
            <pc:docMk/>
            <pc:sldMk cId="870185042" sldId="293"/>
            <ac:spMk id="150" creationId="{87A91E9E-8063-6FA2-1AFD-5872B898E185}"/>
          </ac:spMkLst>
        </pc:spChg>
        <pc:spChg chg="mod">
          <ac:chgData name="Soban Najam" userId="59c411b0-ccb7-4330-99a9-29cc04a2c185" providerId="ADAL" clId="{7175BE28-6B03-4995-88E8-34BBC4F1360E}" dt="2023-09-21T06:13:23.530" v="3062" actId="165"/>
          <ac:spMkLst>
            <pc:docMk/>
            <pc:sldMk cId="870185042" sldId="293"/>
            <ac:spMk id="151" creationId="{3B38E621-A580-0839-1082-16CC0B634385}"/>
          </ac:spMkLst>
        </pc:spChg>
        <pc:spChg chg="mod">
          <ac:chgData name="Soban Najam" userId="59c411b0-ccb7-4330-99a9-29cc04a2c185" providerId="ADAL" clId="{7175BE28-6B03-4995-88E8-34BBC4F1360E}" dt="2023-09-21T06:13:23.530" v="3062" actId="165"/>
          <ac:spMkLst>
            <pc:docMk/>
            <pc:sldMk cId="870185042" sldId="293"/>
            <ac:spMk id="157" creationId="{CA274ADA-EC81-08EC-15F2-ECA3B4FC1BDD}"/>
          </ac:spMkLst>
        </pc:spChg>
        <pc:spChg chg="mod">
          <ac:chgData name="Soban Najam" userId="59c411b0-ccb7-4330-99a9-29cc04a2c185" providerId="ADAL" clId="{7175BE28-6B03-4995-88E8-34BBC4F1360E}" dt="2023-09-21T06:13:23.530" v="3062" actId="165"/>
          <ac:spMkLst>
            <pc:docMk/>
            <pc:sldMk cId="870185042" sldId="293"/>
            <ac:spMk id="158" creationId="{99F14E24-54F1-0FDE-8F40-86154D2736C2}"/>
          </ac:spMkLst>
        </pc:spChg>
        <pc:spChg chg="mod">
          <ac:chgData name="Soban Najam" userId="59c411b0-ccb7-4330-99a9-29cc04a2c185" providerId="ADAL" clId="{7175BE28-6B03-4995-88E8-34BBC4F1360E}" dt="2023-09-21T06:13:23.530" v="3062" actId="165"/>
          <ac:spMkLst>
            <pc:docMk/>
            <pc:sldMk cId="870185042" sldId="293"/>
            <ac:spMk id="159" creationId="{DDAFF783-E2D1-D2EB-2035-F9AAF984BBAA}"/>
          </ac:spMkLst>
        </pc:spChg>
        <pc:spChg chg="mod">
          <ac:chgData name="Soban Najam" userId="59c411b0-ccb7-4330-99a9-29cc04a2c185" providerId="ADAL" clId="{7175BE28-6B03-4995-88E8-34BBC4F1360E}" dt="2023-09-21T06:13:23.530" v="3062" actId="165"/>
          <ac:spMkLst>
            <pc:docMk/>
            <pc:sldMk cId="870185042" sldId="293"/>
            <ac:spMk id="160" creationId="{A9B0C7D4-D6B8-6C3A-593A-869FA86950CA}"/>
          </ac:spMkLst>
        </pc:spChg>
        <pc:spChg chg="mod">
          <ac:chgData name="Soban Najam" userId="59c411b0-ccb7-4330-99a9-29cc04a2c185" providerId="ADAL" clId="{7175BE28-6B03-4995-88E8-34BBC4F1360E}" dt="2023-09-21T06:13:23.530" v="3062" actId="165"/>
          <ac:spMkLst>
            <pc:docMk/>
            <pc:sldMk cId="870185042" sldId="293"/>
            <ac:spMk id="161" creationId="{981FC97A-21AD-E57E-A7A3-111E98F53797}"/>
          </ac:spMkLst>
        </pc:spChg>
        <pc:spChg chg="mod">
          <ac:chgData name="Soban Najam" userId="59c411b0-ccb7-4330-99a9-29cc04a2c185" providerId="ADAL" clId="{7175BE28-6B03-4995-88E8-34BBC4F1360E}" dt="2023-09-21T06:13:23.530" v="3062" actId="165"/>
          <ac:spMkLst>
            <pc:docMk/>
            <pc:sldMk cId="870185042" sldId="293"/>
            <ac:spMk id="162" creationId="{EA411FAE-754D-99AD-3CCE-899A8824F7BA}"/>
          </ac:spMkLst>
        </pc:spChg>
        <pc:spChg chg="mod">
          <ac:chgData name="Soban Najam" userId="59c411b0-ccb7-4330-99a9-29cc04a2c185" providerId="ADAL" clId="{7175BE28-6B03-4995-88E8-34BBC4F1360E}" dt="2023-09-21T06:13:23.530" v="3062" actId="165"/>
          <ac:spMkLst>
            <pc:docMk/>
            <pc:sldMk cId="870185042" sldId="293"/>
            <ac:spMk id="163" creationId="{46506739-9647-7AF4-340D-0D32D9C2CE3B}"/>
          </ac:spMkLst>
        </pc:spChg>
        <pc:spChg chg="mod">
          <ac:chgData name="Soban Najam" userId="59c411b0-ccb7-4330-99a9-29cc04a2c185" providerId="ADAL" clId="{7175BE28-6B03-4995-88E8-34BBC4F1360E}" dt="2023-09-21T06:13:23.530" v="3062" actId="165"/>
          <ac:spMkLst>
            <pc:docMk/>
            <pc:sldMk cId="870185042" sldId="293"/>
            <ac:spMk id="164" creationId="{A3E69453-6863-E047-F0D9-C5C3D9A52526}"/>
          </ac:spMkLst>
        </pc:spChg>
        <pc:spChg chg="mod">
          <ac:chgData name="Soban Najam" userId="59c411b0-ccb7-4330-99a9-29cc04a2c185" providerId="ADAL" clId="{7175BE28-6B03-4995-88E8-34BBC4F1360E}" dt="2023-09-21T06:13:23.530" v="3062" actId="165"/>
          <ac:spMkLst>
            <pc:docMk/>
            <pc:sldMk cId="870185042" sldId="293"/>
            <ac:spMk id="165" creationId="{BB32C710-1EA9-FC0A-0587-748F65010EF9}"/>
          </ac:spMkLst>
        </pc:spChg>
        <pc:spChg chg="mod">
          <ac:chgData name="Soban Najam" userId="59c411b0-ccb7-4330-99a9-29cc04a2c185" providerId="ADAL" clId="{7175BE28-6B03-4995-88E8-34BBC4F1360E}" dt="2023-09-21T06:13:23.530" v="3062" actId="165"/>
          <ac:spMkLst>
            <pc:docMk/>
            <pc:sldMk cId="870185042" sldId="293"/>
            <ac:spMk id="166" creationId="{1A4FD41D-C07A-F6B0-413B-E4E8BB7F4382}"/>
          </ac:spMkLst>
        </pc:spChg>
        <pc:spChg chg="mod">
          <ac:chgData name="Soban Najam" userId="59c411b0-ccb7-4330-99a9-29cc04a2c185" providerId="ADAL" clId="{7175BE28-6B03-4995-88E8-34BBC4F1360E}" dt="2023-09-21T06:13:23.530" v="3062" actId="165"/>
          <ac:spMkLst>
            <pc:docMk/>
            <pc:sldMk cId="870185042" sldId="293"/>
            <ac:spMk id="167" creationId="{A8B1106D-9394-97B8-D516-6ABCF682CEB5}"/>
          </ac:spMkLst>
        </pc:spChg>
        <pc:spChg chg="mod">
          <ac:chgData name="Soban Najam" userId="59c411b0-ccb7-4330-99a9-29cc04a2c185" providerId="ADAL" clId="{7175BE28-6B03-4995-88E8-34BBC4F1360E}" dt="2023-09-21T06:13:23.530" v="3062" actId="165"/>
          <ac:spMkLst>
            <pc:docMk/>
            <pc:sldMk cId="870185042" sldId="293"/>
            <ac:spMk id="168" creationId="{A68029CB-52D2-DEE0-026A-13EF21FCD09B}"/>
          </ac:spMkLst>
        </pc:spChg>
        <pc:spChg chg="mod">
          <ac:chgData name="Soban Najam" userId="59c411b0-ccb7-4330-99a9-29cc04a2c185" providerId="ADAL" clId="{7175BE28-6B03-4995-88E8-34BBC4F1360E}" dt="2023-09-21T06:13:23.530" v="3062" actId="165"/>
          <ac:spMkLst>
            <pc:docMk/>
            <pc:sldMk cId="870185042" sldId="293"/>
            <ac:spMk id="169" creationId="{3BBEDE19-300C-CF03-3345-D02E2B9A91D6}"/>
          </ac:spMkLst>
        </pc:spChg>
        <pc:spChg chg="mod">
          <ac:chgData name="Soban Najam" userId="59c411b0-ccb7-4330-99a9-29cc04a2c185" providerId="ADAL" clId="{7175BE28-6B03-4995-88E8-34BBC4F1360E}" dt="2023-09-21T06:13:23.530" v="3062" actId="165"/>
          <ac:spMkLst>
            <pc:docMk/>
            <pc:sldMk cId="870185042" sldId="293"/>
            <ac:spMk id="170" creationId="{EB8054F5-2F77-4EC1-AFFA-C56D44DBACD8}"/>
          </ac:spMkLst>
        </pc:spChg>
        <pc:spChg chg="mod">
          <ac:chgData name="Soban Najam" userId="59c411b0-ccb7-4330-99a9-29cc04a2c185" providerId="ADAL" clId="{7175BE28-6B03-4995-88E8-34BBC4F1360E}" dt="2023-09-21T06:13:23.530" v="3062" actId="165"/>
          <ac:spMkLst>
            <pc:docMk/>
            <pc:sldMk cId="870185042" sldId="293"/>
            <ac:spMk id="171" creationId="{D35D35A9-DDA4-091D-F53C-A87C89006CE7}"/>
          </ac:spMkLst>
        </pc:spChg>
        <pc:spChg chg="mod">
          <ac:chgData name="Soban Najam" userId="59c411b0-ccb7-4330-99a9-29cc04a2c185" providerId="ADAL" clId="{7175BE28-6B03-4995-88E8-34BBC4F1360E}" dt="2023-09-21T06:13:23.530" v="3062" actId="165"/>
          <ac:spMkLst>
            <pc:docMk/>
            <pc:sldMk cId="870185042" sldId="293"/>
            <ac:spMk id="172" creationId="{1E616CE7-0F83-4FA7-C068-42941FE8CB11}"/>
          </ac:spMkLst>
        </pc:spChg>
        <pc:spChg chg="mod">
          <ac:chgData name="Soban Najam" userId="59c411b0-ccb7-4330-99a9-29cc04a2c185" providerId="ADAL" clId="{7175BE28-6B03-4995-88E8-34BBC4F1360E}" dt="2023-09-21T06:13:23.530" v="3062" actId="165"/>
          <ac:spMkLst>
            <pc:docMk/>
            <pc:sldMk cId="870185042" sldId="293"/>
            <ac:spMk id="173" creationId="{C1FAE96D-7074-55AE-A1BD-EEB159C917DE}"/>
          </ac:spMkLst>
        </pc:spChg>
        <pc:spChg chg="mod">
          <ac:chgData name="Soban Najam" userId="59c411b0-ccb7-4330-99a9-29cc04a2c185" providerId="ADAL" clId="{7175BE28-6B03-4995-88E8-34BBC4F1360E}" dt="2023-09-21T06:13:23.530" v="3062" actId="165"/>
          <ac:spMkLst>
            <pc:docMk/>
            <pc:sldMk cId="870185042" sldId="293"/>
            <ac:spMk id="174" creationId="{8802AE0B-3E62-B081-3AB7-E008E97FFBA1}"/>
          </ac:spMkLst>
        </pc:spChg>
        <pc:spChg chg="mod">
          <ac:chgData name="Soban Najam" userId="59c411b0-ccb7-4330-99a9-29cc04a2c185" providerId="ADAL" clId="{7175BE28-6B03-4995-88E8-34BBC4F1360E}" dt="2023-09-21T06:13:23.530" v="3062" actId="165"/>
          <ac:spMkLst>
            <pc:docMk/>
            <pc:sldMk cId="870185042" sldId="293"/>
            <ac:spMk id="175" creationId="{D43DAED6-305C-6136-BC18-53AC141F8CE8}"/>
          </ac:spMkLst>
        </pc:spChg>
        <pc:spChg chg="mod">
          <ac:chgData name="Soban Najam" userId="59c411b0-ccb7-4330-99a9-29cc04a2c185" providerId="ADAL" clId="{7175BE28-6B03-4995-88E8-34BBC4F1360E}" dt="2023-09-21T06:13:23.530" v="3062" actId="165"/>
          <ac:spMkLst>
            <pc:docMk/>
            <pc:sldMk cId="870185042" sldId="293"/>
            <ac:spMk id="176" creationId="{497B5CEE-A008-411C-137A-1C54458D2FE5}"/>
          </ac:spMkLst>
        </pc:spChg>
        <pc:spChg chg="mod">
          <ac:chgData name="Soban Najam" userId="59c411b0-ccb7-4330-99a9-29cc04a2c185" providerId="ADAL" clId="{7175BE28-6B03-4995-88E8-34BBC4F1360E}" dt="2023-09-21T06:13:23.530" v="3062" actId="165"/>
          <ac:spMkLst>
            <pc:docMk/>
            <pc:sldMk cId="870185042" sldId="293"/>
            <ac:spMk id="177" creationId="{56369234-6838-B9D3-DA9F-3C560194B72D}"/>
          </ac:spMkLst>
        </pc:spChg>
        <pc:spChg chg="mod">
          <ac:chgData name="Soban Najam" userId="59c411b0-ccb7-4330-99a9-29cc04a2c185" providerId="ADAL" clId="{7175BE28-6B03-4995-88E8-34BBC4F1360E}" dt="2023-09-21T06:13:23.530" v="3062" actId="165"/>
          <ac:spMkLst>
            <pc:docMk/>
            <pc:sldMk cId="870185042" sldId="293"/>
            <ac:spMk id="178" creationId="{08561AAB-FDD2-C555-9BFD-CEFC50057FB9}"/>
          </ac:spMkLst>
        </pc:spChg>
        <pc:spChg chg="mod">
          <ac:chgData name="Soban Najam" userId="59c411b0-ccb7-4330-99a9-29cc04a2c185" providerId="ADAL" clId="{7175BE28-6B03-4995-88E8-34BBC4F1360E}" dt="2023-09-21T06:13:23.530" v="3062" actId="165"/>
          <ac:spMkLst>
            <pc:docMk/>
            <pc:sldMk cId="870185042" sldId="293"/>
            <ac:spMk id="179" creationId="{A5D5B1F5-2789-6B58-3AE5-0F3AC0C18F9D}"/>
          </ac:spMkLst>
        </pc:spChg>
        <pc:spChg chg="mod">
          <ac:chgData name="Soban Najam" userId="59c411b0-ccb7-4330-99a9-29cc04a2c185" providerId="ADAL" clId="{7175BE28-6B03-4995-88E8-34BBC4F1360E}" dt="2023-09-21T06:13:23.530" v="3062" actId="165"/>
          <ac:spMkLst>
            <pc:docMk/>
            <pc:sldMk cId="870185042" sldId="293"/>
            <ac:spMk id="180" creationId="{A0620EA0-DF84-319D-1504-4DBD80A1F131}"/>
          </ac:spMkLst>
        </pc:spChg>
        <pc:spChg chg="mod">
          <ac:chgData name="Soban Najam" userId="59c411b0-ccb7-4330-99a9-29cc04a2c185" providerId="ADAL" clId="{7175BE28-6B03-4995-88E8-34BBC4F1360E}" dt="2023-09-21T06:13:23.530" v="3062" actId="165"/>
          <ac:spMkLst>
            <pc:docMk/>
            <pc:sldMk cId="870185042" sldId="293"/>
            <ac:spMk id="181" creationId="{775BAF98-D5B5-DBA6-8655-D4C695849B39}"/>
          </ac:spMkLst>
        </pc:spChg>
        <pc:spChg chg="mod">
          <ac:chgData name="Soban Najam" userId="59c411b0-ccb7-4330-99a9-29cc04a2c185" providerId="ADAL" clId="{7175BE28-6B03-4995-88E8-34BBC4F1360E}" dt="2023-09-21T06:13:23.530" v="3062" actId="165"/>
          <ac:spMkLst>
            <pc:docMk/>
            <pc:sldMk cId="870185042" sldId="293"/>
            <ac:spMk id="182" creationId="{2D22F9B8-C99B-D532-136F-F2010418FA4D}"/>
          </ac:spMkLst>
        </pc:spChg>
        <pc:spChg chg="mod">
          <ac:chgData name="Soban Najam" userId="59c411b0-ccb7-4330-99a9-29cc04a2c185" providerId="ADAL" clId="{7175BE28-6B03-4995-88E8-34BBC4F1360E}" dt="2023-09-21T06:13:23.530" v="3062" actId="165"/>
          <ac:spMkLst>
            <pc:docMk/>
            <pc:sldMk cId="870185042" sldId="293"/>
            <ac:spMk id="183" creationId="{896AD6BB-135D-F01C-320A-56B0A98D9AEE}"/>
          </ac:spMkLst>
        </pc:spChg>
        <pc:spChg chg="mod">
          <ac:chgData name="Soban Najam" userId="59c411b0-ccb7-4330-99a9-29cc04a2c185" providerId="ADAL" clId="{7175BE28-6B03-4995-88E8-34BBC4F1360E}" dt="2023-09-21T06:13:23.530" v="3062" actId="165"/>
          <ac:spMkLst>
            <pc:docMk/>
            <pc:sldMk cId="870185042" sldId="293"/>
            <ac:spMk id="184" creationId="{51014F13-CE4B-266F-9B47-580ADA0E45FD}"/>
          </ac:spMkLst>
        </pc:spChg>
        <pc:spChg chg="mod">
          <ac:chgData name="Soban Najam" userId="59c411b0-ccb7-4330-99a9-29cc04a2c185" providerId="ADAL" clId="{7175BE28-6B03-4995-88E8-34BBC4F1360E}" dt="2023-09-21T06:13:23.530" v="3062" actId="165"/>
          <ac:spMkLst>
            <pc:docMk/>
            <pc:sldMk cId="870185042" sldId="293"/>
            <ac:spMk id="185" creationId="{BA9767B5-3FAF-0513-0FCA-A06C742D2B98}"/>
          </ac:spMkLst>
        </pc:spChg>
        <pc:spChg chg="mod">
          <ac:chgData name="Soban Najam" userId="59c411b0-ccb7-4330-99a9-29cc04a2c185" providerId="ADAL" clId="{7175BE28-6B03-4995-88E8-34BBC4F1360E}" dt="2023-09-21T06:13:23.530" v="3062" actId="165"/>
          <ac:spMkLst>
            <pc:docMk/>
            <pc:sldMk cId="870185042" sldId="293"/>
            <ac:spMk id="186" creationId="{495C14B1-C779-67D2-C84D-EF252C19A328}"/>
          </ac:spMkLst>
        </pc:spChg>
        <pc:spChg chg="mod">
          <ac:chgData name="Soban Najam" userId="59c411b0-ccb7-4330-99a9-29cc04a2c185" providerId="ADAL" clId="{7175BE28-6B03-4995-88E8-34BBC4F1360E}" dt="2023-09-21T06:13:23.530" v="3062" actId="165"/>
          <ac:spMkLst>
            <pc:docMk/>
            <pc:sldMk cId="870185042" sldId="293"/>
            <ac:spMk id="187" creationId="{E5FB7C38-D829-A620-909B-BA82A8439849}"/>
          </ac:spMkLst>
        </pc:spChg>
        <pc:spChg chg="mod">
          <ac:chgData name="Soban Najam" userId="59c411b0-ccb7-4330-99a9-29cc04a2c185" providerId="ADAL" clId="{7175BE28-6B03-4995-88E8-34BBC4F1360E}" dt="2023-09-21T06:13:23.530" v="3062" actId="165"/>
          <ac:spMkLst>
            <pc:docMk/>
            <pc:sldMk cId="870185042" sldId="293"/>
            <ac:spMk id="188" creationId="{5A8DC2BF-EF8D-91D3-0432-3314EE2FCF50}"/>
          </ac:spMkLst>
        </pc:spChg>
        <pc:spChg chg="mod">
          <ac:chgData name="Soban Najam" userId="59c411b0-ccb7-4330-99a9-29cc04a2c185" providerId="ADAL" clId="{7175BE28-6B03-4995-88E8-34BBC4F1360E}" dt="2023-09-21T06:13:23.530" v="3062" actId="165"/>
          <ac:spMkLst>
            <pc:docMk/>
            <pc:sldMk cId="870185042" sldId="293"/>
            <ac:spMk id="189" creationId="{E4101E09-049C-46C6-8861-6396342DD7CA}"/>
          </ac:spMkLst>
        </pc:spChg>
        <pc:spChg chg="mod">
          <ac:chgData name="Soban Najam" userId="59c411b0-ccb7-4330-99a9-29cc04a2c185" providerId="ADAL" clId="{7175BE28-6B03-4995-88E8-34BBC4F1360E}" dt="2023-09-21T06:13:23.530" v="3062" actId="165"/>
          <ac:spMkLst>
            <pc:docMk/>
            <pc:sldMk cId="870185042" sldId="293"/>
            <ac:spMk id="190" creationId="{6B6D9190-8DE6-77D4-EE3A-29376DC581A6}"/>
          </ac:spMkLst>
        </pc:spChg>
        <pc:spChg chg="mod">
          <ac:chgData name="Soban Najam" userId="59c411b0-ccb7-4330-99a9-29cc04a2c185" providerId="ADAL" clId="{7175BE28-6B03-4995-88E8-34BBC4F1360E}" dt="2023-09-21T06:13:23.530" v="3062" actId="165"/>
          <ac:spMkLst>
            <pc:docMk/>
            <pc:sldMk cId="870185042" sldId="293"/>
            <ac:spMk id="191" creationId="{948930AA-C472-0666-6273-D452D1615E47}"/>
          </ac:spMkLst>
        </pc:spChg>
        <pc:spChg chg="mod">
          <ac:chgData name="Soban Najam" userId="59c411b0-ccb7-4330-99a9-29cc04a2c185" providerId="ADAL" clId="{7175BE28-6B03-4995-88E8-34BBC4F1360E}" dt="2023-09-21T06:13:23.530" v="3062" actId="165"/>
          <ac:spMkLst>
            <pc:docMk/>
            <pc:sldMk cId="870185042" sldId="293"/>
            <ac:spMk id="198" creationId="{14D2B0B1-F8A9-A35E-F07F-7462CC9D6A46}"/>
          </ac:spMkLst>
        </pc:spChg>
        <pc:spChg chg="mod">
          <ac:chgData name="Soban Najam" userId="59c411b0-ccb7-4330-99a9-29cc04a2c185" providerId="ADAL" clId="{7175BE28-6B03-4995-88E8-34BBC4F1360E}" dt="2023-09-21T06:13:23.530" v="3062" actId="165"/>
          <ac:spMkLst>
            <pc:docMk/>
            <pc:sldMk cId="870185042" sldId="293"/>
            <ac:spMk id="199" creationId="{33D2D03E-31E4-6A3B-C83C-1EFC61D53F6C}"/>
          </ac:spMkLst>
        </pc:spChg>
        <pc:spChg chg="mod">
          <ac:chgData name="Soban Najam" userId="59c411b0-ccb7-4330-99a9-29cc04a2c185" providerId="ADAL" clId="{7175BE28-6B03-4995-88E8-34BBC4F1360E}" dt="2023-09-21T06:13:23.530" v="3062" actId="165"/>
          <ac:spMkLst>
            <pc:docMk/>
            <pc:sldMk cId="870185042" sldId="293"/>
            <ac:spMk id="200" creationId="{B6E8BBF6-1E9A-FB2F-2032-2F84968EB849}"/>
          </ac:spMkLst>
        </pc:spChg>
        <pc:spChg chg="mod">
          <ac:chgData name="Soban Najam" userId="59c411b0-ccb7-4330-99a9-29cc04a2c185" providerId="ADAL" clId="{7175BE28-6B03-4995-88E8-34BBC4F1360E}" dt="2023-09-21T06:13:23.530" v="3062" actId="165"/>
          <ac:spMkLst>
            <pc:docMk/>
            <pc:sldMk cId="870185042" sldId="293"/>
            <ac:spMk id="201" creationId="{A527B8BB-8B88-AF5E-60B8-588B40FD3653}"/>
          </ac:spMkLst>
        </pc:spChg>
        <pc:spChg chg="mod">
          <ac:chgData name="Soban Najam" userId="59c411b0-ccb7-4330-99a9-29cc04a2c185" providerId="ADAL" clId="{7175BE28-6B03-4995-88E8-34BBC4F1360E}" dt="2023-09-21T06:13:23.530" v="3062" actId="165"/>
          <ac:spMkLst>
            <pc:docMk/>
            <pc:sldMk cId="870185042" sldId="293"/>
            <ac:spMk id="202" creationId="{344A6239-F440-B106-24F5-887490E30324}"/>
          </ac:spMkLst>
        </pc:spChg>
        <pc:spChg chg="mod">
          <ac:chgData name="Soban Najam" userId="59c411b0-ccb7-4330-99a9-29cc04a2c185" providerId="ADAL" clId="{7175BE28-6B03-4995-88E8-34BBC4F1360E}" dt="2023-09-21T06:13:23.530" v="3062" actId="165"/>
          <ac:spMkLst>
            <pc:docMk/>
            <pc:sldMk cId="870185042" sldId="293"/>
            <ac:spMk id="203" creationId="{17F36D74-77FD-8E15-13A9-991B2769EA1D}"/>
          </ac:spMkLst>
        </pc:spChg>
        <pc:spChg chg="mod">
          <ac:chgData name="Soban Najam" userId="59c411b0-ccb7-4330-99a9-29cc04a2c185" providerId="ADAL" clId="{7175BE28-6B03-4995-88E8-34BBC4F1360E}" dt="2023-09-21T06:13:23.530" v="3062" actId="165"/>
          <ac:spMkLst>
            <pc:docMk/>
            <pc:sldMk cId="870185042" sldId="293"/>
            <ac:spMk id="204" creationId="{DACC55E5-CB67-0EE6-54BA-3D4B7EEA066E}"/>
          </ac:spMkLst>
        </pc:spChg>
        <pc:spChg chg="mod">
          <ac:chgData name="Soban Najam" userId="59c411b0-ccb7-4330-99a9-29cc04a2c185" providerId="ADAL" clId="{7175BE28-6B03-4995-88E8-34BBC4F1360E}" dt="2023-09-21T06:13:23.530" v="3062" actId="165"/>
          <ac:spMkLst>
            <pc:docMk/>
            <pc:sldMk cId="870185042" sldId="293"/>
            <ac:spMk id="205" creationId="{13943F72-BFB3-1E40-FED4-FDA6492E1615}"/>
          </ac:spMkLst>
        </pc:spChg>
        <pc:spChg chg="mod">
          <ac:chgData name="Soban Najam" userId="59c411b0-ccb7-4330-99a9-29cc04a2c185" providerId="ADAL" clId="{7175BE28-6B03-4995-88E8-34BBC4F1360E}" dt="2023-09-21T06:13:23.530" v="3062" actId="165"/>
          <ac:spMkLst>
            <pc:docMk/>
            <pc:sldMk cId="870185042" sldId="293"/>
            <ac:spMk id="206" creationId="{1E0F55FC-F6A2-5ADE-C1F4-805B5CACDF01}"/>
          </ac:spMkLst>
        </pc:spChg>
        <pc:spChg chg="mod">
          <ac:chgData name="Soban Najam" userId="59c411b0-ccb7-4330-99a9-29cc04a2c185" providerId="ADAL" clId="{7175BE28-6B03-4995-88E8-34BBC4F1360E}" dt="2023-09-21T06:13:23.530" v="3062" actId="165"/>
          <ac:spMkLst>
            <pc:docMk/>
            <pc:sldMk cId="870185042" sldId="293"/>
            <ac:spMk id="207" creationId="{03913663-9181-8BFD-2171-A99A1D51F22C}"/>
          </ac:spMkLst>
        </pc:spChg>
        <pc:spChg chg="mod">
          <ac:chgData name="Soban Najam" userId="59c411b0-ccb7-4330-99a9-29cc04a2c185" providerId="ADAL" clId="{7175BE28-6B03-4995-88E8-34BBC4F1360E}" dt="2023-09-21T06:13:23.530" v="3062" actId="165"/>
          <ac:spMkLst>
            <pc:docMk/>
            <pc:sldMk cId="870185042" sldId="293"/>
            <ac:spMk id="208" creationId="{E0C6C5FC-6AB3-45BB-C1E4-4956B2094932}"/>
          </ac:spMkLst>
        </pc:spChg>
        <pc:spChg chg="mod">
          <ac:chgData name="Soban Najam" userId="59c411b0-ccb7-4330-99a9-29cc04a2c185" providerId="ADAL" clId="{7175BE28-6B03-4995-88E8-34BBC4F1360E}" dt="2023-09-21T06:13:23.530" v="3062" actId="165"/>
          <ac:spMkLst>
            <pc:docMk/>
            <pc:sldMk cId="870185042" sldId="293"/>
            <ac:spMk id="209" creationId="{4371CEF2-175F-9648-3270-CF9DDF422697}"/>
          </ac:spMkLst>
        </pc:spChg>
        <pc:spChg chg="mod">
          <ac:chgData name="Soban Najam" userId="59c411b0-ccb7-4330-99a9-29cc04a2c185" providerId="ADAL" clId="{7175BE28-6B03-4995-88E8-34BBC4F1360E}" dt="2023-09-21T06:13:23.530" v="3062" actId="165"/>
          <ac:spMkLst>
            <pc:docMk/>
            <pc:sldMk cId="870185042" sldId="293"/>
            <ac:spMk id="210" creationId="{C0F31D6A-A491-5D4D-717A-2EFEBAB00E2F}"/>
          </ac:spMkLst>
        </pc:spChg>
        <pc:spChg chg="mod">
          <ac:chgData name="Soban Najam" userId="59c411b0-ccb7-4330-99a9-29cc04a2c185" providerId="ADAL" clId="{7175BE28-6B03-4995-88E8-34BBC4F1360E}" dt="2023-09-21T06:13:23.530" v="3062" actId="165"/>
          <ac:spMkLst>
            <pc:docMk/>
            <pc:sldMk cId="870185042" sldId="293"/>
            <ac:spMk id="211" creationId="{58B3D3EE-B12E-8D7C-B92A-C5D3886EFA57}"/>
          </ac:spMkLst>
        </pc:spChg>
        <pc:spChg chg="mod">
          <ac:chgData name="Soban Najam" userId="59c411b0-ccb7-4330-99a9-29cc04a2c185" providerId="ADAL" clId="{7175BE28-6B03-4995-88E8-34BBC4F1360E}" dt="2023-09-21T06:13:23.530" v="3062" actId="165"/>
          <ac:spMkLst>
            <pc:docMk/>
            <pc:sldMk cId="870185042" sldId="293"/>
            <ac:spMk id="212" creationId="{F94C28FC-D377-2851-6741-55C5CE59CB32}"/>
          </ac:spMkLst>
        </pc:spChg>
        <pc:spChg chg="mod">
          <ac:chgData name="Soban Najam" userId="59c411b0-ccb7-4330-99a9-29cc04a2c185" providerId="ADAL" clId="{7175BE28-6B03-4995-88E8-34BBC4F1360E}" dt="2023-09-21T06:13:23.530" v="3062" actId="165"/>
          <ac:spMkLst>
            <pc:docMk/>
            <pc:sldMk cId="870185042" sldId="293"/>
            <ac:spMk id="213" creationId="{1B7E157B-025E-E071-A14C-E86BE0A9958C}"/>
          </ac:spMkLst>
        </pc:spChg>
        <pc:spChg chg="mod">
          <ac:chgData name="Soban Najam" userId="59c411b0-ccb7-4330-99a9-29cc04a2c185" providerId="ADAL" clId="{7175BE28-6B03-4995-88E8-34BBC4F1360E}" dt="2023-09-21T06:13:23.530" v="3062" actId="165"/>
          <ac:spMkLst>
            <pc:docMk/>
            <pc:sldMk cId="870185042" sldId="293"/>
            <ac:spMk id="214" creationId="{D3FDD711-9366-2F41-61A5-1A6A9ADD494D}"/>
          </ac:spMkLst>
        </pc:spChg>
        <pc:spChg chg="mod">
          <ac:chgData name="Soban Najam" userId="59c411b0-ccb7-4330-99a9-29cc04a2c185" providerId="ADAL" clId="{7175BE28-6B03-4995-88E8-34BBC4F1360E}" dt="2023-09-21T06:13:23.530" v="3062" actId="165"/>
          <ac:spMkLst>
            <pc:docMk/>
            <pc:sldMk cId="870185042" sldId="293"/>
            <ac:spMk id="215" creationId="{A2170343-E115-2C14-1547-AD9BD08AA564}"/>
          </ac:spMkLst>
        </pc:spChg>
        <pc:spChg chg="mod">
          <ac:chgData name="Soban Najam" userId="59c411b0-ccb7-4330-99a9-29cc04a2c185" providerId="ADAL" clId="{7175BE28-6B03-4995-88E8-34BBC4F1360E}" dt="2023-09-21T06:13:23.530" v="3062" actId="165"/>
          <ac:spMkLst>
            <pc:docMk/>
            <pc:sldMk cId="870185042" sldId="293"/>
            <ac:spMk id="216" creationId="{BC0E3292-0090-2E19-643F-14BDA82F06BF}"/>
          </ac:spMkLst>
        </pc:spChg>
        <pc:spChg chg="mod">
          <ac:chgData name="Soban Najam" userId="59c411b0-ccb7-4330-99a9-29cc04a2c185" providerId="ADAL" clId="{7175BE28-6B03-4995-88E8-34BBC4F1360E}" dt="2023-09-21T06:13:23.530" v="3062" actId="165"/>
          <ac:spMkLst>
            <pc:docMk/>
            <pc:sldMk cId="870185042" sldId="293"/>
            <ac:spMk id="217" creationId="{FA8ED940-9C29-9EAB-8190-336324F09F76}"/>
          </ac:spMkLst>
        </pc:spChg>
        <pc:spChg chg="mod">
          <ac:chgData name="Soban Najam" userId="59c411b0-ccb7-4330-99a9-29cc04a2c185" providerId="ADAL" clId="{7175BE28-6B03-4995-88E8-34BBC4F1360E}" dt="2023-09-21T06:13:23.530" v="3062" actId="165"/>
          <ac:spMkLst>
            <pc:docMk/>
            <pc:sldMk cId="870185042" sldId="293"/>
            <ac:spMk id="218" creationId="{96E9F4A5-7E38-6FC3-865F-E397B87A0BFC}"/>
          </ac:spMkLst>
        </pc:spChg>
        <pc:spChg chg="mod">
          <ac:chgData name="Soban Najam" userId="59c411b0-ccb7-4330-99a9-29cc04a2c185" providerId="ADAL" clId="{7175BE28-6B03-4995-88E8-34BBC4F1360E}" dt="2023-09-21T06:13:23.530" v="3062" actId="165"/>
          <ac:spMkLst>
            <pc:docMk/>
            <pc:sldMk cId="870185042" sldId="293"/>
            <ac:spMk id="219" creationId="{C30F29A0-173B-A57B-FE4F-8FAEE9DC89A3}"/>
          </ac:spMkLst>
        </pc:spChg>
        <pc:spChg chg="mod">
          <ac:chgData name="Soban Najam" userId="59c411b0-ccb7-4330-99a9-29cc04a2c185" providerId="ADAL" clId="{7175BE28-6B03-4995-88E8-34BBC4F1360E}" dt="2023-09-21T06:13:23.530" v="3062" actId="165"/>
          <ac:spMkLst>
            <pc:docMk/>
            <pc:sldMk cId="870185042" sldId="293"/>
            <ac:spMk id="220" creationId="{9E02ADD2-A051-6AEE-90CB-E4BAC99C2E80}"/>
          </ac:spMkLst>
        </pc:spChg>
        <pc:spChg chg="mod">
          <ac:chgData name="Soban Najam" userId="59c411b0-ccb7-4330-99a9-29cc04a2c185" providerId="ADAL" clId="{7175BE28-6B03-4995-88E8-34BBC4F1360E}" dt="2023-09-21T06:13:23.530" v="3062" actId="165"/>
          <ac:spMkLst>
            <pc:docMk/>
            <pc:sldMk cId="870185042" sldId="293"/>
            <ac:spMk id="221" creationId="{9D3C78B9-0EE7-1702-F993-15F9BE26CC76}"/>
          </ac:spMkLst>
        </pc:spChg>
        <pc:spChg chg="mod">
          <ac:chgData name="Soban Najam" userId="59c411b0-ccb7-4330-99a9-29cc04a2c185" providerId="ADAL" clId="{7175BE28-6B03-4995-88E8-34BBC4F1360E}" dt="2023-09-21T06:13:23.530" v="3062" actId="165"/>
          <ac:spMkLst>
            <pc:docMk/>
            <pc:sldMk cId="870185042" sldId="293"/>
            <ac:spMk id="222" creationId="{353DDE0A-F531-34AF-977F-0058F317BD28}"/>
          </ac:spMkLst>
        </pc:spChg>
        <pc:spChg chg="mod">
          <ac:chgData name="Soban Najam" userId="59c411b0-ccb7-4330-99a9-29cc04a2c185" providerId="ADAL" clId="{7175BE28-6B03-4995-88E8-34BBC4F1360E}" dt="2023-09-21T06:13:23.530" v="3062" actId="165"/>
          <ac:spMkLst>
            <pc:docMk/>
            <pc:sldMk cId="870185042" sldId="293"/>
            <ac:spMk id="223" creationId="{8891B82C-861D-FE02-2B6D-B4E553EE4F38}"/>
          </ac:spMkLst>
        </pc:spChg>
        <pc:spChg chg="mod">
          <ac:chgData name="Soban Najam" userId="59c411b0-ccb7-4330-99a9-29cc04a2c185" providerId="ADAL" clId="{7175BE28-6B03-4995-88E8-34BBC4F1360E}" dt="2023-09-21T06:13:23.530" v="3062" actId="165"/>
          <ac:spMkLst>
            <pc:docMk/>
            <pc:sldMk cId="870185042" sldId="293"/>
            <ac:spMk id="224" creationId="{0C298DB1-CE0B-665D-D29A-E9386089BC17}"/>
          </ac:spMkLst>
        </pc:spChg>
        <pc:spChg chg="mod">
          <ac:chgData name="Soban Najam" userId="59c411b0-ccb7-4330-99a9-29cc04a2c185" providerId="ADAL" clId="{7175BE28-6B03-4995-88E8-34BBC4F1360E}" dt="2023-09-21T06:13:23.530" v="3062" actId="165"/>
          <ac:spMkLst>
            <pc:docMk/>
            <pc:sldMk cId="870185042" sldId="293"/>
            <ac:spMk id="225" creationId="{501DB900-98FD-2E94-D204-9E19F594EB23}"/>
          </ac:spMkLst>
        </pc:spChg>
        <pc:spChg chg="mod">
          <ac:chgData name="Soban Najam" userId="59c411b0-ccb7-4330-99a9-29cc04a2c185" providerId="ADAL" clId="{7175BE28-6B03-4995-88E8-34BBC4F1360E}" dt="2023-09-21T06:13:23.530" v="3062" actId="165"/>
          <ac:spMkLst>
            <pc:docMk/>
            <pc:sldMk cId="870185042" sldId="293"/>
            <ac:spMk id="226" creationId="{45F146A6-398B-9878-50C8-26AA89A06D0F}"/>
          </ac:spMkLst>
        </pc:spChg>
        <pc:spChg chg="mod">
          <ac:chgData name="Soban Najam" userId="59c411b0-ccb7-4330-99a9-29cc04a2c185" providerId="ADAL" clId="{7175BE28-6B03-4995-88E8-34BBC4F1360E}" dt="2023-09-21T06:13:23.530" v="3062" actId="165"/>
          <ac:spMkLst>
            <pc:docMk/>
            <pc:sldMk cId="870185042" sldId="293"/>
            <ac:spMk id="227" creationId="{10826F8D-E971-1224-4B74-FE9A4190035D}"/>
          </ac:spMkLst>
        </pc:spChg>
        <pc:spChg chg="mod">
          <ac:chgData name="Soban Najam" userId="59c411b0-ccb7-4330-99a9-29cc04a2c185" providerId="ADAL" clId="{7175BE28-6B03-4995-88E8-34BBC4F1360E}" dt="2023-09-21T06:13:23.530" v="3062" actId="165"/>
          <ac:spMkLst>
            <pc:docMk/>
            <pc:sldMk cId="870185042" sldId="293"/>
            <ac:spMk id="228" creationId="{A1697525-C980-66DF-B21D-D2A7E7917CD1}"/>
          </ac:spMkLst>
        </pc:spChg>
        <pc:spChg chg="mod">
          <ac:chgData name="Soban Najam" userId="59c411b0-ccb7-4330-99a9-29cc04a2c185" providerId="ADAL" clId="{7175BE28-6B03-4995-88E8-34BBC4F1360E}" dt="2023-09-21T06:13:23.530" v="3062" actId="165"/>
          <ac:spMkLst>
            <pc:docMk/>
            <pc:sldMk cId="870185042" sldId="293"/>
            <ac:spMk id="229" creationId="{9E67AD0F-18CD-AF1A-25CD-7DE8C4C68AA7}"/>
          </ac:spMkLst>
        </pc:spChg>
        <pc:spChg chg="mod">
          <ac:chgData name="Soban Najam" userId="59c411b0-ccb7-4330-99a9-29cc04a2c185" providerId="ADAL" clId="{7175BE28-6B03-4995-88E8-34BBC4F1360E}" dt="2023-09-21T06:13:23.530" v="3062" actId="165"/>
          <ac:spMkLst>
            <pc:docMk/>
            <pc:sldMk cId="870185042" sldId="293"/>
            <ac:spMk id="230" creationId="{03C96A0F-59AF-CC24-8CAD-1684F5A66D5C}"/>
          </ac:spMkLst>
        </pc:spChg>
        <pc:spChg chg="mod">
          <ac:chgData name="Soban Najam" userId="59c411b0-ccb7-4330-99a9-29cc04a2c185" providerId="ADAL" clId="{7175BE28-6B03-4995-88E8-34BBC4F1360E}" dt="2023-09-21T06:13:23.530" v="3062" actId="165"/>
          <ac:spMkLst>
            <pc:docMk/>
            <pc:sldMk cId="870185042" sldId="293"/>
            <ac:spMk id="231" creationId="{A45BC740-8E47-89C1-75D2-5BD3446A5430}"/>
          </ac:spMkLst>
        </pc:spChg>
        <pc:spChg chg="mod">
          <ac:chgData name="Soban Najam" userId="59c411b0-ccb7-4330-99a9-29cc04a2c185" providerId="ADAL" clId="{7175BE28-6B03-4995-88E8-34BBC4F1360E}" dt="2023-09-21T06:13:23.530" v="3062" actId="165"/>
          <ac:spMkLst>
            <pc:docMk/>
            <pc:sldMk cId="870185042" sldId="293"/>
            <ac:spMk id="232" creationId="{0FF5BB43-266B-46AE-D4B6-60E69619D884}"/>
          </ac:spMkLst>
        </pc:spChg>
        <pc:spChg chg="mod">
          <ac:chgData name="Soban Najam" userId="59c411b0-ccb7-4330-99a9-29cc04a2c185" providerId="ADAL" clId="{7175BE28-6B03-4995-88E8-34BBC4F1360E}" dt="2023-09-21T06:13:23.530" v="3062" actId="165"/>
          <ac:spMkLst>
            <pc:docMk/>
            <pc:sldMk cId="870185042" sldId="293"/>
            <ac:spMk id="233" creationId="{B776E33C-8692-828C-CD4B-C2462BA20129}"/>
          </ac:spMkLst>
        </pc:spChg>
        <pc:spChg chg="mod">
          <ac:chgData name="Soban Najam" userId="59c411b0-ccb7-4330-99a9-29cc04a2c185" providerId="ADAL" clId="{7175BE28-6B03-4995-88E8-34BBC4F1360E}" dt="2023-09-21T06:13:23.530" v="3062" actId="165"/>
          <ac:spMkLst>
            <pc:docMk/>
            <pc:sldMk cId="870185042" sldId="293"/>
            <ac:spMk id="234" creationId="{3F8BCB50-3704-5043-A13D-A55656D84613}"/>
          </ac:spMkLst>
        </pc:spChg>
        <pc:spChg chg="mod">
          <ac:chgData name="Soban Najam" userId="59c411b0-ccb7-4330-99a9-29cc04a2c185" providerId="ADAL" clId="{7175BE28-6B03-4995-88E8-34BBC4F1360E}" dt="2023-09-21T06:13:23.530" v="3062" actId="165"/>
          <ac:spMkLst>
            <pc:docMk/>
            <pc:sldMk cId="870185042" sldId="293"/>
            <ac:spMk id="235" creationId="{4C8C1367-E6D9-B5F0-7E1B-77800CFA816D}"/>
          </ac:spMkLst>
        </pc:spChg>
        <pc:spChg chg="mod">
          <ac:chgData name="Soban Najam" userId="59c411b0-ccb7-4330-99a9-29cc04a2c185" providerId="ADAL" clId="{7175BE28-6B03-4995-88E8-34BBC4F1360E}" dt="2023-09-21T06:13:23.530" v="3062" actId="165"/>
          <ac:spMkLst>
            <pc:docMk/>
            <pc:sldMk cId="870185042" sldId="293"/>
            <ac:spMk id="236" creationId="{B5754EE3-1021-12D6-5485-3E4ECF2BFFCF}"/>
          </ac:spMkLst>
        </pc:spChg>
        <pc:spChg chg="mod">
          <ac:chgData name="Soban Najam" userId="59c411b0-ccb7-4330-99a9-29cc04a2c185" providerId="ADAL" clId="{7175BE28-6B03-4995-88E8-34BBC4F1360E}" dt="2023-09-21T06:13:23.530" v="3062" actId="165"/>
          <ac:spMkLst>
            <pc:docMk/>
            <pc:sldMk cId="870185042" sldId="293"/>
            <ac:spMk id="237" creationId="{B4747D74-5378-52E3-151B-8494A70D56D2}"/>
          </ac:spMkLst>
        </pc:spChg>
        <pc:spChg chg="mod">
          <ac:chgData name="Soban Najam" userId="59c411b0-ccb7-4330-99a9-29cc04a2c185" providerId="ADAL" clId="{7175BE28-6B03-4995-88E8-34BBC4F1360E}" dt="2023-09-21T06:13:23.530" v="3062" actId="165"/>
          <ac:spMkLst>
            <pc:docMk/>
            <pc:sldMk cId="870185042" sldId="293"/>
            <ac:spMk id="238" creationId="{D5F30B1B-C560-F7CA-56A8-F14E12296C13}"/>
          </ac:spMkLst>
        </pc:spChg>
        <pc:spChg chg="mod">
          <ac:chgData name="Soban Najam" userId="59c411b0-ccb7-4330-99a9-29cc04a2c185" providerId="ADAL" clId="{7175BE28-6B03-4995-88E8-34BBC4F1360E}" dt="2023-09-21T06:13:23.530" v="3062" actId="165"/>
          <ac:spMkLst>
            <pc:docMk/>
            <pc:sldMk cId="870185042" sldId="293"/>
            <ac:spMk id="239" creationId="{FE5D8F8E-E8AD-F1DA-3226-264660D1C3FF}"/>
          </ac:spMkLst>
        </pc:spChg>
        <pc:spChg chg="mod">
          <ac:chgData name="Soban Najam" userId="59c411b0-ccb7-4330-99a9-29cc04a2c185" providerId="ADAL" clId="{7175BE28-6B03-4995-88E8-34BBC4F1360E}" dt="2023-09-21T06:13:23.530" v="3062" actId="165"/>
          <ac:spMkLst>
            <pc:docMk/>
            <pc:sldMk cId="870185042" sldId="293"/>
            <ac:spMk id="240" creationId="{08BDDA06-ACEC-ABCD-D843-480DCE6C61D4}"/>
          </ac:spMkLst>
        </pc:spChg>
        <pc:spChg chg="mod">
          <ac:chgData name="Soban Najam" userId="59c411b0-ccb7-4330-99a9-29cc04a2c185" providerId="ADAL" clId="{7175BE28-6B03-4995-88E8-34BBC4F1360E}" dt="2023-09-21T06:13:23.530" v="3062" actId="165"/>
          <ac:spMkLst>
            <pc:docMk/>
            <pc:sldMk cId="870185042" sldId="293"/>
            <ac:spMk id="241" creationId="{D4CFC42C-CC96-B7D5-8F35-F6ECA883DF06}"/>
          </ac:spMkLst>
        </pc:spChg>
        <pc:spChg chg="mod">
          <ac:chgData name="Soban Najam" userId="59c411b0-ccb7-4330-99a9-29cc04a2c185" providerId="ADAL" clId="{7175BE28-6B03-4995-88E8-34BBC4F1360E}" dt="2023-09-21T06:13:23.530" v="3062" actId="165"/>
          <ac:spMkLst>
            <pc:docMk/>
            <pc:sldMk cId="870185042" sldId="293"/>
            <ac:spMk id="242" creationId="{E45DA644-99CA-E308-E582-EFD5CAF062C3}"/>
          </ac:spMkLst>
        </pc:spChg>
        <pc:spChg chg="mod">
          <ac:chgData name="Soban Najam" userId="59c411b0-ccb7-4330-99a9-29cc04a2c185" providerId="ADAL" clId="{7175BE28-6B03-4995-88E8-34BBC4F1360E}" dt="2023-09-21T06:13:23.530" v="3062" actId="165"/>
          <ac:spMkLst>
            <pc:docMk/>
            <pc:sldMk cId="870185042" sldId="293"/>
            <ac:spMk id="243" creationId="{3824CD64-CE29-A775-6758-916C69870966}"/>
          </ac:spMkLst>
        </pc:spChg>
        <pc:spChg chg="mod">
          <ac:chgData name="Soban Najam" userId="59c411b0-ccb7-4330-99a9-29cc04a2c185" providerId="ADAL" clId="{7175BE28-6B03-4995-88E8-34BBC4F1360E}" dt="2023-09-21T06:13:23.530" v="3062" actId="165"/>
          <ac:spMkLst>
            <pc:docMk/>
            <pc:sldMk cId="870185042" sldId="293"/>
            <ac:spMk id="244" creationId="{98911A0A-148A-72C3-F84D-0747F07A7C47}"/>
          </ac:spMkLst>
        </pc:spChg>
        <pc:spChg chg="mod">
          <ac:chgData name="Soban Najam" userId="59c411b0-ccb7-4330-99a9-29cc04a2c185" providerId="ADAL" clId="{7175BE28-6B03-4995-88E8-34BBC4F1360E}" dt="2023-09-21T06:13:23.530" v="3062" actId="165"/>
          <ac:spMkLst>
            <pc:docMk/>
            <pc:sldMk cId="870185042" sldId="293"/>
            <ac:spMk id="245" creationId="{4C1A3C20-3133-B19B-2C82-CCE0C45D1D66}"/>
          </ac:spMkLst>
        </pc:spChg>
        <pc:spChg chg="mod">
          <ac:chgData name="Soban Najam" userId="59c411b0-ccb7-4330-99a9-29cc04a2c185" providerId="ADAL" clId="{7175BE28-6B03-4995-88E8-34BBC4F1360E}" dt="2023-09-21T06:13:23.530" v="3062" actId="165"/>
          <ac:spMkLst>
            <pc:docMk/>
            <pc:sldMk cId="870185042" sldId="293"/>
            <ac:spMk id="246" creationId="{B3190D6F-3D39-AB11-E045-CAC22B322BA6}"/>
          </ac:spMkLst>
        </pc:spChg>
        <pc:spChg chg="mod">
          <ac:chgData name="Soban Najam" userId="59c411b0-ccb7-4330-99a9-29cc04a2c185" providerId="ADAL" clId="{7175BE28-6B03-4995-88E8-34BBC4F1360E}" dt="2023-09-21T06:13:23.530" v="3062" actId="165"/>
          <ac:spMkLst>
            <pc:docMk/>
            <pc:sldMk cId="870185042" sldId="293"/>
            <ac:spMk id="247" creationId="{FF7F2D93-EA39-A316-68BC-F54AFE78BFDB}"/>
          </ac:spMkLst>
        </pc:spChg>
        <pc:spChg chg="mod">
          <ac:chgData name="Soban Najam" userId="59c411b0-ccb7-4330-99a9-29cc04a2c185" providerId="ADAL" clId="{7175BE28-6B03-4995-88E8-34BBC4F1360E}" dt="2023-09-21T06:13:23.530" v="3062" actId="165"/>
          <ac:spMkLst>
            <pc:docMk/>
            <pc:sldMk cId="870185042" sldId="293"/>
            <ac:spMk id="248" creationId="{A6F18212-21B9-3092-7F7B-B9B2275A9FE1}"/>
          </ac:spMkLst>
        </pc:spChg>
        <pc:spChg chg="mod">
          <ac:chgData name="Soban Najam" userId="59c411b0-ccb7-4330-99a9-29cc04a2c185" providerId="ADAL" clId="{7175BE28-6B03-4995-88E8-34BBC4F1360E}" dt="2023-09-21T06:13:23.530" v="3062" actId="165"/>
          <ac:spMkLst>
            <pc:docMk/>
            <pc:sldMk cId="870185042" sldId="293"/>
            <ac:spMk id="249" creationId="{BA0DED95-80A1-6D98-8AAF-6958AF861BB8}"/>
          </ac:spMkLst>
        </pc:spChg>
        <pc:spChg chg="mod">
          <ac:chgData name="Soban Najam" userId="59c411b0-ccb7-4330-99a9-29cc04a2c185" providerId="ADAL" clId="{7175BE28-6B03-4995-88E8-34BBC4F1360E}" dt="2023-09-21T06:13:23.530" v="3062" actId="165"/>
          <ac:spMkLst>
            <pc:docMk/>
            <pc:sldMk cId="870185042" sldId="293"/>
            <ac:spMk id="250" creationId="{6A2BA71D-8051-E44A-516B-6974E5411A00}"/>
          </ac:spMkLst>
        </pc:spChg>
        <pc:spChg chg="mod">
          <ac:chgData name="Soban Najam" userId="59c411b0-ccb7-4330-99a9-29cc04a2c185" providerId="ADAL" clId="{7175BE28-6B03-4995-88E8-34BBC4F1360E}" dt="2023-09-21T06:13:23.530" v="3062" actId="165"/>
          <ac:spMkLst>
            <pc:docMk/>
            <pc:sldMk cId="870185042" sldId="293"/>
            <ac:spMk id="251" creationId="{52B365E8-D603-1158-6B81-A3E4D24F6B64}"/>
          </ac:spMkLst>
        </pc:spChg>
        <pc:spChg chg="mod">
          <ac:chgData name="Soban Najam" userId="59c411b0-ccb7-4330-99a9-29cc04a2c185" providerId="ADAL" clId="{7175BE28-6B03-4995-88E8-34BBC4F1360E}" dt="2023-09-21T06:13:23.530" v="3062" actId="165"/>
          <ac:spMkLst>
            <pc:docMk/>
            <pc:sldMk cId="870185042" sldId="293"/>
            <ac:spMk id="252" creationId="{E14C6102-DF45-FBFE-98AE-D24FA323D6D7}"/>
          </ac:spMkLst>
        </pc:spChg>
        <pc:spChg chg="mod">
          <ac:chgData name="Soban Najam" userId="59c411b0-ccb7-4330-99a9-29cc04a2c185" providerId="ADAL" clId="{7175BE28-6B03-4995-88E8-34BBC4F1360E}" dt="2023-09-21T06:13:23.530" v="3062" actId="165"/>
          <ac:spMkLst>
            <pc:docMk/>
            <pc:sldMk cId="870185042" sldId="293"/>
            <ac:spMk id="253" creationId="{E61025A8-4E75-5AB7-A485-66BB43927696}"/>
          </ac:spMkLst>
        </pc:spChg>
        <pc:spChg chg="mod">
          <ac:chgData name="Soban Najam" userId="59c411b0-ccb7-4330-99a9-29cc04a2c185" providerId="ADAL" clId="{7175BE28-6B03-4995-88E8-34BBC4F1360E}" dt="2023-09-21T06:13:23.530" v="3062" actId="165"/>
          <ac:spMkLst>
            <pc:docMk/>
            <pc:sldMk cId="870185042" sldId="293"/>
            <ac:spMk id="254" creationId="{3C0BCF12-65DF-4144-5691-D91EBEEF5FBF}"/>
          </ac:spMkLst>
        </pc:spChg>
        <pc:spChg chg="mod">
          <ac:chgData name="Soban Najam" userId="59c411b0-ccb7-4330-99a9-29cc04a2c185" providerId="ADAL" clId="{7175BE28-6B03-4995-88E8-34BBC4F1360E}" dt="2023-09-21T06:13:23.530" v="3062" actId="165"/>
          <ac:spMkLst>
            <pc:docMk/>
            <pc:sldMk cId="870185042" sldId="293"/>
            <ac:spMk id="255" creationId="{F91AFF34-74B5-58C1-7AA0-C9EFC0A5FAEB}"/>
          </ac:spMkLst>
        </pc:spChg>
        <pc:spChg chg="mod">
          <ac:chgData name="Soban Najam" userId="59c411b0-ccb7-4330-99a9-29cc04a2c185" providerId="ADAL" clId="{7175BE28-6B03-4995-88E8-34BBC4F1360E}" dt="2023-09-21T06:13:23.530" v="3062" actId="165"/>
          <ac:spMkLst>
            <pc:docMk/>
            <pc:sldMk cId="870185042" sldId="293"/>
            <ac:spMk id="257" creationId="{B008F30F-822A-BA4F-BF85-7D80786F9313}"/>
          </ac:spMkLst>
        </pc:spChg>
        <pc:spChg chg="mod">
          <ac:chgData name="Soban Najam" userId="59c411b0-ccb7-4330-99a9-29cc04a2c185" providerId="ADAL" clId="{7175BE28-6B03-4995-88E8-34BBC4F1360E}" dt="2023-09-21T06:13:23.530" v="3062" actId="165"/>
          <ac:spMkLst>
            <pc:docMk/>
            <pc:sldMk cId="870185042" sldId="293"/>
            <ac:spMk id="258" creationId="{85D2469E-84A6-F79A-2902-2202FB6ADEE6}"/>
          </ac:spMkLst>
        </pc:spChg>
        <pc:spChg chg="mod">
          <ac:chgData name="Soban Najam" userId="59c411b0-ccb7-4330-99a9-29cc04a2c185" providerId="ADAL" clId="{7175BE28-6B03-4995-88E8-34BBC4F1360E}" dt="2023-09-21T06:13:23.530" v="3062" actId="165"/>
          <ac:spMkLst>
            <pc:docMk/>
            <pc:sldMk cId="870185042" sldId="293"/>
            <ac:spMk id="259" creationId="{B75F1023-C210-56EA-AEC8-28E461D9D897}"/>
          </ac:spMkLst>
        </pc:spChg>
        <pc:spChg chg="mod">
          <ac:chgData name="Soban Najam" userId="59c411b0-ccb7-4330-99a9-29cc04a2c185" providerId="ADAL" clId="{7175BE28-6B03-4995-88E8-34BBC4F1360E}" dt="2023-09-21T06:13:23.530" v="3062" actId="165"/>
          <ac:spMkLst>
            <pc:docMk/>
            <pc:sldMk cId="870185042" sldId="293"/>
            <ac:spMk id="260" creationId="{CCB48199-9592-FE8A-DE70-5F2FA28F4181}"/>
          </ac:spMkLst>
        </pc:spChg>
        <pc:spChg chg="mod">
          <ac:chgData name="Soban Najam" userId="59c411b0-ccb7-4330-99a9-29cc04a2c185" providerId="ADAL" clId="{7175BE28-6B03-4995-88E8-34BBC4F1360E}" dt="2023-09-21T06:13:23.530" v="3062" actId="165"/>
          <ac:spMkLst>
            <pc:docMk/>
            <pc:sldMk cId="870185042" sldId="293"/>
            <ac:spMk id="261" creationId="{D59DBC4B-1FC4-ECB5-1E5F-3883DB9AEC50}"/>
          </ac:spMkLst>
        </pc:spChg>
        <pc:spChg chg="mod">
          <ac:chgData name="Soban Najam" userId="59c411b0-ccb7-4330-99a9-29cc04a2c185" providerId="ADAL" clId="{7175BE28-6B03-4995-88E8-34BBC4F1360E}" dt="2023-09-21T06:13:23.530" v="3062" actId="165"/>
          <ac:spMkLst>
            <pc:docMk/>
            <pc:sldMk cId="870185042" sldId="293"/>
            <ac:spMk id="262" creationId="{41442D7C-5857-2F32-F7A7-753BD18144ED}"/>
          </ac:spMkLst>
        </pc:spChg>
        <pc:spChg chg="mod">
          <ac:chgData name="Soban Najam" userId="59c411b0-ccb7-4330-99a9-29cc04a2c185" providerId="ADAL" clId="{7175BE28-6B03-4995-88E8-34BBC4F1360E}" dt="2023-09-21T06:13:23.530" v="3062" actId="165"/>
          <ac:spMkLst>
            <pc:docMk/>
            <pc:sldMk cId="870185042" sldId="293"/>
            <ac:spMk id="263" creationId="{77DD2B46-3BF0-0D56-A181-867FD6D327B1}"/>
          </ac:spMkLst>
        </pc:spChg>
        <pc:spChg chg="mod">
          <ac:chgData name="Soban Najam" userId="59c411b0-ccb7-4330-99a9-29cc04a2c185" providerId="ADAL" clId="{7175BE28-6B03-4995-88E8-34BBC4F1360E}" dt="2023-09-21T06:13:23.530" v="3062" actId="165"/>
          <ac:spMkLst>
            <pc:docMk/>
            <pc:sldMk cId="870185042" sldId="293"/>
            <ac:spMk id="264" creationId="{686E4E3C-4091-4D3D-68E9-758DAF082F4E}"/>
          </ac:spMkLst>
        </pc:spChg>
        <pc:spChg chg="mod">
          <ac:chgData name="Soban Najam" userId="59c411b0-ccb7-4330-99a9-29cc04a2c185" providerId="ADAL" clId="{7175BE28-6B03-4995-88E8-34BBC4F1360E}" dt="2023-09-21T06:13:23.530" v="3062" actId="165"/>
          <ac:spMkLst>
            <pc:docMk/>
            <pc:sldMk cId="870185042" sldId="293"/>
            <ac:spMk id="265" creationId="{BBB662F7-7BF7-9775-D3B5-BCB9FB23B851}"/>
          </ac:spMkLst>
        </pc:spChg>
        <pc:spChg chg="mod">
          <ac:chgData name="Soban Najam" userId="59c411b0-ccb7-4330-99a9-29cc04a2c185" providerId="ADAL" clId="{7175BE28-6B03-4995-88E8-34BBC4F1360E}" dt="2023-09-21T06:13:23.530" v="3062" actId="165"/>
          <ac:spMkLst>
            <pc:docMk/>
            <pc:sldMk cId="870185042" sldId="293"/>
            <ac:spMk id="266" creationId="{E1459F93-A8A5-4FB3-0EBF-B717C102195E}"/>
          </ac:spMkLst>
        </pc:spChg>
        <pc:spChg chg="mod">
          <ac:chgData name="Soban Najam" userId="59c411b0-ccb7-4330-99a9-29cc04a2c185" providerId="ADAL" clId="{7175BE28-6B03-4995-88E8-34BBC4F1360E}" dt="2023-09-21T06:13:23.530" v="3062" actId="165"/>
          <ac:spMkLst>
            <pc:docMk/>
            <pc:sldMk cId="870185042" sldId="293"/>
            <ac:spMk id="267" creationId="{95AFA63B-03A5-A651-DE1D-4881F2742E7A}"/>
          </ac:spMkLst>
        </pc:spChg>
        <pc:spChg chg="mod">
          <ac:chgData name="Soban Najam" userId="59c411b0-ccb7-4330-99a9-29cc04a2c185" providerId="ADAL" clId="{7175BE28-6B03-4995-88E8-34BBC4F1360E}" dt="2023-09-21T06:13:23.530" v="3062" actId="165"/>
          <ac:spMkLst>
            <pc:docMk/>
            <pc:sldMk cId="870185042" sldId="293"/>
            <ac:spMk id="268" creationId="{508FD185-08F1-6450-7CEE-99A47B076BD2}"/>
          </ac:spMkLst>
        </pc:spChg>
        <pc:spChg chg="mod">
          <ac:chgData name="Soban Najam" userId="59c411b0-ccb7-4330-99a9-29cc04a2c185" providerId="ADAL" clId="{7175BE28-6B03-4995-88E8-34BBC4F1360E}" dt="2023-09-21T06:13:23.530" v="3062" actId="165"/>
          <ac:spMkLst>
            <pc:docMk/>
            <pc:sldMk cId="870185042" sldId="293"/>
            <ac:spMk id="269" creationId="{203D7E10-9E0C-51D1-4821-2A7C4E6708BB}"/>
          </ac:spMkLst>
        </pc:spChg>
        <pc:spChg chg="mod">
          <ac:chgData name="Soban Najam" userId="59c411b0-ccb7-4330-99a9-29cc04a2c185" providerId="ADAL" clId="{7175BE28-6B03-4995-88E8-34BBC4F1360E}" dt="2023-09-21T06:13:23.530" v="3062" actId="165"/>
          <ac:spMkLst>
            <pc:docMk/>
            <pc:sldMk cId="870185042" sldId="293"/>
            <ac:spMk id="270" creationId="{BBA683A8-4C1D-A0B8-F38D-C4B413F5AB01}"/>
          </ac:spMkLst>
        </pc:spChg>
        <pc:spChg chg="mod">
          <ac:chgData name="Soban Najam" userId="59c411b0-ccb7-4330-99a9-29cc04a2c185" providerId="ADAL" clId="{7175BE28-6B03-4995-88E8-34BBC4F1360E}" dt="2023-09-21T06:13:23.530" v="3062" actId="165"/>
          <ac:spMkLst>
            <pc:docMk/>
            <pc:sldMk cId="870185042" sldId="293"/>
            <ac:spMk id="271" creationId="{AC98948B-3450-D9BE-6B85-5CEF62A3981F}"/>
          </ac:spMkLst>
        </pc:spChg>
        <pc:spChg chg="mod">
          <ac:chgData name="Soban Najam" userId="59c411b0-ccb7-4330-99a9-29cc04a2c185" providerId="ADAL" clId="{7175BE28-6B03-4995-88E8-34BBC4F1360E}" dt="2023-09-21T06:13:23.530" v="3062" actId="165"/>
          <ac:spMkLst>
            <pc:docMk/>
            <pc:sldMk cId="870185042" sldId="293"/>
            <ac:spMk id="272" creationId="{4947047C-F0E3-00D0-4DEB-C8AFF9C25E23}"/>
          </ac:spMkLst>
        </pc:spChg>
        <pc:spChg chg="mod">
          <ac:chgData name="Soban Najam" userId="59c411b0-ccb7-4330-99a9-29cc04a2c185" providerId="ADAL" clId="{7175BE28-6B03-4995-88E8-34BBC4F1360E}" dt="2023-09-21T06:13:23.530" v="3062" actId="165"/>
          <ac:spMkLst>
            <pc:docMk/>
            <pc:sldMk cId="870185042" sldId="293"/>
            <ac:spMk id="273" creationId="{F5F75498-D104-F822-0FDE-1616C8D3C8F0}"/>
          </ac:spMkLst>
        </pc:spChg>
        <pc:spChg chg="mod">
          <ac:chgData name="Soban Najam" userId="59c411b0-ccb7-4330-99a9-29cc04a2c185" providerId="ADAL" clId="{7175BE28-6B03-4995-88E8-34BBC4F1360E}" dt="2023-09-21T06:13:23.530" v="3062" actId="165"/>
          <ac:spMkLst>
            <pc:docMk/>
            <pc:sldMk cId="870185042" sldId="293"/>
            <ac:spMk id="274" creationId="{BB24525F-E118-E9D9-EACD-1C668D74A6C6}"/>
          </ac:spMkLst>
        </pc:spChg>
        <pc:spChg chg="mod">
          <ac:chgData name="Soban Najam" userId="59c411b0-ccb7-4330-99a9-29cc04a2c185" providerId="ADAL" clId="{7175BE28-6B03-4995-88E8-34BBC4F1360E}" dt="2023-09-21T06:13:23.530" v="3062" actId="165"/>
          <ac:spMkLst>
            <pc:docMk/>
            <pc:sldMk cId="870185042" sldId="293"/>
            <ac:spMk id="275" creationId="{40713DC5-A0D8-3F93-3557-E8FBA823B9C6}"/>
          </ac:spMkLst>
        </pc:spChg>
        <pc:spChg chg="mod">
          <ac:chgData name="Soban Najam" userId="59c411b0-ccb7-4330-99a9-29cc04a2c185" providerId="ADAL" clId="{7175BE28-6B03-4995-88E8-34BBC4F1360E}" dt="2023-09-21T06:13:23.530" v="3062" actId="165"/>
          <ac:spMkLst>
            <pc:docMk/>
            <pc:sldMk cId="870185042" sldId="293"/>
            <ac:spMk id="276" creationId="{E106EBAA-CBE1-38D7-B621-1F101115DD14}"/>
          </ac:spMkLst>
        </pc:spChg>
        <pc:spChg chg="mod">
          <ac:chgData name="Soban Najam" userId="59c411b0-ccb7-4330-99a9-29cc04a2c185" providerId="ADAL" clId="{7175BE28-6B03-4995-88E8-34BBC4F1360E}" dt="2023-09-21T06:13:23.530" v="3062" actId="165"/>
          <ac:spMkLst>
            <pc:docMk/>
            <pc:sldMk cId="870185042" sldId="293"/>
            <ac:spMk id="277" creationId="{15B2BFBF-297F-BCC7-135B-FDD789A94F34}"/>
          </ac:spMkLst>
        </pc:spChg>
        <pc:spChg chg="mod">
          <ac:chgData name="Soban Najam" userId="59c411b0-ccb7-4330-99a9-29cc04a2c185" providerId="ADAL" clId="{7175BE28-6B03-4995-88E8-34BBC4F1360E}" dt="2023-09-21T06:13:23.530" v="3062" actId="165"/>
          <ac:spMkLst>
            <pc:docMk/>
            <pc:sldMk cId="870185042" sldId="293"/>
            <ac:spMk id="278" creationId="{DF636065-A06E-59B1-3F16-BF20121A38DF}"/>
          </ac:spMkLst>
        </pc:spChg>
        <pc:spChg chg="mod">
          <ac:chgData name="Soban Najam" userId="59c411b0-ccb7-4330-99a9-29cc04a2c185" providerId="ADAL" clId="{7175BE28-6B03-4995-88E8-34BBC4F1360E}" dt="2023-09-21T06:20:26.904" v="3153"/>
          <ac:spMkLst>
            <pc:docMk/>
            <pc:sldMk cId="870185042" sldId="293"/>
            <ac:spMk id="279" creationId="{132FF88F-4803-83F3-9B6E-9F64C1126CA8}"/>
          </ac:spMkLst>
        </pc:spChg>
        <pc:spChg chg="mod">
          <ac:chgData name="Soban Najam" userId="59c411b0-ccb7-4330-99a9-29cc04a2c185" providerId="ADAL" clId="{7175BE28-6B03-4995-88E8-34BBC4F1360E}" dt="2023-09-21T06:20:38.210" v="3210" actId="20577"/>
          <ac:spMkLst>
            <pc:docMk/>
            <pc:sldMk cId="870185042" sldId="293"/>
            <ac:spMk id="280" creationId="{00AC283C-75B6-6C11-097D-AEF0733D75B4}"/>
          </ac:spMkLst>
        </pc:spChg>
        <pc:spChg chg="mod">
          <ac:chgData name="Soban Najam" userId="59c411b0-ccb7-4330-99a9-29cc04a2c185" providerId="ADAL" clId="{7175BE28-6B03-4995-88E8-34BBC4F1360E}" dt="2023-09-21T06:19:09.098" v="3119" actId="20577"/>
          <ac:spMkLst>
            <pc:docMk/>
            <pc:sldMk cId="870185042" sldId="293"/>
            <ac:spMk id="281" creationId="{8B74E8CB-8425-C941-EA8B-4295E1042BA3}"/>
          </ac:spMkLst>
        </pc:spChg>
        <pc:spChg chg="mod">
          <ac:chgData name="Soban Najam" userId="59c411b0-ccb7-4330-99a9-29cc04a2c185" providerId="ADAL" clId="{7175BE28-6B03-4995-88E8-34BBC4F1360E}" dt="2023-09-21T06:20:03.272" v="3125" actId="1076"/>
          <ac:spMkLst>
            <pc:docMk/>
            <pc:sldMk cId="870185042" sldId="293"/>
            <ac:spMk id="283" creationId="{F715ED78-8809-097C-79BD-60FAD624340A}"/>
          </ac:spMkLst>
        </pc:spChg>
        <pc:spChg chg="mod">
          <ac:chgData name="Soban Najam" userId="59c411b0-ccb7-4330-99a9-29cc04a2c185" providerId="ADAL" clId="{7175BE28-6B03-4995-88E8-34BBC4F1360E}" dt="2023-09-21T06:20:03.272" v="3125" actId="1076"/>
          <ac:spMkLst>
            <pc:docMk/>
            <pc:sldMk cId="870185042" sldId="293"/>
            <ac:spMk id="284" creationId="{B77E0FC8-A505-4238-11D8-78EEC575E1D3}"/>
          </ac:spMkLst>
        </pc:spChg>
        <pc:spChg chg="mod">
          <ac:chgData name="Soban Najam" userId="59c411b0-ccb7-4330-99a9-29cc04a2c185" providerId="ADAL" clId="{7175BE28-6B03-4995-88E8-34BBC4F1360E}" dt="2023-09-21T06:20:03.272" v="3125" actId="1076"/>
          <ac:spMkLst>
            <pc:docMk/>
            <pc:sldMk cId="870185042" sldId="293"/>
            <ac:spMk id="285" creationId="{870A7B51-20A6-F484-5BE8-14FE0CB58CDC}"/>
          </ac:spMkLst>
        </pc:spChg>
        <pc:spChg chg="mod">
          <ac:chgData name="Soban Najam" userId="59c411b0-ccb7-4330-99a9-29cc04a2c185" providerId="ADAL" clId="{7175BE28-6B03-4995-88E8-34BBC4F1360E}" dt="2023-09-21T06:20:03.272" v="3125" actId="1076"/>
          <ac:spMkLst>
            <pc:docMk/>
            <pc:sldMk cId="870185042" sldId="293"/>
            <ac:spMk id="286" creationId="{EB30FDC6-A709-16D5-FA3E-28036A7C0AE5}"/>
          </ac:spMkLst>
        </pc:spChg>
        <pc:spChg chg="mod">
          <ac:chgData name="Soban Najam" userId="59c411b0-ccb7-4330-99a9-29cc04a2c185" providerId="ADAL" clId="{7175BE28-6B03-4995-88E8-34BBC4F1360E}" dt="2023-09-21T06:20:03.272" v="3125" actId="1076"/>
          <ac:spMkLst>
            <pc:docMk/>
            <pc:sldMk cId="870185042" sldId="293"/>
            <ac:spMk id="287" creationId="{13E2D2CF-1E91-0CA7-B588-1B1E231785F8}"/>
          </ac:spMkLst>
        </pc:spChg>
        <pc:spChg chg="mod">
          <ac:chgData name="Soban Najam" userId="59c411b0-ccb7-4330-99a9-29cc04a2c185" providerId="ADAL" clId="{7175BE28-6B03-4995-88E8-34BBC4F1360E}" dt="2023-09-21T06:20:03.272" v="3125" actId="1076"/>
          <ac:spMkLst>
            <pc:docMk/>
            <pc:sldMk cId="870185042" sldId="293"/>
            <ac:spMk id="288" creationId="{370EF33F-0539-E50D-F1A4-2BC1814DEAB1}"/>
          </ac:spMkLst>
        </pc:spChg>
        <pc:spChg chg="mod">
          <ac:chgData name="Soban Najam" userId="59c411b0-ccb7-4330-99a9-29cc04a2c185" providerId="ADAL" clId="{7175BE28-6B03-4995-88E8-34BBC4F1360E}" dt="2023-09-21T06:20:03.272" v="3125" actId="1076"/>
          <ac:spMkLst>
            <pc:docMk/>
            <pc:sldMk cId="870185042" sldId="293"/>
            <ac:spMk id="289" creationId="{4890BD6D-B3A2-3F6B-CBE4-F591129EA1A1}"/>
          </ac:spMkLst>
        </pc:spChg>
        <pc:spChg chg="mod">
          <ac:chgData name="Soban Najam" userId="59c411b0-ccb7-4330-99a9-29cc04a2c185" providerId="ADAL" clId="{7175BE28-6B03-4995-88E8-34BBC4F1360E}" dt="2023-09-21T06:20:03.272" v="3125" actId="1076"/>
          <ac:spMkLst>
            <pc:docMk/>
            <pc:sldMk cId="870185042" sldId="293"/>
            <ac:spMk id="290" creationId="{F1F2ABD5-DA58-935D-A89E-E0EC842EF158}"/>
          </ac:spMkLst>
        </pc:spChg>
        <pc:spChg chg="mod">
          <ac:chgData name="Soban Najam" userId="59c411b0-ccb7-4330-99a9-29cc04a2c185" providerId="ADAL" clId="{7175BE28-6B03-4995-88E8-34BBC4F1360E}" dt="2023-09-21T06:20:03.272" v="3125" actId="1076"/>
          <ac:spMkLst>
            <pc:docMk/>
            <pc:sldMk cId="870185042" sldId="293"/>
            <ac:spMk id="291" creationId="{8A893B94-0356-86BB-74AA-524C216A1A9D}"/>
          </ac:spMkLst>
        </pc:spChg>
        <pc:spChg chg="mod">
          <ac:chgData name="Soban Najam" userId="59c411b0-ccb7-4330-99a9-29cc04a2c185" providerId="ADAL" clId="{7175BE28-6B03-4995-88E8-34BBC4F1360E}" dt="2023-09-21T06:20:03.272" v="3125" actId="1076"/>
          <ac:spMkLst>
            <pc:docMk/>
            <pc:sldMk cId="870185042" sldId="293"/>
            <ac:spMk id="292" creationId="{E61062AC-8DCC-F594-D5FB-75E77824F62B}"/>
          </ac:spMkLst>
        </pc:spChg>
        <pc:spChg chg="mod">
          <ac:chgData name="Soban Najam" userId="59c411b0-ccb7-4330-99a9-29cc04a2c185" providerId="ADAL" clId="{7175BE28-6B03-4995-88E8-34BBC4F1360E}" dt="2023-09-21T06:20:03.272" v="3125" actId="1076"/>
          <ac:spMkLst>
            <pc:docMk/>
            <pc:sldMk cId="870185042" sldId="293"/>
            <ac:spMk id="293" creationId="{50B42307-9025-7A09-2846-BAEB79EE7E61}"/>
          </ac:spMkLst>
        </pc:spChg>
        <pc:spChg chg="mod">
          <ac:chgData name="Soban Najam" userId="59c411b0-ccb7-4330-99a9-29cc04a2c185" providerId="ADAL" clId="{7175BE28-6B03-4995-88E8-34BBC4F1360E}" dt="2023-09-21T06:20:03.272" v="3125" actId="1076"/>
          <ac:spMkLst>
            <pc:docMk/>
            <pc:sldMk cId="870185042" sldId="293"/>
            <ac:spMk id="294" creationId="{14BFA46B-7502-D127-5433-20DE8922491E}"/>
          </ac:spMkLst>
        </pc:spChg>
        <pc:spChg chg="mod">
          <ac:chgData name="Soban Najam" userId="59c411b0-ccb7-4330-99a9-29cc04a2c185" providerId="ADAL" clId="{7175BE28-6B03-4995-88E8-34BBC4F1360E}" dt="2023-09-21T06:20:03.272" v="3125" actId="1076"/>
          <ac:spMkLst>
            <pc:docMk/>
            <pc:sldMk cId="870185042" sldId="293"/>
            <ac:spMk id="295" creationId="{289DF3D6-CD47-5883-1F7B-C1A67F60E337}"/>
          </ac:spMkLst>
        </pc:spChg>
        <pc:spChg chg="mod">
          <ac:chgData name="Soban Najam" userId="59c411b0-ccb7-4330-99a9-29cc04a2c185" providerId="ADAL" clId="{7175BE28-6B03-4995-88E8-34BBC4F1360E}" dt="2023-09-21T06:20:03.272" v="3125" actId="1076"/>
          <ac:spMkLst>
            <pc:docMk/>
            <pc:sldMk cId="870185042" sldId="293"/>
            <ac:spMk id="296" creationId="{390E5D78-483E-74E4-75C3-C20F8E4EF1B8}"/>
          </ac:spMkLst>
        </pc:spChg>
        <pc:spChg chg="mod">
          <ac:chgData name="Soban Najam" userId="59c411b0-ccb7-4330-99a9-29cc04a2c185" providerId="ADAL" clId="{7175BE28-6B03-4995-88E8-34BBC4F1360E}" dt="2023-09-21T06:20:03.272" v="3125" actId="1076"/>
          <ac:spMkLst>
            <pc:docMk/>
            <pc:sldMk cId="870185042" sldId="293"/>
            <ac:spMk id="298" creationId="{44821552-4C66-FFFD-2273-3BCE6B4325C7}"/>
          </ac:spMkLst>
        </pc:spChg>
        <pc:spChg chg="mod">
          <ac:chgData name="Soban Najam" userId="59c411b0-ccb7-4330-99a9-29cc04a2c185" providerId="ADAL" clId="{7175BE28-6B03-4995-88E8-34BBC4F1360E}" dt="2023-09-21T06:20:03.272" v="3125" actId="1076"/>
          <ac:spMkLst>
            <pc:docMk/>
            <pc:sldMk cId="870185042" sldId="293"/>
            <ac:spMk id="300" creationId="{5AE006B4-43D2-FE92-BD21-6692C5A0E336}"/>
          </ac:spMkLst>
        </pc:spChg>
        <pc:spChg chg="mod">
          <ac:chgData name="Soban Najam" userId="59c411b0-ccb7-4330-99a9-29cc04a2c185" providerId="ADAL" clId="{7175BE28-6B03-4995-88E8-34BBC4F1360E}" dt="2023-09-21T06:20:03.272" v="3125" actId="1076"/>
          <ac:spMkLst>
            <pc:docMk/>
            <pc:sldMk cId="870185042" sldId="293"/>
            <ac:spMk id="301" creationId="{5A9EB99D-1F31-61AD-349A-D8D42C798580}"/>
          </ac:spMkLst>
        </pc:spChg>
        <pc:spChg chg="mod">
          <ac:chgData name="Soban Najam" userId="59c411b0-ccb7-4330-99a9-29cc04a2c185" providerId="ADAL" clId="{7175BE28-6B03-4995-88E8-34BBC4F1360E}" dt="2023-09-21T06:20:03.272" v="3125" actId="1076"/>
          <ac:spMkLst>
            <pc:docMk/>
            <pc:sldMk cId="870185042" sldId="293"/>
            <ac:spMk id="302" creationId="{87CDA70E-0B87-F07B-36A2-1804B16CAD10}"/>
          </ac:spMkLst>
        </pc:spChg>
        <pc:spChg chg="mod">
          <ac:chgData name="Soban Najam" userId="59c411b0-ccb7-4330-99a9-29cc04a2c185" providerId="ADAL" clId="{7175BE28-6B03-4995-88E8-34BBC4F1360E}" dt="2023-09-21T06:20:03.272" v="3125" actId="1076"/>
          <ac:spMkLst>
            <pc:docMk/>
            <pc:sldMk cId="870185042" sldId="293"/>
            <ac:spMk id="303" creationId="{FD06C977-2289-D3E9-4491-EACAC86A832C}"/>
          </ac:spMkLst>
        </pc:spChg>
        <pc:spChg chg="mod">
          <ac:chgData name="Soban Najam" userId="59c411b0-ccb7-4330-99a9-29cc04a2c185" providerId="ADAL" clId="{7175BE28-6B03-4995-88E8-34BBC4F1360E}" dt="2023-09-21T06:20:03.272" v="3125" actId="1076"/>
          <ac:spMkLst>
            <pc:docMk/>
            <pc:sldMk cId="870185042" sldId="293"/>
            <ac:spMk id="304" creationId="{D6D3723A-3479-2A62-C6C1-5F465B9BB841}"/>
          </ac:spMkLst>
        </pc:spChg>
        <pc:spChg chg="mod">
          <ac:chgData name="Soban Najam" userId="59c411b0-ccb7-4330-99a9-29cc04a2c185" providerId="ADAL" clId="{7175BE28-6B03-4995-88E8-34BBC4F1360E}" dt="2023-09-21T06:20:03.272" v="3125" actId="1076"/>
          <ac:spMkLst>
            <pc:docMk/>
            <pc:sldMk cId="870185042" sldId="293"/>
            <ac:spMk id="305" creationId="{E1A37DE1-CEAB-774D-3C63-E73B02B270D5}"/>
          </ac:spMkLst>
        </pc:spChg>
        <pc:spChg chg="mod">
          <ac:chgData name="Soban Najam" userId="59c411b0-ccb7-4330-99a9-29cc04a2c185" providerId="ADAL" clId="{7175BE28-6B03-4995-88E8-34BBC4F1360E}" dt="2023-09-21T06:20:03.272" v="3125" actId="1076"/>
          <ac:spMkLst>
            <pc:docMk/>
            <pc:sldMk cId="870185042" sldId="293"/>
            <ac:spMk id="306" creationId="{94F86958-57BC-D5E8-C1CF-DD0A55586D75}"/>
          </ac:spMkLst>
        </pc:spChg>
        <pc:spChg chg="mod">
          <ac:chgData name="Soban Najam" userId="59c411b0-ccb7-4330-99a9-29cc04a2c185" providerId="ADAL" clId="{7175BE28-6B03-4995-88E8-34BBC4F1360E}" dt="2023-09-21T06:20:03.272" v="3125" actId="1076"/>
          <ac:spMkLst>
            <pc:docMk/>
            <pc:sldMk cId="870185042" sldId="293"/>
            <ac:spMk id="307" creationId="{392037DD-B5BF-D998-DA14-A033277DB2C3}"/>
          </ac:spMkLst>
        </pc:spChg>
        <pc:spChg chg="mod">
          <ac:chgData name="Soban Najam" userId="59c411b0-ccb7-4330-99a9-29cc04a2c185" providerId="ADAL" clId="{7175BE28-6B03-4995-88E8-34BBC4F1360E}" dt="2023-09-21T06:20:03.272" v="3125" actId="1076"/>
          <ac:spMkLst>
            <pc:docMk/>
            <pc:sldMk cId="870185042" sldId="293"/>
            <ac:spMk id="308" creationId="{2E61ABAE-57DA-DB10-8920-87BD8C100700}"/>
          </ac:spMkLst>
        </pc:spChg>
        <pc:spChg chg="mod">
          <ac:chgData name="Soban Najam" userId="59c411b0-ccb7-4330-99a9-29cc04a2c185" providerId="ADAL" clId="{7175BE28-6B03-4995-88E8-34BBC4F1360E}" dt="2023-09-21T06:20:03.272" v="3125" actId="1076"/>
          <ac:spMkLst>
            <pc:docMk/>
            <pc:sldMk cId="870185042" sldId="293"/>
            <ac:spMk id="309" creationId="{DC380F1B-6CD8-2203-A709-4CEC51C3D12D}"/>
          </ac:spMkLst>
        </pc:spChg>
        <pc:spChg chg="mod">
          <ac:chgData name="Soban Najam" userId="59c411b0-ccb7-4330-99a9-29cc04a2c185" providerId="ADAL" clId="{7175BE28-6B03-4995-88E8-34BBC4F1360E}" dt="2023-09-21T06:20:03.272" v="3125" actId="1076"/>
          <ac:spMkLst>
            <pc:docMk/>
            <pc:sldMk cId="870185042" sldId="293"/>
            <ac:spMk id="310" creationId="{794845E6-C057-FBE4-C583-9A98439B951B}"/>
          </ac:spMkLst>
        </pc:spChg>
        <pc:spChg chg="mod">
          <ac:chgData name="Soban Najam" userId="59c411b0-ccb7-4330-99a9-29cc04a2c185" providerId="ADAL" clId="{7175BE28-6B03-4995-88E8-34BBC4F1360E}" dt="2023-09-21T06:20:03.272" v="3125" actId="1076"/>
          <ac:spMkLst>
            <pc:docMk/>
            <pc:sldMk cId="870185042" sldId="293"/>
            <ac:spMk id="311" creationId="{724DA2A3-043B-14C7-746A-C6604847CDB6}"/>
          </ac:spMkLst>
        </pc:spChg>
        <pc:spChg chg="mod">
          <ac:chgData name="Soban Najam" userId="59c411b0-ccb7-4330-99a9-29cc04a2c185" providerId="ADAL" clId="{7175BE28-6B03-4995-88E8-34BBC4F1360E}" dt="2023-09-21T06:20:03.272" v="3125" actId="1076"/>
          <ac:spMkLst>
            <pc:docMk/>
            <pc:sldMk cId="870185042" sldId="293"/>
            <ac:spMk id="312" creationId="{217FA7FA-23D1-996A-44C1-AC502BB67AE6}"/>
          </ac:spMkLst>
        </pc:spChg>
        <pc:spChg chg="mod">
          <ac:chgData name="Soban Najam" userId="59c411b0-ccb7-4330-99a9-29cc04a2c185" providerId="ADAL" clId="{7175BE28-6B03-4995-88E8-34BBC4F1360E}" dt="2023-09-21T06:20:03.272" v="3125" actId="1076"/>
          <ac:spMkLst>
            <pc:docMk/>
            <pc:sldMk cId="870185042" sldId="293"/>
            <ac:spMk id="313" creationId="{B1E03398-A94C-1D07-CE24-C88ABC121AA4}"/>
          </ac:spMkLst>
        </pc:spChg>
        <pc:spChg chg="mod">
          <ac:chgData name="Soban Najam" userId="59c411b0-ccb7-4330-99a9-29cc04a2c185" providerId="ADAL" clId="{7175BE28-6B03-4995-88E8-34BBC4F1360E}" dt="2023-09-21T06:20:03.272" v="3125" actId="1076"/>
          <ac:spMkLst>
            <pc:docMk/>
            <pc:sldMk cId="870185042" sldId="293"/>
            <ac:spMk id="314" creationId="{C57B5F8F-4F36-BE57-03AB-9BB5BD87D796}"/>
          </ac:spMkLst>
        </pc:spChg>
        <pc:spChg chg="mod">
          <ac:chgData name="Soban Najam" userId="59c411b0-ccb7-4330-99a9-29cc04a2c185" providerId="ADAL" clId="{7175BE28-6B03-4995-88E8-34BBC4F1360E}" dt="2023-09-21T06:20:03.272" v="3125" actId="1076"/>
          <ac:spMkLst>
            <pc:docMk/>
            <pc:sldMk cId="870185042" sldId="293"/>
            <ac:spMk id="315" creationId="{81301E45-EC0B-D700-FFC0-125826FF6428}"/>
          </ac:spMkLst>
        </pc:spChg>
        <pc:spChg chg="mod">
          <ac:chgData name="Soban Najam" userId="59c411b0-ccb7-4330-99a9-29cc04a2c185" providerId="ADAL" clId="{7175BE28-6B03-4995-88E8-34BBC4F1360E}" dt="2023-09-21T06:20:03.272" v="3125" actId="1076"/>
          <ac:spMkLst>
            <pc:docMk/>
            <pc:sldMk cId="870185042" sldId="293"/>
            <ac:spMk id="316" creationId="{AB9143C2-CAFE-90C5-5815-6C37F669F5A3}"/>
          </ac:spMkLst>
        </pc:spChg>
        <pc:spChg chg="mod">
          <ac:chgData name="Soban Najam" userId="59c411b0-ccb7-4330-99a9-29cc04a2c185" providerId="ADAL" clId="{7175BE28-6B03-4995-88E8-34BBC4F1360E}" dt="2023-09-21T06:20:03.272" v="3125" actId="1076"/>
          <ac:spMkLst>
            <pc:docMk/>
            <pc:sldMk cId="870185042" sldId="293"/>
            <ac:spMk id="317" creationId="{4CB0359D-E92C-70BD-384B-AC16F4FC93B4}"/>
          </ac:spMkLst>
        </pc:spChg>
        <pc:spChg chg="mod">
          <ac:chgData name="Soban Najam" userId="59c411b0-ccb7-4330-99a9-29cc04a2c185" providerId="ADAL" clId="{7175BE28-6B03-4995-88E8-34BBC4F1360E}" dt="2023-09-21T06:20:03.272" v="3125" actId="1076"/>
          <ac:spMkLst>
            <pc:docMk/>
            <pc:sldMk cId="870185042" sldId="293"/>
            <ac:spMk id="318" creationId="{7F8EFE76-283B-4AE3-2E8F-1EECC185A974}"/>
          </ac:spMkLst>
        </pc:spChg>
        <pc:spChg chg="mod">
          <ac:chgData name="Soban Najam" userId="59c411b0-ccb7-4330-99a9-29cc04a2c185" providerId="ADAL" clId="{7175BE28-6B03-4995-88E8-34BBC4F1360E}" dt="2023-09-21T06:20:03.272" v="3125" actId="1076"/>
          <ac:spMkLst>
            <pc:docMk/>
            <pc:sldMk cId="870185042" sldId="293"/>
            <ac:spMk id="319" creationId="{A1BF43C1-DEE2-1887-0C5D-EE4D5F2F19D0}"/>
          </ac:spMkLst>
        </pc:spChg>
        <pc:spChg chg="mod">
          <ac:chgData name="Soban Najam" userId="59c411b0-ccb7-4330-99a9-29cc04a2c185" providerId="ADAL" clId="{7175BE28-6B03-4995-88E8-34BBC4F1360E}" dt="2023-09-21T06:20:03.272" v="3125" actId="1076"/>
          <ac:spMkLst>
            <pc:docMk/>
            <pc:sldMk cId="870185042" sldId="293"/>
            <ac:spMk id="320" creationId="{F5D94525-C9EA-1B58-CBF5-25F6C5BB2956}"/>
          </ac:spMkLst>
        </pc:spChg>
        <pc:spChg chg="mod">
          <ac:chgData name="Soban Najam" userId="59c411b0-ccb7-4330-99a9-29cc04a2c185" providerId="ADAL" clId="{7175BE28-6B03-4995-88E8-34BBC4F1360E}" dt="2023-09-21T06:20:03.272" v="3125" actId="1076"/>
          <ac:spMkLst>
            <pc:docMk/>
            <pc:sldMk cId="870185042" sldId="293"/>
            <ac:spMk id="321" creationId="{3BE5C137-2578-F14D-4C2F-FA07ED5E7FA5}"/>
          </ac:spMkLst>
        </pc:spChg>
        <pc:spChg chg="mod">
          <ac:chgData name="Soban Najam" userId="59c411b0-ccb7-4330-99a9-29cc04a2c185" providerId="ADAL" clId="{7175BE28-6B03-4995-88E8-34BBC4F1360E}" dt="2023-09-21T06:20:03.272" v="3125" actId="1076"/>
          <ac:spMkLst>
            <pc:docMk/>
            <pc:sldMk cId="870185042" sldId="293"/>
            <ac:spMk id="322" creationId="{0545E04A-183B-8E77-53EB-ECD4CBA909AE}"/>
          </ac:spMkLst>
        </pc:spChg>
        <pc:spChg chg="mod">
          <ac:chgData name="Soban Najam" userId="59c411b0-ccb7-4330-99a9-29cc04a2c185" providerId="ADAL" clId="{7175BE28-6B03-4995-88E8-34BBC4F1360E}" dt="2023-09-21T06:20:03.272" v="3125" actId="1076"/>
          <ac:spMkLst>
            <pc:docMk/>
            <pc:sldMk cId="870185042" sldId="293"/>
            <ac:spMk id="323" creationId="{747D7E5A-8E15-A237-55EE-35E85309AE5A}"/>
          </ac:spMkLst>
        </pc:spChg>
        <pc:spChg chg="mod">
          <ac:chgData name="Soban Najam" userId="59c411b0-ccb7-4330-99a9-29cc04a2c185" providerId="ADAL" clId="{7175BE28-6B03-4995-88E8-34BBC4F1360E}" dt="2023-09-21T06:20:03.272" v="3125" actId="1076"/>
          <ac:spMkLst>
            <pc:docMk/>
            <pc:sldMk cId="870185042" sldId="293"/>
            <ac:spMk id="324" creationId="{EA62B549-5467-3284-9F26-22A210987CAE}"/>
          </ac:spMkLst>
        </pc:spChg>
        <pc:spChg chg="mod">
          <ac:chgData name="Soban Najam" userId="59c411b0-ccb7-4330-99a9-29cc04a2c185" providerId="ADAL" clId="{7175BE28-6B03-4995-88E8-34BBC4F1360E}" dt="2023-09-21T06:20:03.272" v="3125" actId="1076"/>
          <ac:spMkLst>
            <pc:docMk/>
            <pc:sldMk cId="870185042" sldId="293"/>
            <ac:spMk id="325" creationId="{DB559F44-41F3-9DB2-9397-698EEA5D9A72}"/>
          </ac:spMkLst>
        </pc:spChg>
        <pc:spChg chg="mod">
          <ac:chgData name="Soban Najam" userId="59c411b0-ccb7-4330-99a9-29cc04a2c185" providerId="ADAL" clId="{7175BE28-6B03-4995-88E8-34BBC4F1360E}" dt="2023-09-21T06:20:03.272" v="3125" actId="1076"/>
          <ac:spMkLst>
            <pc:docMk/>
            <pc:sldMk cId="870185042" sldId="293"/>
            <ac:spMk id="326" creationId="{15275E0B-E72B-93FF-A404-5123482EF85D}"/>
          </ac:spMkLst>
        </pc:spChg>
        <pc:spChg chg="mod">
          <ac:chgData name="Soban Najam" userId="59c411b0-ccb7-4330-99a9-29cc04a2c185" providerId="ADAL" clId="{7175BE28-6B03-4995-88E8-34BBC4F1360E}" dt="2023-09-21T06:20:03.272" v="3125" actId="1076"/>
          <ac:spMkLst>
            <pc:docMk/>
            <pc:sldMk cId="870185042" sldId="293"/>
            <ac:spMk id="327" creationId="{C5FB28BE-87A3-5446-B21C-194E864E0CB0}"/>
          </ac:spMkLst>
        </pc:spChg>
        <pc:spChg chg="mod">
          <ac:chgData name="Soban Najam" userId="59c411b0-ccb7-4330-99a9-29cc04a2c185" providerId="ADAL" clId="{7175BE28-6B03-4995-88E8-34BBC4F1360E}" dt="2023-09-21T06:20:03.272" v="3125" actId="1076"/>
          <ac:spMkLst>
            <pc:docMk/>
            <pc:sldMk cId="870185042" sldId="293"/>
            <ac:spMk id="328" creationId="{2C7BE792-4F81-D4C8-D167-8B79406C4DF8}"/>
          </ac:spMkLst>
        </pc:spChg>
        <pc:spChg chg="mod">
          <ac:chgData name="Soban Najam" userId="59c411b0-ccb7-4330-99a9-29cc04a2c185" providerId="ADAL" clId="{7175BE28-6B03-4995-88E8-34BBC4F1360E}" dt="2023-09-21T06:20:03.272" v="3125" actId="1076"/>
          <ac:spMkLst>
            <pc:docMk/>
            <pc:sldMk cId="870185042" sldId="293"/>
            <ac:spMk id="329" creationId="{024D6C39-F9C8-055A-42EF-83C9E22C0C14}"/>
          </ac:spMkLst>
        </pc:spChg>
        <pc:spChg chg="mod">
          <ac:chgData name="Soban Najam" userId="59c411b0-ccb7-4330-99a9-29cc04a2c185" providerId="ADAL" clId="{7175BE28-6B03-4995-88E8-34BBC4F1360E}" dt="2023-09-21T06:20:03.272" v="3125" actId="1076"/>
          <ac:spMkLst>
            <pc:docMk/>
            <pc:sldMk cId="870185042" sldId="293"/>
            <ac:spMk id="330" creationId="{44834990-7EA0-7822-EBC2-2AB6932344CB}"/>
          </ac:spMkLst>
        </pc:spChg>
        <pc:spChg chg="mod">
          <ac:chgData name="Soban Najam" userId="59c411b0-ccb7-4330-99a9-29cc04a2c185" providerId="ADAL" clId="{7175BE28-6B03-4995-88E8-34BBC4F1360E}" dt="2023-09-21T06:20:03.272" v="3125" actId="1076"/>
          <ac:spMkLst>
            <pc:docMk/>
            <pc:sldMk cId="870185042" sldId="293"/>
            <ac:spMk id="331" creationId="{578B3181-B783-A9CF-815D-53CF44E75F75}"/>
          </ac:spMkLst>
        </pc:spChg>
        <pc:spChg chg="mod">
          <ac:chgData name="Soban Najam" userId="59c411b0-ccb7-4330-99a9-29cc04a2c185" providerId="ADAL" clId="{7175BE28-6B03-4995-88E8-34BBC4F1360E}" dt="2023-09-21T06:20:03.272" v="3125" actId="1076"/>
          <ac:spMkLst>
            <pc:docMk/>
            <pc:sldMk cId="870185042" sldId="293"/>
            <ac:spMk id="332" creationId="{7D620C1F-C2B2-2EF5-6147-24DFB11FAC52}"/>
          </ac:spMkLst>
        </pc:spChg>
        <pc:spChg chg="mod">
          <ac:chgData name="Soban Najam" userId="59c411b0-ccb7-4330-99a9-29cc04a2c185" providerId="ADAL" clId="{7175BE28-6B03-4995-88E8-34BBC4F1360E}" dt="2023-09-21T06:20:03.272" v="3125" actId="1076"/>
          <ac:spMkLst>
            <pc:docMk/>
            <pc:sldMk cId="870185042" sldId="293"/>
            <ac:spMk id="333" creationId="{9B31406D-8321-B204-895F-05FE1DDAEE8B}"/>
          </ac:spMkLst>
        </pc:spChg>
        <pc:spChg chg="mod">
          <ac:chgData name="Soban Najam" userId="59c411b0-ccb7-4330-99a9-29cc04a2c185" providerId="ADAL" clId="{7175BE28-6B03-4995-88E8-34BBC4F1360E}" dt="2023-09-21T06:20:03.272" v="3125" actId="1076"/>
          <ac:spMkLst>
            <pc:docMk/>
            <pc:sldMk cId="870185042" sldId="293"/>
            <ac:spMk id="334" creationId="{13DD9F06-D565-E651-C8DD-A9DE5FD31BE3}"/>
          </ac:spMkLst>
        </pc:spChg>
        <pc:spChg chg="mod">
          <ac:chgData name="Soban Najam" userId="59c411b0-ccb7-4330-99a9-29cc04a2c185" providerId="ADAL" clId="{7175BE28-6B03-4995-88E8-34BBC4F1360E}" dt="2023-09-21T06:20:03.272" v="3125" actId="1076"/>
          <ac:spMkLst>
            <pc:docMk/>
            <pc:sldMk cId="870185042" sldId="293"/>
            <ac:spMk id="335" creationId="{6F79A61E-E6C4-09EE-3445-F395C2F17B46}"/>
          </ac:spMkLst>
        </pc:spChg>
        <pc:spChg chg="mod">
          <ac:chgData name="Soban Najam" userId="59c411b0-ccb7-4330-99a9-29cc04a2c185" providerId="ADAL" clId="{7175BE28-6B03-4995-88E8-34BBC4F1360E}" dt="2023-09-21T06:20:03.272" v="3125" actId="1076"/>
          <ac:spMkLst>
            <pc:docMk/>
            <pc:sldMk cId="870185042" sldId="293"/>
            <ac:spMk id="336" creationId="{B9D95322-D7BD-64A5-A03A-60D744F41E77}"/>
          </ac:spMkLst>
        </pc:spChg>
        <pc:spChg chg="mod">
          <ac:chgData name="Soban Najam" userId="59c411b0-ccb7-4330-99a9-29cc04a2c185" providerId="ADAL" clId="{7175BE28-6B03-4995-88E8-34BBC4F1360E}" dt="2023-09-21T06:20:03.272" v="3125" actId="1076"/>
          <ac:spMkLst>
            <pc:docMk/>
            <pc:sldMk cId="870185042" sldId="293"/>
            <ac:spMk id="337" creationId="{8146AE52-D1E6-5AB0-89E4-623D794100C2}"/>
          </ac:spMkLst>
        </pc:spChg>
        <pc:spChg chg="mod">
          <ac:chgData name="Soban Najam" userId="59c411b0-ccb7-4330-99a9-29cc04a2c185" providerId="ADAL" clId="{7175BE28-6B03-4995-88E8-34BBC4F1360E}" dt="2023-09-21T06:20:03.272" v="3125" actId="1076"/>
          <ac:spMkLst>
            <pc:docMk/>
            <pc:sldMk cId="870185042" sldId="293"/>
            <ac:spMk id="338" creationId="{249F94EB-1068-BC3C-91A9-3365F66E3C22}"/>
          </ac:spMkLst>
        </pc:spChg>
        <pc:spChg chg="mod">
          <ac:chgData name="Soban Najam" userId="59c411b0-ccb7-4330-99a9-29cc04a2c185" providerId="ADAL" clId="{7175BE28-6B03-4995-88E8-34BBC4F1360E}" dt="2023-09-21T06:20:03.272" v="3125" actId="1076"/>
          <ac:spMkLst>
            <pc:docMk/>
            <pc:sldMk cId="870185042" sldId="293"/>
            <ac:spMk id="339" creationId="{61E3E516-AE20-D2B5-CD10-8B787407C196}"/>
          </ac:spMkLst>
        </pc:spChg>
        <pc:spChg chg="mod">
          <ac:chgData name="Soban Najam" userId="59c411b0-ccb7-4330-99a9-29cc04a2c185" providerId="ADAL" clId="{7175BE28-6B03-4995-88E8-34BBC4F1360E}" dt="2023-09-21T06:20:03.272" v="3125" actId="1076"/>
          <ac:spMkLst>
            <pc:docMk/>
            <pc:sldMk cId="870185042" sldId="293"/>
            <ac:spMk id="340" creationId="{E886DCEC-E476-CE30-7346-53D57605E742}"/>
          </ac:spMkLst>
        </pc:spChg>
        <pc:spChg chg="mod">
          <ac:chgData name="Soban Najam" userId="59c411b0-ccb7-4330-99a9-29cc04a2c185" providerId="ADAL" clId="{7175BE28-6B03-4995-88E8-34BBC4F1360E}" dt="2023-09-21T06:20:03.272" v="3125" actId="1076"/>
          <ac:spMkLst>
            <pc:docMk/>
            <pc:sldMk cId="870185042" sldId="293"/>
            <ac:spMk id="341" creationId="{5204B291-F390-D2F2-55DA-A6F64F1F8910}"/>
          </ac:spMkLst>
        </pc:spChg>
        <pc:spChg chg="mod">
          <ac:chgData name="Soban Najam" userId="59c411b0-ccb7-4330-99a9-29cc04a2c185" providerId="ADAL" clId="{7175BE28-6B03-4995-88E8-34BBC4F1360E}" dt="2023-09-21T06:20:03.272" v="3125" actId="1076"/>
          <ac:spMkLst>
            <pc:docMk/>
            <pc:sldMk cId="870185042" sldId="293"/>
            <ac:spMk id="342" creationId="{5A90CFC2-B533-217E-167C-6CA247EE3A52}"/>
          </ac:spMkLst>
        </pc:spChg>
        <pc:spChg chg="mod">
          <ac:chgData name="Soban Najam" userId="59c411b0-ccb7-4330-99a9-29cc04a2c185" providerId="ADAL" clId="{7175BE28-6B03-4995-88E8-34BBC4F1360E}" dt="2023-09-21T06:20:03.272" v="3125" actId="1076"/>
          <ac:spMkLst>
            <pc:docMk/>
            <pc:sldMk cId="870185042" sldId="293"/>
            <ac:spMk id="343" creationId="{FCD76E13-DC5E-8549-D686-5B4A911FF5F0}"/>
          </ac:spMkLst>
        </pc:spChg>
        <pc:spChg chg="mod">
          <ac:chgData name="Soban Najam" userId="59c411b0-ccb7-4330-99a9-29cc04a2c185" providerId="ADAL" clId="{7175BE28-6B03-4995-88E8-34BBC4F1360E}" dt="2023-09-21T06:20:03.272" v="3125" actId="1076"/>
          <ac:spMkLst>
            <pc:docMk/>
            <pc:sldMk cId="870185042" sldId="293"/>
            <ac:spMk id="344" creationId="{9CB8232D-3553-AA3B-CB2B-D29D71FFB3E1}"/>
          </ac:spMkLst>
        </pc:spChg>
        <pc:spChg chg="mod">
          <ac:chgData name="Soban Najam" userId="59c411b0-ccb7-4330-99a9-29cc04a2c185" providerId="ADAL" clId="{7175BE28-6B03-4995-88E8-34BBC4F1360E}" dt="2023-09-21T06:20:03.272" v="3125" actId="1076"/>
          <ac:spMkLst>
            <pc:docMk/>
            <pc:sldMk cId="870185042" sldId="293"/>
            <ac:spMk id="345" creationId="{FCFEFE05-5B8F-4995-94DC-7658249D21BF}"/>
          </ac:spMkLst>
        </pc:spChg>
        <pc:spChg chg="mod">
          <ac:chgData name="Soban Najam" userId="59c411b0-ccb7-4330-99a9-29cc04a2c185" providerId="ADAL" clId="{7175BE28-6B03-4995-88E8-34BBC4F1360E}" dt="2023-09-21T06:20:03.272" v="3125" actId="1076"/>
          <ac:spMkLst>
            <pc:docMk/>
            <pc:sldMk cId="870185042" sldId="293"/>
            <ac:spMk id="346" creationId="{E3D647C5-E99D-9173-D590-558F8571CC28}"/>
          </ac:spMkLst>
        </pc:spChg>
        <pc:spChg chg="mod">
          <ac:chgData name="Soban Najam" userId="59c411b0-ccb7-4330-99a9-29cc04a2c185" providerId="ADAL" clId="{7175BE28-6B03-4995-88E8-34BBC4F1360E}" dt="2023-09-21T06:20:03.272" v="3125" actId="1076"/>
          <ac:spMkLst>
            <pc:docMk/>
            <pc:sldMk cId="870185042" sldId="293"/>
            <ac:spMk id="347" creationId="{811F9C1C-16B1-1BCB-7E0C-CE3D1160E50C}"/>
          </ac:spMkLst>
        </pc:spChg>
        <pc:spChg chg="mod">
          <ac:chgData name="Soban Najam" userId="59c411b0-ccb7-4330-99a9-29cc04a2c185" providerId="ADAL" clId="{7175BE28-6B03-4995-88E8-34BBC4F1360E}" dt="2023-09-21T06:20:03.272" v="3125" actId="1076"/>
          <ac:spMkLst>
            <pc:docMk/>
            <pc:sldMk cId="870185042" sldId="293"/>
            <ac:spMk id="348" creationId="{CBE9E3DB-0AD4-900B-F443-BB30E8A34E22}"/>
          </ac:spMkLst>
        </pc:spChg>
        <pc:spChg chg="mod">
          <ac:chgData name="Soban Najam" userId="59c411b0-ccb7-4330-99a9-29cc04a2c185" providerId="ADAL" clId="{7175BE28-6B03-4995-88E8-34BBC4F1360E}" dt="2023-09-21T06:20:03.272" v="3125" actId="1076"/>
          <ac:spMkLst>
            <pc:docMk/>
            <pc:sldMk cId="870185042" sldId="293"/>
            <ac:spMk id="349" creationId="{D381C0D1-398D-9AAE-26D5-4A294C854CA0}"/>
          </ac:spMkLst>
        </pc:spChg>
        <pc:spChg chg="mod">
          <ac:chgData name="Soban Najam" userId="59c411b0-ccb7-4330-99a9-29cc04a2c185" providerId="ADAL" clId="{7175BE28-6B03-4995-88E8-34BBC4F1360E}" dt="2023-09-21T06:20:03.272" v="3125" actId="1076"/>
          <ac:spMkLst>
            <pc:docMk/>
            <pc:sldMk cId="870185042" sldId="293"/>
            <ac:spMk id="350" creationId="{844D2074-FD54-4340-69E5-964A36B92AA6}"/>
          </ac:spMkLst>
        </pc:spChg>
        <pc:spChg chg="mod">
          <ac:chgData name="Soban Najam" userId="59c411b0-ccb7-4330-99a9-29cc04a2c185" providerId="ADAL" clId="{7175BE28-6B03-4995-88E8-34BBC4F1360E}" dt="2023-09-21T06:20:03.272" v="3125" actId="1076"/>
          <ac:spMkLst>
            <pc:docMk/>
            <pc:sldMk cId="870185042" sldId="293"/>
            <ac:spMk id="351" creationId="{3923045D-8FBF-C5E5-DC4D-4DD101738843}"/>
          </ac:spMkLst>
        </pc:spChg>
        <pc:spChg chg="mod">
          <ac:chgData name="Soban Najam" userId="59c411b0-ccb7-4330-99a9-29cc04a2c185" providerId="ADAL" clId="{7175BE28-6B03-4995-88E8-34BBC4F1360E}" dt="2023-09-21T06:20:03.272" v="3125" actId="1076"/>
          <ac:spMkLst>
            <pc:docMk/>
            <pc:sldMk cId="870185042" sldId="293"/>
            <ac:spMk id="352" creationId="{2DE67EF9-3230-AC65-F5C8-F3D1F59D07AE}"/>
          </ac:spMkLst>
        </pc:spChg>
        <pc:spChg chg="mod">
          <ac:chgData name="Soban Najam" userId="59c411b0-ccb7-4330-99a9-29cc04a2c185" providerId="ADAL" clId="{7175BE28-6B03-4995-88E8-34BBC4F1360E}" dt="2023-09-21T06:20:03.272" v="3125" actId="1076"/>
          <ac:spMkLst>
            <pc:docMk/>
            <pc:sldMk cId="870185042" sldId="293"/>
            <ac:spMk id="353" creationId="{2ACC9DBF-64AF-D1DC-5DC3-B44EF2FEDE19}"/>
          </ac:spMkLst>
        </pc:spChg>
        <pc:spChg chg="mod">
          <ac:chgData name="Soban Najam" userId="59c411b0-ccb7-4330-99a9-29cc04a2c185" providerId="ADAL" clId="{7175BE28-6B03-4995-88E8-34BBC4F1360E}" dt="2023-09-21T06:20:03.272" v="3125" actId="1076"/>
          <ac:spMkLst>
            <pc:docMk/>
            <pc:sldMk cId="870185042" sldId="293"/>
            <ac:spMk id="354" creationId="{760D2517-EB92-1DC0-AB2A-607286BFD6F9}"/>
          </ac:spMkLst>
        </pc:spChg>
        <pc:spChg chg="mod">
          <ac:chgData name="Soban Najam" userId="59c411b0-ccb7-4330-99a9-29cc04a2c185" providerId="ADAL" clId="{7175BE28-6B03-4995-88E8-34BBC4F1360E}" dt="2023-09-21T06:20:03.272" v="3125" actId="1076"/>
          <ac:spMkLst>
            <pc:docMk/>
            <pc:sldMk cId="870185042" sldId="293"/>
            <ac:spMk id="355" creationId="{F3095BC4-AA41-26D1-A868-F135D0E48624}"/>
          </ac:spMkLst>
        </pc:spChg>
        <pc:spChg chg="mod">
          <ac:chgData name="Soban Najam" userId="59c411b0-ccb7-4330-99a9-29cc04a2c185" providerId="ADAL" clId="{7175BE28-6B03-4995-88E8-34BBC4F1360E}" dt="2023-09-21T06:20:03.272" v="3125" actId="1076"/>
          <ac:spMkLst>
            <pc:docMk/>
            <pc:sldMk cId="870185042" sldId="293"/>
            <ac:spMk id="356" creationId="{DD50A1C4-C11E-58E4-7CAD-56F8B22C3C5C}"/>
          </ac:spMkLst>
        </pc:spChg>
        <pc:spChg chg="mod">
          <ac:chgData name="Soban Najam" userId="59c411b0-ccb7-4330-99a9-29cc04a2c185" providerId="ADAL" clId="{7175BE28-6B03-4995-88E8-34BBC4F1360E}" dt="2023-09-21T06:20:03.272" v="3125" actId="1076"/>
          <ac:spMkLst>
            <pc:docMk/>
            <pc:sldMk cId="870185042" sldId="293"/>
            <ac:spMk id="357" creationId="{93DF5BD4-3A06-5E8A-AD91-F9CD2348A631}"/>
          </ac:spMkLst>
        </pc:spChg>
        <pc:spChg chg="mod">
          <ac:chgData name="Soban Najam" userId="59c411b0-ccb7-4330-99a9-29cc04a2c185" providerId="ADAL" clId="{7175BE28-6B03-4995-88E8-34BBC4F1360E}" dt="2023-09-21T06:20:03.272" v="3125" actId="1076"/>
          <ac:spMkLst>
            <pc:docMk/>
            <pc:sldMk cId="870185042" sldId="293"/>
            <ac:spMk id="358" creationId="{AAAFC956-5610-B736-859C-655DC48C74B9}"/>
          </ac:spMkLst>
        </pc:spChg>
        <pc:spChg chg="mod">
          <ac:chgData name="Soban Najam" userId="59c411b0-ccb7-4330-99a9-29cc04a2c185" providerId="ADAL" clId="{7175BE28-6B03-4995-88E8-34BBC4F1360E}" dt="2023-09-21T06:20:03.272" v="3125" actId="1076"/>
          <ac:spMkLst>
            <pc:docMk/>
            <pc:sldMk cId="870185042" sldId="293"/>
            <ac:spMk id="359" creationId="{C319E639-D52A-55E5-D482-62EE25F198DA}"/>
          </ac:spMkLst>
        </pc:spChg>
        <pc:spChg chg="mod">
          <ac:chgData name="Soban Najam" userId="59c411b0-ccb7-4330-99a9-29cc04a2c185" providerId="ADAL" clId="{7175BE28-6B03-4995-88E8-34BBC4F1360E}" dt="2023-09-21T06:20:03.272" v="3125" actId="1076"/>
          <ac:spMkLst>
            <pc:docMk/>
            <pc:sldMk cId="870185042" sldId="293"/>
            <ac:spMk id="360" creationId="{F56E5E28-4C60-4D83-9709-A4D77C171D18}"/>
          </ac:spMkLst>
        </pc:spChg>
        <pc:spChg chg="mod">
          <ac:chgData name="Soban Najam" userId="59c411b0-ccb7-4330-99a9-29cc04a2c185" providerId="ADAL" clId="{7175BE28-6B03-4995-88E8-34BBC4F1360E}" dt="2023-09-21T06:20:03.272" v="3125" actId="1076"/>
          <ac:spMkLst>
            <pc:docMk/>
            <pc:sldMk cId="870185042" sldId="293"/>
            <ac:spMk id="361" creationId="{2E9118BE-6D79-6BCC-9565-784E1966715A}"/>
          </ac:spMkLst>
        </pc:spChg>
        <pc:spChg chg="mod">
          <ac:chgData name="Soban Najam" userId="59c411b0-ccb7-4330-99a9-29cc04a2c185" providerId="ADAL" clId="{7175BE28-6B03-4995-88E8-34BBC4F1360E}" dt="2023-09-21T06:20:03.272" v="3125" actId="1076"/>
          <ac:spMkLst>
            <pc:docMk/>
            <pc:sldMk cId="870185042" sldId="293"/>
            <ac:spMk id="362" creationId="{0357E301-9730-52EE-6F42-908C964C9FCB}"/>
          </ac:spMkLst>
        </pc:spChg>
        <pc:spChg chg="mod">
          <ac:chgData name="Soban Najam" userId="59c411b0-ccb7-4330-99a9-29cc04a2c185" providerId="ADAL" clId="{7175BE28-6B03-4995-88E8-34BBC4F1360E}" dt="2023-09-21T06:20:03.272" v="3125" actId="1076"/>
          <ac:spMkLst>
            <pc:docMk/>
            <pc:sldMk cId="870185042" sldId="293"/>
            <ac:spMk id="363" creationId="{43B066E9-B832-E130-6A5A-4B6C666C701E}"/>
          </ac:spMkLst>
        </pc:spChg>
        <pc:spChg chg="mod">
          <ac:chgData name="Soban Najam" userId="59c411b0-ccb7-4330-99a9-29cc04a2c185" providerId="ADAL" clId="{7175BE28-6B03-4995-88E8-34BBC4F1360E}" dt="2023-09-21T06:20:03.272" v="3125" actId="1076"/>
          <ac:spMkLst>
            <pc:docMk/>
            <pc:sldMk cId="870185042" sldId="293"/>
            <ac:spMk id="364" creationId="{55CE706F-C70F-06A4-7B34-423D6AF17D73}"/>
          </ac:spMkLst>
        </pc:spChg>
        <pc:spChg chg="mod">
          <ac:chgData name="Soban Najam" userId="59c411b0-ccb7-4330-99a9-29cc04a2c185" providerId="ADAL" clId="{7175BE28-6B03-4995-88E8-34BBC4F1360E}" dt="2023-09-21T06:20:03.272" v="3125" actId="1076"/>
          <ac:spMkLst>
            <pc:docMk/>
            <pc:sldMk cId="870185042" sldId="293"/>
            <ac:spMk id="365" creationId="{5238F446-C83A-C267-F83B-FC4043B54F48}"/>
          </ac:spMkLst>
        </pc:spChg>
        <pc:spChg chg="mod">
          <ac:chgData name="Soban Najam" userId="59c411b0-ccb7-4330-99a9-29cc04a2c185" providerId="ADAL" clId="{7175BE28-6B03-4995-88E8-34BBC4F1360E}" dt="2023-09-21T06:20:03.272" v="3125" actId="1076"/>
          <ac:spMkLst>
            <pc:docMk/>
            <pc:sldMk cId="870185042" sldId="293"/>
            <ac:spMk id="366" creationId="{C167026C-6726-2B7C-BDE6-BFB8AC9B3A5A}"/>
          </ac:spMkLst>
        </pc:spChg>
        <pc:spChg chg="mod">
          <ac:chgData name="Soban Najam" userId="59c411b0-ccb7-4330-99a9-29cc04a2c185" providerId="ADAL" clId="{7175BE28-6B03-4995-88E8-34BBC4F1360E}" dt="2023-09-21T06:20:03.272" v="3125" actId="1076"/>
          <ac:spMkLst>
            <pc:docMk/>
            <pc:sldMk cId="870185042" sldId="293"/>
            <ac:spMk id="367" creationId="{25806A39-EA02-190C-10DD-CCE7E6E28B9C}"/>
          </ac:spMkLst>
        </pc:spChg>
        <pc:spChg chg="mod">
          <ac:chgData name="Soban Najam" userId="59c411b0-ccb7-4330-99a9-29cc04a2c185" providerId="ADAL" clId="{7175BE28-6B03-4995-88E8-34BBC4F1360E}" dt="2023-09-21T06:20:03.272" v="3125" actId="1076"/>
          <ac:spMkLst>
            <pc:docMk/>
            <pc:sldMk cId="870185042" sldId="293"/>
            <ac:spMk id="368" creationId="{C51C2478-CE6C-2E60-37F4-49CF0EDA5535}"/>
          </ac:spMkLst>
        </pc:spChg>
        <pc:spChg chg="mod">
          <ac:chgData name="Soban Najam" userId="59c411b0-ccb7-4330-99a9-29cc04a2c185" providerId="ADAL" clId="{7175BE28-6B03-4995-88E8-34BBC4F1360E}" dt="2023-09-21T06:20:03.272" v="3125" actId="1076"/>
          <ac:spMkLst>
            <pc:docMk/>
            <pc:sldMk cId="870185042" sldId="293"/>
            <ac:spMk id="369" creationId="{538F49FB-D0FE-CC68-6C6D-7A9E81B8B4FF}"/>
          </ac:spMkLst>
        </pc:spChg>
        <pc:spChg chg="mod">
          <ac:chgData name="Soban Najam" userId="59c411b0-ccb7-4330-99a9-29cc04a2c185" providerId="ADAL" clId="{7175BE28-6B03-4995-88E8-34BBC4F1360E}" dt="2023-09-21T06:20:03.272" v="3125" actId="1076"/>
          <ac:spMkLst>
            <pc:docMk/>
            <pc:sldMk cId="870185042" sldId="293"/>
            <ac:spMk id="370" creationId="{A3ECA32C-F138-EC9A-A10A-B04BF63FBDB1}"/>
          </ac:spMkLst>
        </pc:spChg>
        <pc:spChg chg="mod">
          <ac:chgData name="Soban Najam" userId="59c411b0-ccb7-4330-99a9-29cc04a2c185" providerId="ADAL" clId="{7175BE28-6B03-4995-88E8-34BBC4F1360E}" dt="2023-09-21T06:20:03.272" v="3125" actId="1076"/>
          <ac:spMkLst>
            <pc:docMk/>
            <pc:sldMk cId="870185042" sldId="293"/>
            <ac:spMk id="371" creationId="{892271B4-D50E-0B90-C0A5-90D272C385BF}"/>
          </ac:spMkLst>
        </pc:spChg>
        <pc:spChg chg="mod">
          <ac:chgData name="Soban Najam" userId="59c411b0-ccb7-4330-99a9-29cc04a2c185" providerId="ADAL" clId="{7175BE28-6B03-4995-88E8-34BBC4F1360E}" dt="2023-09-21T06:20:03.272" v="3125" actId="1076"/>
          <ac:spMkLst>
            <pc:docMk/>
            <pc:sldMk cId="870185042" sldId="293"/>
            <ac:spMk id="372" creationId="{0AF661CC-7EBE-0A1B-C7D3-0648861C2C81}"/>
          </ac:spMkLst>
        </pc:spChg>
        <pc:spChg chg="mod">
          <ac:chgData name="Soban Najam" userId="59c411b0-ccb7-4330-99a9-29cc04a2c185" providerId="ADAL" clId="{7175BE28-6B03-4995-88E8-34BBC4F1360E}" dt="2023-09-21T06:20:03.272" v="3125" actId="1076"/>
          <ac:spMkLst>
            <pc:docMk/>
            <pc:sldMk cId="870185042" sldId="293"/>
            <ac:spMk id="373" creationId="{64585131-8495-6CC5-3893-43D874B59E17}"/>
          </ac:spMkLst>
        </pc:spChg>
        <pc:spChg chg="mod">
          <ac:chgData name="Soban Najam" userId="59c411b0-ccb7-4330-99a9-29cc04a2c185" providerId="ADAL" clId="{7175BE28-6B03-4995-88E8-34BBC4F1360E}" dt="2023-09-21T06:20:03.272" v="3125" actId="1076"/>
          <ac:spMkLst>
            <pc:docMk/>
            <pc:sldMk cId="870185042" sldId="293"/>
            <ac:spMk id="374" creationId="{4A1E0E41-1655-C9F7-8646-8784F19533A2}"/>
          </ac:spMkLst>
        </pc:spChg>
        <pc:spChg chg="mod">
          <ac:chgData name="Soban Najam" userId="59c411b0-ccb7-4330-99a9-29cc04a2c185" providerId="ADAL" clId="{7175BE28-6B03-4995-88E8-34BBC4F1360E}" dt="2023-09-21T06:20:03.272" v="3125" actId="1076"/>
          <ac:spMkLst>
            <pc:docMk/>
            <pc:sldMk cId="870185042" sldId="293"/>
            <ac:spMk id="375" creationId="{17F071CA-044C-6EDF-4AA7-684CE9D43450}"/>
          </ac:spMkLst>
        </pc:spChg>
        <pc:spChg chg="mod">
          <ac:chgData name="Soban Najam" userId="59c411b0-ccb7-4330-99a9-29cc04a2c185" providerId="ADAL" clId="{7175BE28-6B03-4995-88E8-34BBC4F1360E}" dt="2023-09-21T06:20:03.272" v="3125" actId="1076"/>
          <ac:spMkLst>
            <pc:docMk/>
            <pc:sldMk cId="870185042" sldId="293"/>
            <ac:spMk id="376" creationId="{9D0FC2F3-98AA-E49A-081C-EDEA83593E19}"/>
          </ac:spMkLst>
        </pc:spChg>
        <pc:spChg chg="mod">
          <ac:chgData name="Soban Najam" userId="59c411b0-ccb7-4330-99a9-29cc04a2c185" providerId="ADAL" clId="{7175BE28-6B03-4995-88E8-34BBC4F1360E}" dt="2023-09-21T06:20:03.272" v="3125" actId="1076"/>
          <ac:spMkLst>
            <pc:docMk/>
            <pc:sldMk cId="870185042" sldId="293"/>
            <ac:spMk id="377" creationId="{C0FFC1C5-14EC-5553-A986-C608EC548BA9}"/>
          </ac:spMkLst>
        </pc:spChg>
        <pc:spChg chg="mod">
          <ac:chgData name="Soban Najam" userId="59c411b0-ccb7-4330-99a9-29cc04a2c185" providerId="ADAL" clId="{7175BE28-6B03-4995-88E8-34BBC4F1360E}" dt="2023-09-21T06:20:03.272" v="3125" actId="1076"/>
          <ac:spMkLst>
            <pc:docMk/>
            <pc:sldMk cId="870185042" sldId="293"/>
            <ac:spMk id="378" creationId="{2D6FDE12-4192-EBE1-C89C-B5C34576CA7C}"/>
          </ac:spMkLst>
        </pc:spChg>
        <pc:spChg chg="mod">
          <ac:chgData name="Soban Najam" userId="59c411b0-ccb7-4330-99a9-29cc04a2c185" providerId="ADAL" clId="{7175BE28-6B03-4995-88E8-34BBC4F1360E}" dt="2023-09-21T06:20:03.272" v="3125" actId="1076"/>
          <ac:spMkLst>
            <pc:docMk/>
            <pc:sldMk cId="870185042" sldId="293"/>
            <ac:spMk id="379" creationId="{A8C63A57-C345-EADD-05A0-8B53E26F5A49}"/>
          </ac:spMkLst>
        </pc:spChg>
        <pc:spChg chg="mod">
          <ac:chgData name="Soban Najam" userId="59c411b0-ccb7-4330-99a9-29cc04a2c185" providerId="ADAL" clId="{7175BE28-6B03-4995-88E8-34BBC4F1360E}" dt="2023-09-21T06:20:03.272" v="3125" actId="1076"/>
          <ac:spMkLst>
            <pc:docMk/>
            <pc:sldMk cId="870185042" sldId="293"/>
            <ac:spMk id="380" creationId="{4EEA8F8F-564A-6CF5-2262-5F3D0E3DD6FD}"/>
          </ac:spMkLst>
        </pc:spChg>
        <pc:spChg chg="mod">
          <ac:chgData name="Soban Najam" userId="59c411b0-ccb7-4330-99a9-29cc04a2c185" providerId="ADAL" clId="{7175BE28-6B03-4995-88E8-34BBC4F1360E}" dt="2023-09-21T06:20:03.272" v="3125" actId="1076"/>
          <ac:spMkLst>
            <pc:docMk/>
            <pc:sldMk cId="870185042" sldId="293"/>
            <ac:spMk id="381" creationId="{B0B54B8C-46FA-AD6B-CB26-56B7F7C2641C}"/>
          </ac:spMkLst>
        </pc:spChg>
        <pc:spChg chg="mod">
          <ac:chgData name="Soban Najam" userId="59c411b0-ccb7-4330-99a9-29cc04a2c185" providerId="ADAL" clId="{7175BE28-6B03-4995-88E8-34BBC4F1360E}" dt="2023-09-21T06:20:03.272" v="3125" actId="1076"/>
          <ac:spMkLst>
            <pc:docMk/>
            <pc:sldMk cId="870185042" sldId="293"/>
            <ac:spMk id="382" creationId="{F5D859C5-5E22-ED6F-EB8C-A10C80682A0E}"/>
          </ac:spMkLst>
        </pc:spChg>
        <pc:spChg chg="mod">
          <ac:chgData name="Soban Najam" userId="59c411b0-ccb7-4330-99a9-29cc04a2c185" providerId="ADAL" clId="{7175BE28-6B03-4995-88E8-34BBC4F1360E}" dt="2023-09-21T06:20:03.272" v="3125" actId="1076"/>
          <ac:spMkLst>
            <pc:docMk/>
            <pc:sldMk cId="870185042" sldId="293"/>
            <ac:spMk id="383" creationId="{844E9971-024F-3628-F07B-C6ADAA4CBD96}"/>
          </ac:spMkLst>
        </pc:spChg>
        <pc:spChg chg="mod">
          <ac:chgData name="Soban Najam" userId="59c411b0-ccb7-4330-99a9-29cc04a2c185" providerId="ADAL" clId="{7175BE28-6B03-4995-88E8-34BBC4F1360E}" dt="2023-09-21T06:20:03.272" v="3125" actId="1076"/>
          <ac:spMkLst>
            <pc:docMk/>
            <pc:sldMk cId="870185042" sldId="293"/>
            <ac:spMk id="384" creationId="{80303D1C-6B70-CAEF-BA13-5DB5523972FA}"/>
          </ac:spMkLst>
        </pc:spChg>
        <pc:spChg chg="mod">
          <ac:chgData name="Soban Najam" userId="59c411b0-ccb7-4330-99a9-29cc04a2c185" providerId="ADAL" clId="{7175BE28-6B03-4995-88E8-34BBC4F1360E}" dt="2023-09-21T06:20:03.272" v="3125" actId="1076"/>
          <ac:spMkLst>
            <pc:docMk/>
            <pc:sldMk cId="870185042" sldId="293"/>
            <ac:spMk id="385" creationId="{D85E0996-CC1F-36FE-CDCB-56EF0DC65CA6}"/>
          </ac:spMkLst>
        </pc:spChg>
        <pc:spChg chg="mod">
          <ac:chgData name="Soban Najam" userId="59c411b0-ccb7-4330-99a9-29cc04a2c185" providerId="ADAL" clId="{7175BE28-6B03-4995-88E8-34BBC4F1360E}" dt="2023-09-21T06:20:03.272" v="3125" actId="1076"/>
          <ac:spMkLst>
            <pc:docMk/>
            <pc:sldMk cId="870185042" sldId="293"/>
            <ac:spMk id="386" creationId="{209279CD-90CE-A513-815A-9DE5FDDDFADB}"/>
          </ac:spMkLst>
        </pc:spChg>
        <pc:spChg chg="mod">
          <ac:chgData name="Soban Najam" userId="59c411b0-ccb7-4330-99a9-29cc04a2c185" providerId="ADAL" clId="{7175BE28-6B03-4995-88E8-34BBC4F1360E}" dt="2023-09-21T06:20:03.272" v="3125" actId="1076"/>
          <ac:spMkLst>
            <pc:docMk/>
            <pc:sldMk cId="870185042" sldId="293"/>
            <ac:spMk id="387" creationId="{6A315471-8F26-283E-C4F3-ABD81863FCA0}"/>
          </ac:spMkLst>
        </pc:spChg>
        <pc:spChg chg="mod">
          <ac:chgData name="Soban Najam" userId="59c411b0-ccb7-4330-99a9-29cc04a2c185" providerId="ADAL" clId="{7175BE28-6B03-4995-88E8-34BBC4F1360E}" dt="2023-09-21T06:20:03.272" v="3125" actId="1076"/>
          <ac:spMkLst>
            <pc:docMk/>
            <pc:sldMk cId="870185042" sldId="293"/>
            <ac:spMk id="388" creationId="{2D89A0AE-AC34-21C4-9AFA-64E94A280248}"/>
          </ac:spMkLst>
        </pc:spChg>
        <pc:spChg chg="mod">
          <ac:chgData name="Soban Najam" userId="59c411b0-ccb7-4330-99a9-29cc04a2c185" providerId="ADAL" clId="{7175BE28-6B03-4995-88E8-34BBC4F1360E}" dt="2023-09-21T06:20:03.272" v="3125" actId="1076"/>
          <ac:spMkLst>
            <pc:docMk/>
            <pc:sldMk cId="870185042" sldId="293"/>
            <ac:spMk id="389" creationId="{E71E2590-1BE0-CC81-F9AE-4A5C9E811D86}"/>
          </ac:spMkLst>
        </pc:spChg>
        <pc:spChg chg="mod">
          <ac:chgData name="Soban Najam" userId="59c411b0-ccb7-4330-99a9-29cc04a2c185" providerId="ADAL" clId="{7175BE28-6B03-4995-88E8-34BBC4F1360E}" dt="2023-09-21T06:20:03.272" v="3125" actId="1076"/>
          <ac:spMkLst>
            <pc:docMk/>
            <pc:sldMk cId="870185042" sldId="293"/>
            <ac:spMk id="390" creationId="{F28D86D7-37BE-4DF8-28EB-22BB21C20D35}"/>
          </ac:spMkLst>
        </pc:spChg>
        <pc:spChg chg="mod">
          <ac:chgData name="Soban Najam" userId="59c411b0-ccb7-4330-99a9-29cc04a2c185" providerId="ADAL" clId="{7175BE28-6B03-4995-88E8-34BBC4F1360E}" dt="2023-09-21T06:19:38.800" v="3121" actId="1076"/>
          <ac:spMkLst>
            <pc:docMk/>
            <pc:sldMk cId="870185042" sldId="293"/>
            <ac:spMk id="392" creationId="{7BD6677D-8385-D634-20EE-9B97F6FC4848}"/>
          </ac:spMkLst>
        </pc:spChg>
        <pc:spChg chg="mod">
          <ac:chgData name="Soban Najam" userId="59c411b0-ccb7-4330-99a9-29cc04a2c185" providerId="ADAL" clId="{7175BE28-6B03-4995-88E8-34BBC4F1360E}" dt="2023-09-21T06:19:38.800" v="3121" actId="1076"/>
          <ac:spMkLst>
            <pc:docMk/>
            <pc:sldMk cId="870185042" sldId="293"/>
            <ac:spMk id="394" creationId="{14F4D34A-E93C-A901-8921-886A17B24C82}"/>
          </ac:spMkLst>
        </pc:spChg>
        <pc:spChg chg="mod">
          <ac:chgData name="Soban Najam" userId="59c411b0-ccb7-4330-99a9-29cc04a2c185" providerId="ADAL" clId="{7175BE28-6B03-4995-88E8-34BBC4F1360E}" dt="2023-09-21T06:19:38.800" v="3121" actId="1076"/>
          <ac:spMkLst>
            <pc:docMk/>
            <pc:sldMk cId="870185042" sldId="293"/>
            <ac:spMk id="395" creationId="{9BC3FB57-B6B2-B67A-794B-EB2D1E15EB9F}"/>
          </ac:spMkLst>
        </pc:spChg>
        <pc:spChg chg="mod">
          <ac:chgData name="Soban Najam" userId="59c411b0-ccb7-4330-99a9-29cc04a2c185" providerId="ADAL" clId="{7175BE28-6B03-4995-88E8-34BBC4F1360E}" dt="2023-09-21T06:19:38.800" v="3121" actId="1076"/>
          <ac:spMkLst>
            <pc:docMk/>
            <pc:sldMk cId="870185042" sldId="293"/>
            <ac:spMk id="396" creationId="{D1E341DA-CF87-74D2-CDC4-0334BC0A4CAF}"/>
          </ac:spMkLst>
        </pc:spChg>
        <pc:spChg chg="mod">
          <ac:chgData name="Soban Najam" userId="59c411b0-ccb7-4330-99a9-29cc04a2c185" providerId="ADAL" clId="{7175BE28-6B03-4995-88E8-34BBC4F1360E}" dt="2023-09-21T06:19:38.800" v="3121" actId="1076"/>
          <ac:spMkLst>
            <pc:docMk/>
            <pc:sldMk cId="870185042" sldId="293"/>
            <ac:spMk id="397" creationId="{F54D40C1-C0D6-975D-AC36-BE2A9A1D87E0}"/>
          </ac:spMkLst>
        </pc:spChg>
        <pc:spChg chg="mod">
          <ac:chgData name="Soban Najam" userId="59c411b0-ccb7-4330-99a9-29cc04a2c185" providerId="ADAL" clId="{7175BE28-6B03-4995-88E8-34BBC4F1360E}" dt="2023-09-21T06:19:38.800" v="3121" actId="1076"/>
          <ac:spMkLst>
            <pc:docMk/>
            <pc:sldMk cId="870185042" sldId="293"/>
            <ac:spMk id="400" creationId="{68BF7BB8-F3D9-B3CD-5CD1-F1C9F7B4DC9D}"/>
          </ac:spMkLst>
        </pc:spChg>
        <pc:spChg chg="mod">
          <ac:chgData name="Soban Najam" userId="59c411b0-ccb7-4330-99a9-29cc04a2c185" providerId="ADAL" clId="{7175BE28-6B03-4995-88E8-34BBC4F1360E}" dt="2023-09-21T06:19:38.800" v="3121" actId="1076"/>
          <ac:spMkLst>
            <pc:docMk/>
            <pc:sldMk cId="870185042" sldId="293"/>
            <ac:spMk id="401" creationId="{7170B75E-462E-EFA0-6DD4-F407A3721E12}"/>
          </ac:spMkLst>
        </pc:spChg>
        <pc:spChg chg="mod">
          <ac:chgData name="Soban Najam" userId="59c411b0-ccb7-4330-99a9-29cc04a2c185" providerId="ADAL" clId="{7175BE28-6B03-4995-88E8-34BBC4F1360E}" dt="2023-09-21T06:19:38.800" v="3121" actId="1076"/>
          <ac:spMkLst>
            <pc:docMk/>
            <pc:sldMk cId="870185042" sldId="293"/>
            <ac:spMk id="402" creationId="{328A90F7-D411-4BC7-3DA3-64B9A738B466}"/>
          </ac:spMkLst>
        </pc:spChg>
        <pc:spChg chg="mod">
          <ac:chgData name="Soban Najam" userId="59c411b0-ccb7-4330-99a9-29cc04a2c185" providerId="ADAL" clId="{7175BE28-6B03-4995-88E8-34BBC4F1360E}" dt="2023-09-21T06:19:38.800" v="3121" actId="1076"/>
          <ac:spMkLst>
            <pc:docMk/>
            <pc:sldMk cId="870185042" sldId="293"/>
            <ac:spMk id="403" creationId="{2FB00DD9-F41E-1602-E92D-8615B1FF58B8}"/>
          </ac:spMkLst>
        </pc:spChg>
        <pc:spChg chg="mod">
          <ac:chgData name="Soban Najam" userId="59c411b0-ccb7-4330-99a9-29cc04a2c185" providerId="ADAL" clId="{7175BE28-6B03-4995-88E8-34BBC4F1360E}" dt="2023-09-21T06:19:38.800" v="3121" actId="1076"/>
          <ac:spMkLst>
            <pc:docMk/>
            <pc:sldMk cId="870185042" sldId="293"/>
            <ac:spMk id="404" creationId="{03230ECC-FA4F-8461-486A-C98E410C6E9F}"/>
          </ac:spMkLst>
        </pc:spChg>
        <pc:spChg chg="mod">
          <ac:chgData name="Soban Najam" userId="59c411b0-ccb7-4330-99a9-29cc04a2c185" providerId="ADAL" clId="{7175BE28-6B03-4995-88E8-34BBC4F1360E}" dt="2023-09-21T06:19:38.800" v="3121" actId="1076"/>
          <ac:spMkLst>
            <pc:docMk/>
            <pc:sldMk cId="870185042" sldId="293"/>
            <ac:spMk id="405" creationId="{C7C6ABFB-BE65-EDF1-621D-C3A15E9420C9}"/>
          </ac:spMkLst>
        </pc:spChg>
        <pc:spChg chg="mod">
          <ac:chgData name="Soban Najam" userId="59c411b0-ccb7-4330-99a9-29cc04a2c185" providerId="ADAL" clId="{7175BE28-6B03-4995-88E8-34BBC4F1360E}" dt="2023-09-21T06:19:38.800" v="3121" actId="1076"/>
          <ac:spMkLst>
            <pc:docMk/>
            <pc:sldMk cId="870185042" sldId="293"/>
            <ac:spMk id="406" creationId="{7C308495-EE8C-D08B-E862-B51936BEBBCC}"/>
          </ac:spMkLst>
        </pc:spChg>
        <pc:spChg chg="mod">
          <ac:chgData name="Soban Najam" userId="59c411b0-ccb7-4330-99a9-29cc04a2c185" providerId="ADAL" clId="{7175BE28-6B03-4995-88E8-34BBC4F1360E}" dt="2023-09-21T06:19:38.800" v="3121" actId="1076"/>
          <ac:spMkLst>
            <pc:docMk/>
            <pc:sldMk cId="870185042" sldId="293"/>
            <ac:spMk id="407" creationId="{CA9B54C6-E50A-5457-388A-9F6F6ED517F7}"/>
          </ac:spMkLst>
        </pc:spChg>
        <pc:spChg chg="mod">
          <ac:chgData name="Soban Najam" userId="59c411b0-ccb7-4330-99a9-29cc04a2c185" providerId="ADAL" clId="{7175BE28-6B03-4995-88E8-34BBC4F1360E}" dt="2023-09-21T06:13:23.530" v="3062" actId="165"/>
          <ac:spMkLst>
            <pc:docMk/>
            <pc:sldMk cId="870185042" sldId="293"/>
            <ac:spMk id="408" creationId="{7496DB94-C8DE-8FA2-0A3F-58B7DBAB060A}"/>
          </ac:spMkLst>
        </pc:spChg>
        <pc:spChg chg="mod">
          <ac:chgData name="Soban Najam" userId="59c411b0-ccb7-4330-99a9-29cc04a2c185" providerId="ADAL" clId="{7175BE28-6B03-4995-88E8-34BBC4F1360E}" dt="2023-09-21T06:13:23.530" v="3062" actId="165"/>
          <ac:spMkLst>
            <pc:docMk/>
            <pc:sldMk cId="870185042" sldId="293"/>
            <ac:spMk id="409" creationId="{BA539BAF-A421-8B1B-29C7-5626AF0E2733}"/>
          </ac:spMkLst>
        </pc:spChg>
        <pc:spChg chg="mod">
          <ac:chgData name="Soban Najam" userId="59c411b0-ccb7-4330-99a9-29cc04a2c185" providerId="ADAL" clId="{7175BE28-6B03-4995-88E8-34BBC4F1360E}" dt="2023-09-21T06:13:23.530" v="3062" actId="165"/>
          <ac:spMkLst>
            <pc:docMk/>
            <pc:sldMk cId="870185042" sldId="293"/>
            <ac:spMk id="410" creationId="{6F45682F-36FF-99DA-5C85-2C6B52218DB1}"/>
          </ac:spMkLst>
        </pc:spChg>
        <pc:spChg chg="mod">
          <ac:chgData name="Soban Najam" userId="59c411b0-ccb7-4330-99a9-29cc04a2c185" providerId="ADAL" clId="{7175BE28-6B03-4995-88E8-34BBC4F1360E}" dt="2023-09-21T06:13:23.530" v="3062" actId="165"/>
          <ac:spMkLst>
            <pc:docMk/>
            <pc:sldMk cId="870185042" sldId="293"/>
            <ac:spMk id="411" creationId="{1481D75D-1F63-202F-C1DF-95A3B9FDEFF7}"/>
          </ac:spMkLst>
        </pc:spChg>
        <pc:spChg chg="mod">
          <ac:chgData name="Soban Najam" userId="59c411b0-ccb7-4330-99a9-29cc04a2c185" providerId="ADAL" clId="{7175BE28-6B03-4995-88E8-34BBC4F1360E}" dt="2023-09-21T06:13:23.530" v="3062" actId="165"/>
          <ac:spMkLst>
            <pc:docMk/>
            <pc:sldMk cId="870185042" sldId="293"/>
            <ac:spMk id="412" creationId="{139CBBB6-6B37-0D71-52E3-5AF9EF9FFDC7}"/>
          </ac:spMkLst>
        </pc:spChg>
        <pc:spChg chg="mod">
          <ac:chgData name="Soban Najam" userId="59c411b0-ccb7-4330-99a9-29cc04a2c185" providerId="ADAL" clId="{7175BE28-6B03-4995-88E8-34BBC4F1360E}" dt="2023-09-21T06:13:23.530" v="3062" actId="165"/>
          <ac:spMkLst>
            <pc:docMk/>
            <pc:sldMk cId="870185042" sldId="293"/>
            <ac:spMk id="413" creationId="{6F1C9FF8-A337-A8A2-00C0-26885E95ED54}"/>
          </ac:spMkLst>
        </pc:spChg>
        <pc:spChg chg="mod">
          <ac:chgData name="Soban Najam" userId="59c411b0-ccb7-4330-99a9-29cc04a2c185" providerId="ADAL" clId="{7175BE28-6B03-4995-88E8-34BBC4F1360E}" dt="2023-09-21T06:13:23.530" v="3062" actId="165"/>
          <ac:spMkLst>
            <pc:docMk/>
            <pc:sldMk cId="870185042" sldId="293"/>
            <ac:spMk id="414" creationId="{251635F6-C34B-0151-4C33-D83AB6A5443F}"/>
          </ac:spMkLst>
        </pc:spChg>
        <pc:spChg chg="mod">
          <ac:chgData name="Soban Najam" userId="59c411b0-ccb7-4330-99a9-29cc04a2c185" providerId="ADAL" clId="{7175BE28-6B03-4995-88E8-34BBC4F1360E}" dt="2023-09-21T06:13:23.530" v="3062" actId="165"/>
          <ac:spMkLst>
            <pc:docMk/>
            <pc:sldMk cId="870185042" sldId="293"/>
            <ac:spMk id="415" creationId="{B50E6D74-9387-8037-495B-577D91EEB021}"/>
          </ac:spMkLst>
        </pc:spChg>
        <pc:spChg chg="mod">
          <ac:chgData name="Soban Najam" userId="59c411b0-ccb7-4330-99a9-29cc04a2c185" providerId="ADAL" clId="{7175BE28-6B03-4995-88E8-34BBC4F1360E}" dt="2023-09-21T06:13:23.530" v="3062" actId="165"/>
          <ac:spMkLst>
            <pc:docMk/>
            <pc:sldMk cId="870185042" sldId="293"/>
            <ac:spMk id="416" creationId="{36D22CC2-67D7-E382-D5BF-FCAC56BABA5C}"/>
          </ac:spMkLst>
        </pc:spChg>
        <pc:spChg chg="mod">
          <ac:chgData name="Soban Najam" userId="59c411b0-ccb7-4330-99a9-29cc04a2c185" providerId="ADAL" clId="{7175BE28-6B03-4995-88E8-34BBC4F1360E}" dt="2023-09-21T06:13:23.530" v="3062" actId="165"/>
          <ac:spMkLst>
            <pc:docMk/>
            <pc:sldMk cId="870185042" sldId="293"/>
            <ac:spMk id="417" creationId="{70258CDA-92AA-D101-05DA-CDDC364F7651}"/>
          </ac:spMkLst>
        </pc:spChg>
        <pc:spChg chg="mod">
          <ac:chgData name="Soban Najam" userId="59c411b0-ccb7-4330-99a9-29cc04a2c185" providerId="ADAL" clId="{7175BE28-6B03-4995-88E8-34BBC4F1360E}" dt="2023-09-21T06:13:23.530" v="3062" actId="165"/>
          <ac:spMkLst>
            <pc:docMk/>
            <pc:sldMk cId="870185042" sldId="293"/>
            <ac:spMk id="418" creationId="{C3E6F9DC-A40D-F1AE-38D7-89820B6DD3EA}"/>
          </ac:spMkLst>
        </pc:spChg>
        <pc:spChg chg="mod">
          <ac:chgData name="Soban Najam" userId="59c411b0-ccb7-4330-99a9-29cc04a2c185" providerId="ADAL" clId="{7175BE28-6B03-4995-88E8-34BBC4F1360E}" dt="2023-09-21T06:13:23.530" v="3062" actId="165"/>
          <ac:spMkLst>
            <pc:docMk/>
            <pc:sldMk cId="870185042" sldId="293"/>
            <ac:spMk id="419" creationId="{182B0640-F24B-F7DC-8132-39BA91E58894}"/>
          </ac:spMkLst>
        </pc:spChg>
        <pc:spChg chg="mod">
          <ac:chgData name="Soban Najam" userId="59c411b0-ccb7-4330-99a9-29cc04a2c185" providerId="ADAL" clId="{7175BE28-6B03-4995-88E8-34BBC4F1360E}" dt="2023-09-21T06:13:23.530" v="3062" actId="165"/>
          <ac:spMkLst>
            <pc:docMk/>
            <pc:sldMk cId="870185042" sldId="293"/>
            <ac:spMk id="420" creationId="{66D0334E-94BF-F0C6-0FF1-E51E2D743122}"/>
          </ac:spMkLst>
        </pc:spChg>
        <pc:spChg chg="mod">
          <ac:chgData name="Soban Najam" userId="59c411b0-ccb7-4330-99a9-29cc04a2c185" providerId="ADAL" clId="{7175BE28-6B03-4995-88E8-34BBC4F1360E}" dt="2023-09-21T06:13:23.530" v="3062" actId="165"/>
          <ac:spMkLst>
            <pc:docMk/>
            <pc:sldMk cId="870185042" sldId="293"/>
            <ac:spMk id="421" creationId="{367D5CE0-1F02-512F-621F-EF393695E27E}"/>
          </ac:spMkLst>
        </pc:spChg>
        <pc:spChg chg="mod">
          <ac:chgData name="Soban Najam" userId="59c411b0-ccb7-4330-99a9-29cc04a2c185" providerId="ADAL" clId="{7175BE28-6B03-4995-88E8-34BBC4F1360E}" dt="2023-09-21T06:13:23.530" v="3062" actId="165"/>
          <ac:spMkLst>
            <pc:docMk/>
            <pc:sldMk cId="870185042" sldId="293"/>
            <ac:spMk id="422" creationId="{B1F203DD-AC4C-6B8B-15C5-D602D979D383}"/>
          </ac:spMkLst>
        </pc:spChg>
        <pc:spChg chg="mod">
          <ac:chgData name="Soban Najam" userId="59c411b0-ccb7-4330-99a9-29cc04a2c185" providerId="ADAL" clId="{7175BE28-6B03-4995-88E8-34BBC4F1360E}" dt="2023-09-21T06:13:23.530" v="3062" actId="165"/>
          <ac:spMkLst>
            <pc:docMk/>
            <pc:sldMk cId="870185042" sldId="293"/>
            <ac:spMk id="423" creationId="{30D80A53-BCD0-7EFC-9661-D2E309A127AE}"/>
          </ac:spMkLst>
        </pc:spChg>
        <pc:spChg chg="mod">
          <ac:chgData name="Soban Najam" userId="59c411b0-ccb7-4330-99a9-29cc04a2c185" providerId="ADAL" clId="{7175BE28-6B03-4995-88E8-34BBC4F1360E}" dt="2023-09-21T06:13:23.530" v="3062" actId="165"/>
          <ac:spMkLst>
            <pc:docMk/>
            <pc:sldMk cId="870185042" sldId="293"/>
            <ac:spMk id="424" creationId="{A9F6F210-06A7-1EF1-59C2-01B3682336ED}"/>
          </ac:spMkLst>
        </pc:spChg>
        <pc:spChg chg="mod">
          <ac:chgData name="Soban Najam" userId="59c411b0-ccb7-4330-99a9-29cc04a2c185" providerId="ADAL" clId="{7175BE28-6B03-4995-88E8-34BBC4F1360E}" dt="2023-09-21T06:13:23.530" v="3062" actId="165"/>
          <ac:spMkLst>
            <pc:docMk/>
            <pc:sldMk cId="870185042" sldId="293"/>
            <ac:spMk id="425" creationId="{06D908A1-4922-7EEF-5218-F833111746F1}"/>
          </ac:spMkLst>
        </pc:spChg>
        <pc:spChg chg="mod">
          <ac:chgData name="Soban Najam" userId="59c411b0-ccb7-4330-99a9-29cc04a2c185" providerId="ADAL" clId="{7175BE28-6B03-4995-88E8-34BBC4F1360E}" dt="2023-09-21T06:13:23.530" v="3062" actId="165"/>
          <ac:spMkLst>
            <pc:docMk/>
            <pc:sldMk cId="870185042" sldId="293"/>
            <ac:spMk id="426" creationId="{82C24AAD-0F9C-4261-09E4-FC3F73873FE5}"/>
          </ac:spMkLst>
        </pc:spChg>
        <pc:spChg chg="mod">
          <ac:chgData name="Soban Najam" userId="59c411b0-ccb7-4330-99a9-29cc04a2c185" providerId="ADAL" clId="{7175BE28-6B03-4995-88E8-34BBC4F1360E}" dt="2023-09-21T06:13:23.530" v="3062" actId="165"/>
          <ac:spMkLst>
            <pc:docMk/>
            <pc:sldMk cId="870185042" sldId="293"/>
            <ac:spMk id="427" creationId="{9EF100B4-DB1F-CA2F-08C7-B22AF9E10FCF}"/>
          </ac:spMkLst>
        </pc:spChg>
        <pc:spChg chg="mod">
          <ac:chgData name="Soban Najam" userId="59c411b0-ccb7-4330-99a9-29cc04a2c185" providerId="ADAL" clId="{7175BE28-6B03-4995-88E8-34BBC4F1360E}" dt="2023-09-21T06:13:23.530" v="3062" actId="165"/>
          <ac:spMkLst>
            <pc:docMk/>
            <pc:sldMk cId="870185042" sldId="293"/>
            <ac:spMk id="428" creationId="{C627C78A-4760-5C91-09F2-0AF97BA11D88}"/>
          </ac:spMkLst>
        </pc:spChg>
        <pc:spChg chg="mod">
          <ac:chgData name="Soban Najam" userId="59c411b0-ccb7-4330-99a9-29cc04a2c185" providerId="ADAL" clId="{7175BE28-6B03-4995-88E8-34BBC4F1360E}" dt="2023-09-21T06:13:23.530" v="3062" actId="165"/>
          <ac:spMkLst>
            <pc:docMk/>
            <pc:sldMk cId="870185042" sldId="293"/>
            <ac:spMk id="429" creationId="{8B1398C0-33E2-626D-86CD-388945F36EFC}"/>
          </ac:spMkLst>
        </pc:spChg>
        <pc:spChg chg="mod">
          <ac:chgData name="Soban Najam" userId="59c411b0-ccb7-4330-99a9-29cc04a2c185" providerId="ADAL" clId="{7175BE28-6B03-4995-88E8-34BBC4F1360E}" dt="2023-09-21T06:13:23.530" v="3062" actId="165"/>
          <ac:spMkLst>
            <pc:docMk/>
            <pc:sldMk cId="870185042" sldId="293"/>
            <ac:spMk id="430" creationId="{EEEA1787-98C4-C363-7C9B-CF93E01B74E8}"/>
          </ac:spMkLst>
        </pc:spChg>
        <pc:spChg chg="mod">
          <ac:chgData name="Soban Najam" userId="59c411b0-ccb7-4330-99a9-29cc04a2c185" providerId="ADAL" clId="{7175BE28-6B03-4995-88E8-34BBC4F1360E}" dt="2023-09-21T06:13:23.530" v="3062" actId="165"/>
          <ac:spMkLst>
            <pc:docMk/>
            <pc:sldMk cId="870185042" sldId="293"/>
            <ac:spMk id="431" creationId="{82ABE64B-4FCA-6FDB-5D80-6DEF6B4513A9}"/>
          </ac:spMkLst>
        </pc:spChg>
        <pc:spChg chg="mod">
          <ac:chgData name="Soban Najam" userId="59c411b0-ccb7-4330-99a9-29cc04a2c185" providerId="ADAL" clId="{7175BE28-6B03-4995-88E8-34BBC4F1360E}" dt="2023-09-21T06:13:23.530" v="3062" actId="165"/>
          <ac:spMkLst>
            <pc:docMk/>
            <pc:sldMk cId="870185042" sldId="293"/>
            <ac:spMk id="432" creationId="{F819436D-B0DC-14AC-ACD1-54B6A17C1107}"/>
          </ac:spMkLst>
        </pc:spChg>
        <pc:spChg chg="mod">
          <ac:chgData name="Soban Najam" userId="59c411b0-ccb7-4330-99a9-29cc04a2c185" providerId="ADAL" clId="{7175BE28-6B03-4995-88E8-34BBC4F1360E}" dt="2023-09-21T06:13:23.530" v="3062" actId="165"/>
          <ac:spMkLst>
            <pc:docMk/>
            <pc:sldMk cId="870185042" sldId="293"/>
            <ac:spMk id="433" creationId="{4ADE4435-816E-569C-F220-FF3A9899BEEF}"/>
          </ac:spMkLst>
        </pc:spChg>
        <pc:spChg chg="mod">
          <ac:chgData name="Soban Najam" userId="59c411b0-ccb7-4330-99a9-29cc04a2c185" providerId="ADAL" clId="{7175BE28-6B03-4995-88E8-34BBC4F1360E}" dt="2023-09-21T06:13:23.530" v="3062" actId="165"/>
          <ac:spMkLst>
            <pc:docMk/>
            <pc:sldMk cId="870185042" sldId="293"/>
            <ac:spMk id="434" creationId="{56E14DBE-7FB1-6ED9-8713-AC310D3C74F6}"/>
          </ac:spMkLst>
        </pc:spChg>
        <pc:spChg chg="mod">
          <ac:chgData name="Soban Najam" userId="59c411b0-ccb7-4330-99a9-29cc04a2c185" providerId="ADAL" clId="{7175BE28-6B03-4995-88E8-34BBC4F1360E}" dt="2023-09-21T06:13:23.530" v="3062" actId="165"/>
          <ac:spMkLst>
            <pc:docMk/>
            <pc:sldMk cId="870185042" sldId="293"/>
            <ac:spMk id="435" creationId="{0AEA546F-1E41-3F26-7CA6-4AD56DBD172E}"/>
          </ac:spMkLst>
        </pc:spChg>
        <pc:spChg chg="mod">
          <ac:chgData name="Soban Najam" userId="59c411b0-ccb7-4330-99a9-29cc04a2c185" providerId="ADAL" clId="{7175BE28-6B03-4995-88E8-34BBC4F1360E}" dt="2023-09-21T06:13:23.530" v="3062" actId="165"/>
          <ac:spMkLst>
            <pc:docMk/>
            <pc:sldMk cId="870185042" sldId="293"/>
            <ac:spMk id="436" creationId="{1BEB0776-FE67-D95C-3D0D-C1F1B72D007C}"/>
          </ac:spMkLst>
        </pc:spChg>
        <pc:spChg chg="mod">
          <ac:chgData name="Soban Najam" userId="59c411b0-ccb7-4330-99a9-29cc04a2c185" providerId="ADAL" clId="{7175BE28-6B03-4995-88E8-34BBC4F1360E}" dt="2023-09-21T06:13:23.530" v="3062" actId="165"/>
          <ac:spMkLst>
            <pc:docMk/>
            <pc:sldMk cId="870185042" sldId="293"/>
            <ac:spMk id="437" creationId="{2BD30ECD-896A-45BA-4AC0-C9E3114E1B86}"/>
          </ac:spMkLst>
        </pc:spChg>
        <pc:spChg chg="mod">
          <ac:chgData name="Soban Najam" userId="59c411b0-ccb7-4330-99a9-29cc04a2c185" providerId="ADAL" clId="{7175BE28-6B03-4995-88E8-34BBC4F1360E}" dt="2023-09-21T06:13:23.530" v="3062" actId="165"/>
          <ac:spMkLst>
            <pc:docMk/>
            <pc:sldMk cId="870185042" sldId="293"/>
            <ac:spMk id="438" creationId="{0F81DD38-8020-360D-C3A0-E8429FD620C3}"/>
          </ac:spMkLst>
        </pc:spChg>
        <pc:spChg chg="mod">
          <ac:chgData name="Soban Najam" userId="59c411b0-ccb7-4330-99a9-29cc04a2c185" providerId="ADAL" clId="{7175BE28-6B03-4995-88E8-34BBC4F1360E}" dt="2023-09-21T06:13:23.530" v="3062" actId="165"/>
          <ac:spMkLst>
            <pc:docMk/>
            <pc:sldMk cId="870185042" sldId="293"/>
            <ac:spMk id="445" creationId="{4DFC907E-88C5-4502-5CFD-4BDC93EEBC1B}"/>
          </ac:spMkLst>
        </pc:spChg>
        <pc:spChg chg="mod">
          <ac:chgData name="Soban Najam" userId="59c411b0-ccb7-4330-99a9-29cc04a2c185" providerId="ADAL" clId="{7175BE28-6B03-4995-88E8-34BBC4F1360E}" dt="2023-09-21T06:13:23.530" v="3062" actId="165"/>
          <ac:spMkLst>
            <pc:docMk/>
            <pc:sldMk cId="870185042" sldId="293"/>
            <ac:spMk id="446" creationId="{8E826985-392E-5754-B51F-E7FA8AD19917}"/>
          </ac:spMkLst>
        </pc:spChg>
        <pc:spChg chg="mod">
          <ac:chgData name="Soban Najam" userId="59c411b0-ccb7-4330-99a9-29cc04a2c185" providerId="ADAL" clId="{7175BE28-6B03-4995-88E8-34BBC4F1360E}" dt="2023-09-21T06:13:23.530" v="3062" actId="165"/>
          <ac:spMkLst>
            <pc:docMk/>
            <pc:sldMk cId="870185042" sldId="293"/>
            <ac:spMk id="447" creationId="{B469ABA2-A9BC-9EF5-FAB2-D6F5097126D3}"/>
          </ac:spMkLst>
        </pc:spChg>
        <pc:spChg chg="mod">
          <ac:chgData name="Soban Najam" userId="59c411b0-ccb7-4330-99a9-29cc04a2c185" providerId="ADAL" clId="{7175BE28-6B03-4995-88E8-34BBC4F1360E}" dt="2023-09-21T06:13:23.530" v="3062" actId="165"/>
          <ac:spMkLst>
            <pc:docMk/>
            <pc:sldMk cId="870185042" sldId="293"/>
            <ac:spMk id="448" creationId="{DA149EAA-C0C9-8280-4065-A9191C3D6DD8}"/>
          </ac:spMkLst>
        </pc:spChg>
        <pc:spChg chg="mod">
          <ac:chgData name="Soban Najam" userId="59c411b0-ccb7-4330-99a9-29cc04a2c185" providerId="ADAL" clId="{7175BE28-6B03-4995-88E8-34BBC4F1360E}" dt="2023-09-21T06:13:23.530" v="3062" actId="165"/>
          <ac:spMkLst>
            <pc:docMk/>
            <pc:sldMk cId="870185042" sldId="293"/>
            <ac:spMk id="449" creationId="{CB864821-7A16-8F22-A1EB-9FA8844DA46A}"/>
          </ac:spMkLst>
        </pc:spChg>
        <pc:spChg chg="mod">
          <ac:chgData name="Soban Najam" userId="59c411b0-ccb7-4330-99a9-29cc04a2c185" providerId="ADAL" clId="{7175BE28-6B03-4995-88E8-34BBC4F1360E}" dt="2023-09-21T06:13:23.530" v="3062" actId="165"/>
          <ac:spMkLst>
            <pc:docMk/>
            <pc:sldMk cId="870185042" sldId="293"/>
            <ac:spMk id="450" creationId="{421F16D5-4AD4-983E-CDA5-3D08904468B3}"/>
          </ac:spMkLst>
        </pc:spChg>
        <pc:spChg chg="mod">
          <ac:chgData name="Soban Najam" userId="59c411b0-ccb7-4330-99a9-29cc04a2c185" providerId="ADAL" clId="{7175BE28-6B03-4995-88E8-34BBC4F1360E}" dt="2023-09-21T06:13:23.530" v="3062" actId="165"/>
          <ac:spMkLst>
            <pc:docMk/>
            <pc:sldMk cId="870185042" sldId="293"/>
            <ac:spMk id="451" creationId="{BCB4E26D-EC85-09C4-07FE-A6C47637DC37}"/>
          </ac:spMkLst>
        </pc:spChg>
        <pc:spChg chg="mod">
          <ac:chgData name="Soban Najam" userId="59c411b0-ccb7-4330-99a9-29cc04a2c185" providerId="ADAL" clId="{7175BE28-6B03-4995-88E8-34BBC4F1360E}" dt="2023-09-21T06:13:23.530" v="3062" actId="165"/>
          <ac:spMkLst>
            <pc:docMk/>
            <pc:sldMk cId="870185042" sldId="293"/>
            <ac:spMk id="452" creationId="{7C2B60DB-B229-8A66-0324-1926E272F433}"/>
          </ac:spMkLst>
        </pc:spChg>
        <pc:spChg chg="mod">
          <ac:chgData name="Soban Najam" userId="59c411b0-ccb7-4330-99a9-29cc04a2c185" providerId="ADAL" clId="{7175BE28-6B03-4995-88E8-34BBC4F1360E}" dt="2023-09-21T06:13:23.530" v="3062" actId="165"/>
          <ac:spMkLst>
            <pc:docMk/>
            <pc:sldMk cId="870185042" sldId="293"/>
            <ac:spMk id="453" creationId="{CDCFB833-8079-D4AD-B448-381E7E20BD0C}"/>
          </ac:spMkLst>
        </pc:spChg>
        <pc:spChg chg="mod">
          <ac:chgData name="Soban Najam" userId="59c411b0-ccb7-4330-99a9-29cc04a2c185" providerId="ADAL" clId="{7175BE28-6B03-4995-88E8-34BBC4F1360E}" dt="2023-09-21T06:13:23.530" v="3062" actId="165"/>
          <ac:spMkLst>
            <pc:docMk/>
            <pc:sldMk cId="870185042" sldId="293"/>
            <ac:spMk id="454" creationId="{60C7320A-1C7E-B5A6-6096-BBD16335BE58}"/>
          </ac:spMkLst>
        </pc:spChg>
        <pc:spChg chg="mod">
          <ac:chgData name="Soban Najam" userId="59c411b0-ccb7-4330-99a9-29cc04a2c185" providerId="ADAL" clId="{7175BE28-6B03-4995-88E8-34BBC4F1360E}" dt="2023-09-21T06:13:23.530" v="3062" actId="165"/>
          <ac:spMkLst>
            <pc:docMk/>
            <pc:sldMk cId="870185042" sldId="293"/>
            <ac:spMk id="455" creationId="{934215E5-BDC5-320A-242F-BE7E4509960A}"/>
          </ac:spMkLst>
        </pc:spChg>
        <pc:spChg chg="mod">
          <ac:chgData name="Soban Najam" userId="59c411b0-ccb7-4330-99a9-29cc04a2c185" providerId="ADAL" clId="{7175BE28-6B03-4995-88E8-34BBC4F1360E}" dt="2023-09-21T06:13:23.530" v="3062" actId="165"/>
          <ac:spMkLst>
            <pc:docMk/>
            <pc:sldMk cId="870185042" sldId="293"/>
            <ac:spMk id="456" creationId="{241E5172-486C-8A9E-BF02-A8187E87B127}"/>
          </ac:spMkLst>
        </pc:spChg>
        <pc:spChg chg="mod">
          <ac:chgData name="Soban Najam" userId="59c411b0-ccb7-4330-99a9-29cc04a2c185" providerId="ADAL" clId="{7175BE28-6B03-4995-88E8-34BBC4F1360E}" dt="2023-09-21T06:13:23.530" v="3062" actId="165"/>
          <ac:spMkLst>
            <pc:docMk/>
            <pc:sldMk cId="870185042" sldId="293"/>
            <ac:spMk id="457" creationId="{E59AC742-E301-F844-CCE9-A301476EE4B5}"/>
          </ac:spMkLst>
        </pc:spChg>
        <pc:spChg chg="mod">
          <ac:chgData name="Soban Najam" userId="59c411b0-ccb7-4330-99a9-29cc04a2c185" providerId="ADAL" clId="{7175BE28-6B03-4995-88E8-34BBC4F1360E}" dt="2023-09-21T06:13:23.530" v="3062" actId="165"/>
          <ac:spMkLst>
            <pc:docMk/>
            <pc:sldMk cId="870185042" sldId="293"/>
            <ac:spMk id="458" creationId="{A2252C32-737E-466B-06A3-D4F27F9C189F}"/>
          </ac:spMkLst>
        </pc:spChg>
        <pc:spChg chg="mod">
          <ac:chgData name="Soban Najam" userId="59c411b0-ccb7-4330-99a9-29cc04a2c185" providerId="ADAL" clId="{7175BE28-6B03-4995-88E8-34BBC4F1360E}" dt="2023-09-21T06:13:23.530" v="3062" actId="165"/>
          <ac:spMkLst>
            <pc:docMk/>
            <pc:sldMk cId="870185042" sldId="293"/>
            <ac:spMk id="459" creationId="{C8F30154-F794-027F-7FFE-1ECA221F120C}"/>
          </ac:spMkLst>
        </pc:spChg>
        <pc:spChg chg="mod">
          <ac:chgData name="Soban Najam" userId="59c411b0-ccb7-4330-99a9-29cc04a2c185" providerId="ADAL" clId="{7175BE28-6B03-4995-88E8-34BBC4F1360E}" dt="2023-09-21T06:13:23.530" v="3062" actId="165"/>
          <ac:spMkLst>
            <pc:docMk/>
            <pc:sldMk cId="870185042" sldId="293"/>
            <ac:spMk id="460" creationId="{75B55D33-A92B-F92A-0FC2-DC9B52968D1D}"/>
          </ac:spMkLst>
        </pc:spChg>
        <pc:spChg chg="mod">
          <ac:chgData name="Soban Najam" userId="59c411b0-ccb7-4330-99a9-29cc04a2c185" providerId="ADAL" clId="{7175BE28-6B03-4995-88E8-34BBC4F1360E}" dt="2023-09-21T06:13:23.530" v="3062" actId="165"/>
          <ac:spMkLst>
            <pc:docMk/>
            <pc:sldMk cId="870185042" sldId="293"/>
            <ac:spMk id="461" creationId="{B6DB9DA1-3168-DFEC-6C7B-6F924BF1DF1A}"/>
          </ac:spMkLst>
        </pc:spChg>
        <pc:spChg chg="mod">
          <ac:chgData name="Soban Najam" userId="59c411b0-ccb7-4330-99a9-29cc04a2c185" providerId="ADAL" clId="{7175BE28-6B03-4995-88E8-34BBC4F1360E}" dt="2023-09-21T06:13:23.530" v="3062" actId="165"/>
          <ac:spMkLst>
            <pc:docMk/>
            <pc:sldMk cId="870185042" sldId="293"/>
            <ac:spMk id="462" creationId="{442B0693-BD70-C1DD-243B-0BF2BB5AA7C6}"/>
          </ac:spMkLst>
        </pc:spChg>
        <pc:spChg chg="mod">
          <ac:chgData name="Soban Najam" userId="59c411b0-ccb7-4330-99a9-29cc04a2c185" providerId="ADAL" clId="{7175BE28-6B03-4995-88E8-34BBC4F1360E}" dt="2023-09-21T06:13:23.530" v="3062" actId="165"/>
          <ac:spMkLst>
            <pc:docMk/>
            <pc:sldMk cId="870185042" sldId="293"/>
            <ac:spMk id="463" creationId="{849B84CB-13FD-4162-9F31-41767013FF55}"/>
          </ac:spMkLst>
        </pc:spChg>
        <pc:spChg chg="mod">
          <ac:chgData name="Soban Najam" userId="59c411b0-ccb7-4330-99a9-29cc04a2c185" providerId="ADAL" clId="{7175BE28-6B03-4995-88E8-34BBC4F1360E}" dt="2023-09-21T06:13:23.530" v="3062" actId="165"/>
          <ac:spMkLst>
            <pc:docMk/>
            <pc:sldMk cId="870185042" sldId="293"/>
            <ac:spMk id="464" creationId="{831F9B1D-DEBE-4F23-DBAD-0214E59E779A}"/>
          </ac:spMkLst>
        </pc:spChg>
        <pc:spChg chg="mod">
          <ac:chgData name="Soban Najam" userId="59c411b0-ccb7-4330-99a9-29cc04a2c185" providerId="ADAL" clId="{7175BE28-6B03-4995-88E8-34BBC4F1360E}" dt="2023-09-21T06:13:23.530" v="3062" actId="165"/>
          <ac:spMkLst>
            <pc:docMk/>
            <pc:sldMk cId="870185042" sldId="293"/>
            <ac:spMk id="465" creationId="{E253B929-62B4-D960-1505-7F9A8DA6DAC7}"/>
          </ac:spMkLst>
        </pc:spChg>
        <pc:spChg chg="mod">
          <ac:chgData name="Soban Najam" userId="59c411b0-ccb7-4330-99a9-29cc04a2c185" providerId="ADAL" clId="{7175BE28-6B03-4995-88E8-34BBC4F1360E}" dt="2023-09-21T06:13:23.530" v="3062" actId="165"/>
          <ac:spMkLst>
            <pc:docMk/>
            <pc:sldMk cId="870185042" sldId="293"/>
            <ac:spMk id="466" creationId="{DA2ED665-E89A-8267-F1B4-6054F1116595}"/>
          </ac:spMkLst>
        </pc:spChg>
        <pc:spChg chg="mod">
          <ac:chgData name="Soban Najam" userId="59c411b0-ccb7-4330-99a9-29cc04a2c185" providerId="ADAL" clId="{7175BE28-6B03-4995-88E8-34BBC4F1360E}" dt="2023-09-21T06:13:23.530" v="3062" actId="165"/>
          <ac:spMkLst>
            <pc:docMk/>
            <pc:sldMk cId="870185042" sldId="293"/>
            <ac:spMk id="467" creationId="{5EBFA57B-C022-845C-009D-1E686CB9FC33}"/>
          </ac:spMkLst>
        </pc:spChg>
        <pc:spChg chg="mod">
          <ac:chgData name="Soban Najam" userId="59c411b0-ccb7-4330-99a9-29cc04a2c185" providerId="ADAL" clId="{7175BE28-6B03-4995-88E8-34BBC4F1360E}" dt="2023-09-21T06:13:23.530" v="3062" actId="165"/>
          <ac:spMkLst>
            <pc:docMk/>
            <pc:sldMk cId="870185042" sldId="293"/>
            <ac:spMk id="468" creationId="{7E7A8DBA-AF48-11CD-D57B-21C19EFB880A}"/>
          </ac:spMkLst>
        </pc:spChg>
        <pc:spChg chg="mod">
          <ac:chgData name="Soban Najam" userId="59c411b0-ccb7-4330-99a9-29cc04a2c185" providerId="ADAL" clId="{7175BE28-6B03-4995-88E8-34BBC4F1360E}" dt="2023-09-21T06:20:55.576" v="3223" actId="20577"/>
          <ac:spMkLst>
            <pc:docMk/>
            <pc:sldMk cId="870185042" sldId="293"/>
            <ac:spMk id="470" creationId="{CE6B7C26-AA98-953D-FA37-E3FD33677236}"/>
          </ac:spMkLst>
        </pc:spChg>
        <pc:spChg chg="mod">
          <ac:chgData name="Soban Najam" userId="59c411b0-ccb7-4330-99a9-29cc04a2c185" providerId="ADAL" clId="{7175BE28-6B03-4995-88E8-34BBC4F1360E}" dt="2023-09-21T06:13:23.530" v="3062" actId="165"/>
          <ac:spMkLst>
            <pc:docMk/>
            <pc:sldMk cId="870185042" sldId="293"/>
            <ac:spMk id="471" creationId="{A01B8952-4A27-053B-BA7A-20FCF6D31C87}"/>
          </ac:spMkLst>
        </pc:spChg>
        <pc:spChg chg="mod">
          <ac:chgData name="Soban Najam" userId="59c411b0-ccb7-4330-99a9-29cc04a2c185" providerId="ADAL" clId="{7175BE28-6B03-4995-88E8-34BBC4F1360E}" dt="2023-09-21T06:13:23.530" v="3062" actId="165"/>
          <ac:spMkLst>
            <pc:docMk/>
            <pc:sldMk cId="870185042" sldId="293"/>
            <ac:spMk id="472" creationId="{2E46FEED-4EE1-323B-A62B-0CEDF7804969}"/>
          </ac:spMkLst>
        </pc:spChg>
        <pc:spChg chg="mod">
          <ac:chgData name="Soban Najam" userId="59c411b0-ccb7-4330-99a9-29cc04a2c185" providerId="ADAL" clId="{7175BE28-6B03-4995-88E8-34BBC4F1360E}" dt="2023-09-21T06:13:23.530" v="3062" actId="165"/>
          <ac:spMkLst>
            <pc:docMk/>
            <pc:sldMk cId="870185042" sldId="293"/>
            <ac:spMk id="473" creationId="{628A4840-4961-7847-C708-60B9C3D4DE3A}"/>
          </ac:spMkLst>
        </pc:spChg>
        <pc:spChg chg="mod">
          <ac:chgData name="Soban Najam" userId="59c411b0-ccb7-4330-99a9-29cc04a2c185" providerId="ADAL" clId="{7175BE28-6B03-4995-88E8-34BBC4F1360E}" dt="2023-09-21T06:13:23.530" v="3062" actId="165"/>
          <ac:spMkLst>
            <pc:docMk/>
            <pc:sldMk cId="870185042" sldId="293"/>
            <ac:spMk id="474" creationId="{D690A6FC-A7B0-E2FB-21C2-37A78A7109F1}"/>
          </ac:spMkLst>
        </pc:spChg>
        <pc:spChg chg="mod">
          <ac:chgData name="Soban Najam" userId="59c411b0-ccb7-4330-99a9-29cc04a2c185" providerId="ADAL" clId="{7175BE28-6B03-4995-88E8-34BBC4F1360E}" dt="2023-09-21T06:13:23.530" v="3062" actId="165"/>
          <ac:spMkLst>
            <pc:docMk/>
            <pc:sldMk cId="870185042" sldId="293"/>
            <ac:spMk id="475" creationId="{FB067D9D-7287-0EA8-4AC9-81A274C5CB04}"/>
          </ac:spMkLst>
        </pc:spChg>
        <pc:spChg chg="mod">
          <ac:chgData name="Soban Najam" userId="59c411b0-ccb7-4330-99a9-29cc04a2c185" providerId="ADAL" clId="{7175BE28-6B03-4995-88E8-34BBC4F1360E}" dt="2023-09-21T06:13:23.530" v="3062" actId="165"/>
          <ac:spMkLst>
            <pc:docMk/>
            <pc:sldMk cId="870185042" sldId="293"/>
            <ac:spMk id="476" creationId="{AD85F768-8CB2-BA44-B446-5494B660C81C}"/>
          </ac:spMkLst>
        </pc:spChg>
        <pc:spChg chg="mod">
          <ac:chgData name="Soban Najam" userId="59c411b0-ccb7-4330-99a9-29cc04a2c185" providerId="ADAL" clId="{7175BE28-6B03-4995-88E8-34BBC4F1360E}" dt="2023-09-21T06:13:23.530" v="3062" actId="165"/>
          <ac:spMkLst>
            <pc:docMk/>
            <pc:sldMk cId="870185042" sldId="293"/>
            <ac:spMk id="477" creationId="{E412ACE4-9013-6A55-AA73-0EEFBE15BC1E}"/>
          </ac:spMkLst>
        </pc:spChg>
        <pc:spChg chg="mod">
          <ac:chgData name="Soban Najam" userId="59c411b0-ccb7-4330-99a9-29cc04a2c185" providerId="ADAL" clId="{7175BE28-6B03-4995-88E8-34BBC4F1360E}" dt="2023-09-21T06:13:23.530" v="3062" actId="165"/>
          <ac:spMkLst>
            <pc:docMk/>
            <pc:sldMk cId="870185042" sldId="293"/>
            <ac:spMk id="478" creationId="{94FC8923-E4D2-AA3B-315A-D1210C62C204}"/>
          </ac:spMkLst>
        </pc:spChg>
        <pc:spChg chg="mod">
          <ac:chgData name="Soban Najam" userId="59c411b0-ccb7-4330-99a9-29cc04a2c185" providerId="ADAL" clId="{7175BE28-6B03-4995-88E8-34BBC4F1360E}" dt="2023-09-21T06:13:23.530" v="3062" actId="165"/>
          <ac:spMkLst>
            <pc:docMk/>
            <pc:sldMk cId="870185042" sldId="293"/>
            <ac:spMk id="479" creationId="{C5F5C750-A4DA-F1BD-CFE5-030E16CC8B89}"/>
          </ac:spMkLst>
        </pc:spChg>
        <pc:spChg chg="mod">
          <ac:chgData name="Soban Najam" userId="59c411b0-ccb7-4330-99a9-29cc04a2c185" providerId="ADAL" clId="{7175BE28-6B03-4995-88E8-34BBC4F1360E}" dt="2023-09-21T06:13:23.530" v="3062" actId="165"/>
          <ac:spMkLst>
            <pc:docMk/>
            <pc:sldMk cId="870185042" sldId="293"/>
            <ac:spMk id="480" creationId="{38624E07-D1B6-A6C4-9DB3-ABAE83116F0B}"/>
          </ac:spMkLst>
        </pc:spChg>
        <pc:spChg chg="mod">
          <ac:chgData name="Soban Najam" userId="59c411b0-ccb7-4330-99a9-29cc04a2c185" providerId="ADAL" clId="{7175BE28-6B03-4995-88E8-34BBC4F1360E}" dt="2023-09-21T06:13:23.530" v="3062" actId="165"/>
          <ac:spMkLst>
            <pc:docMk/>
            <pc:sldMk cId="870185042" sldId="293"/>
            <ac:spMk id="481" creationId="{36ED43C1-71C1-715E-9DA1-DB486F450F6C}"/>
          </ac:spMkLst>
        </pc:spChg>
        <pc:spChg chg="mod">
          <ac:chgData name="Soban Najam" userId="59c411b0-ccb7-4330-99a9-29cc04a2c185" providerId="ADAL" clId="{7175BE28-6B03-4995-88E8-34BBC4F1360E}" dt="2023-09-21T06:13:23.530" v="3062" actId="165"/>
          <ac:spMkLst>
            <pc:docMk/>
            <pc:sldMk cId="870185042" sldId="293"/>
            <ac:spMk id="482" creationId="{FDA99255-90B1-79C1-76D7-28A7B7FF39E6}"/>
          </ac:spMkLst>
        </pc:spChg>
        <pc:spChg chg="mod">
          <ac:chgData name="Soban Najam" userId="59c411b0-ccb7-4330-99a9-29cc04a2c185" providerId="ADAL" clId="{7175BE28-6B03-4995-88E8-34BBC4F1360E}" dt="2023-09-21T06:13:23.530" v="3062" actId="165"/>
          <ac:spMkLst>
            <pc:docMk/>
            <pc:sldMk cId="870185042" sldId="293"/>
            <ac:spMk id="483" creationId="{A2811BF1-15BF-CCE7-281B-F430EE662A15}"/>
          </ac:spMkLst>
        </pc:spChg>
        <pc:spChg chg="mod">
          <ac:chgData name="Soban Najam" userId="59c411b0-ccb7-4330-99a9-29cc04a2c185" providerId="ADAL" clId="{7175BE28-6B03-4995-88E8-34BBC4F1360E}" dt="2023-09-21T06:13:23.530" v="3062" actId="165"/>
          <ac:spMkLst>
            <pc:docMk/>
            <pc:sldMk cId="870185042" sldId="293"/>
            <ac:spMk id="484" creationId="{07CE0328-B66D-BB5F-BB7C-506A9689B04B}"/>
          </ac:spMkLst>
        </pc:spChg>
        <pc:spChg chg="mod">
          <ac:chgData name="Soban Najam" userId="59c411b0-ccb7-4330-99a9-29cc04a2c185" providerId="ADAL" clId="{7175BE28-6B03-4995-88E8-34BBC4F1360E}" dt="2023-09-21T06:13:23.530" v="3062" actId="165"/>
          <ac:spMkLst>
            <pc:docMk/>
            <pc:sldMk cId="870185042" sldId="293"/>
            <ac:spMk id="485" creationId="{F6BF4F72-1531-3EC4-62A8-B688FF0CFBA4}"/>
          </ac:spMkLst>
        </pc:spChg>
        <pc:spChg chg="mod">
          <ac:chgData name="Soban Najam" userId="59c411b0-ccb7-4330-99a9-29cc04a2c185" providerId="ADAL" clId="{7175BE28-6B03-4995-88E8-34BBC4F1360E}" dt="2023-09-21T06:13:23.530" v="3062" actId="165"/>
          <ac:spMkLst>
            <pc:docMk/>
            <pc:sldMk cId="870185042" sldId="293"/>
            <ac:spMk id="486" creationId="{4367394A-D2F2-020E-DCDD-F5014D3E9581}"/>
          </ac:spMkLst>
        </pc:spChg>
        <pc:spChg chg="mod">
          <ac:chgData name="Soban Najam" userId="59c411b0-ccb7-4330-99a9-29cc04a2c185" providerId="ADAL" clId="{7175BE28-6B03-4995-88E8-34BBC4F1360E}" dt="2023-09-21T06:13:23.530" v="3062" actId="165"/>
          <ac:spMkLst>
            <pc:docMk/>
            <pc:sldMk cId="870185042" sldId="293"/>
            <ac:spMk id="487" creationId="{7D2F1C39-458A-3CC3-687E-C8AC54DA5981}"/>
          </ac:spMkLst>
        </pc:spChg>
        <pc:spChg chg="mod">
          <ac:chgData name="Soban Najam" userId="59c411b0-ccb7-4330-99a9-29cc04a2c185" providerId="ADAL" clId="{7175BE28-6B03-4995-88E8-34BBC4F1360E}" dt="2023-09-21T06:13:23.530" v="3062" actId="165"/>
          <ac:spMkLst>
            <pc:docMk/>
            <pc:sldMk cId="870185042" sldId="293"/>
            <ac:spMk id="488" creationId="{E27F4158-FA82-8E32-9493-8388DA061625}"/>
          </ac:spMkLst>
        </pc:spChg>
        <pc:spChg chg="mod">
          <ac:chgData name="Soban Najam" userId="59c411b0-ccb7-4330-99a9-29cc04a2c185" providerId="ADAL" clId="{7175BE28-6B03-4995-88E8-34BBC4F1360E}" dt="2023-09-21T06:13:23.530" v="3062" actId="165"/>
          <ac:spMkLst>
            <pc:docMk/>
            <pc:sldMk cId="870185042" sldId="293"/>
            <ac:spMk id="489" creationId="{8044953B-0736-6B33-FB45-2E733EC2A461}"/>
          </ac:spMkLst>
        </pc:spChg>
        <pc:spChg chg="mod">
          <ac:chgData name="Soban Najam" userId="59c411b0-ccb7-4330-99a9-29cc04a2c185" providerId="ADAL" clId="{7175BE28-6B03-4995-88E8-34BBC4F1360E}" dt="2023-09-21T06:13:23.530" v="3062" actId="165"/>
          <ac:spMkLst>
            <pc:docMk/>
            <pc:sldMk cId="870185042" sldId="293"/>
            <ac:spMk id="490" creationId="{CDFC4189-CC71-6ACC-D467-24E53808545A}"/>
          </ac:spMkLst>
        </pc:spChg>
        <pc:spChg chg="mod">
          <ac:chgData name="Soban Najam" userId="59c411b0-ccb7-4330-99a9-29cc04a2c185" providerId="ADAL" clId="{7175BE28-6B03-4995-88E8-34BBC4F1360E}" dt="2023-09-21T06:13:23.530" v="3062" actId="165"/>
          <ac:spMkLst>
            <pc:docMk/>
            <pc:sldMk cId="870185042" sldId="293"/>
            <ac:spMk id="491" creationId="{DC5DC602-5FD3-B7EB-739F-0940D1940FE0}"/>
          </ac:spMkLst>
        </pc:spChg>
        <pc:spChg chg="mod">
          <ac:chgData name="Soban Najam" userId="59c411b0-ccb7-4330-99a9-29cc04a2c185" providerId="ADAL" clId="{7175BE28-6B03-4995-88E8-34BBC4F1360E}" dt="2023-09-21T06:13:23.530" v="3062" actId="165"/>
          <ac:spMkLst>
            <pc:docMk/>
            <pc:sldMk cId="870185042" sldId="293"/>
            <ac:spMk id="492" creationId="{E2119B22-0A2D-5CE0-A012-67C8E15D3367}"/>
          </ac:spMkLst>
        </pc:spChg>
        <pc:spChg chg="mod">
          <ac:chgData name="Soban Najam" userId="59c411b0-ccb7-4330-99a9-29cc04a2c185" providerId="ADAL" clId="{7175BE28-6B03-4995-88E8-34BBC4F1360E}" dt="2023-09-21T06:13:23.530" v="3062" actId="165"/>
          <ac:spMkLst>
            <pc:docMk/>
            <pc:sldMk cId="870185042" sldId="293"/>
            <ac:spMk id="493" creationId="{CC800FBE-B187-A0AE-5151-49347D72D5D6}"/>
          </ac:spMkLst>
        </pc:spChg>
        <pc:spChg chg="mod">
          <ac:chgData name="Soban Najam" userId="59c411b0-ccb7-4330-99a9-29cc04a2c185" providerId="ADAL" clId="{7175BE28-6B03-4995-88E8-34BBC4F1360E}" dt="2023-09-21T06:13:23.530" v="3062" actId="165"/>
          <ac:spMkLst>
            <pc:docMk/>
            <pc:sldMk cId="870185042" sldId="293"/>
            <ac:spMk id="494" creationId="{5D7D6DEE-8B7A-5650-7A00-09E5341E28FA}"/>
          </ac:spMkLst>
        </pc:spChg>
        <pc:spChg chg="mod">
          <ac:chgData name="Soban Najam" userId="59c411b0-ccb7-4330-99a9-29cc04a2c185" providerId="ADAL" clId="{7175BE28-6B03-4995-88E8-34BBC4F1360E}" dt="2023-09-21T06:13:23.530" v="3062" actId="165"/>
          <ac:spMkLst>
            <pc:docMk/>
            <pc:sldMk cId="870185042" sldId="293"/>
            <ac:spMk id="495" creationId="{D57E70E3-FBC7-AAB3-1031-6450C7355654}"/>
          </ac:spMkLst>
        </pc:spChg>
        <pc:spChg chg="mod">
          <ac:chgData name="Soban Najam" userId="59c411b0-ccb7-4330-99a9-29cc04a2c185" providerId="ADAL" clId="{7175BE28-6B03-4995-88E8-34BBC4F1360E}" dt="2023-09-21T06:13:23.530" v="3062" actId="165"/>
          <ac:spMkLst>
            <pc:docMk/>
            <pc:sldMk cId="870185042" sldId="293"/>
            <ac:spMk id="496" creationId="{04CBE5CB-4B97-CD74-DD4D-09F5E6C61214}"/>
          </ac:spMkLst>
        </pc:spChg>
        <pc:spChg chg="mod">
          <ac:chgData name="Soban Najam" userId="59c411b0-ccb7-4330-99a9-29cc04a2c185" providerId="ADAL" clId="{7175BE28-6B03-4995-88E8-34BBC4F1360E}" dt="2023-09-21T06:13:23.530" v="3062" actId="165"/>
          <ac:spMkLst>
            <pc:docMk/>
            <pc:sldMk cId="870185042" sldId="293"/>
            <ac:spMk id="497" creationId="{DC6256CF-F8A2-F85B-7223-ACEAE2D05628}"/>
          </ac:spMkLst>
        </pc:spChg>
        <pc:spChg chg="mod">
          <ac:chgData name="Soban Najam" userId="59c411b0-ccb7-4330-99a9-29cc04a2c185" providerId="ADAL" clId="{7175BE28-6B03-4995-88E8-34BBC4F1360E}" dt="2023-09-21T06:13:23.530" v="3062" actId="165"/>
          <ac:spMkLst>
            <pc:docMk/>
            <pc:sldMk cId="870185042" sldId="293"/>
            <ac:spMk id="498" creationId="{422DC496-0D15-9DCA-E6AD-65C6DD178BCA}"/>
          </ac:spMkLst>
        </pc:spChg>
        <pc:spChg chg="mod">
          <ac:chgData name="Soban Najam" userId="59c411b0-ccb7-4330-99a9-29cc04a2c185" providerId="ADAL" clId="{7175BE28-6B03-4995-88E8-34BBC4F1360E}" dt="2023-09-21T06:13:23.530" v="3062" actId="165"/>
          <ac:spMkLst>
            <pc:docMk/>
            <pc:sldMk cId="870185042" sldId="293"/>
            <ac:spMk id="499" creationId="{AA733221-3B0E-5E81-DBF1-13B4DD57AAFA}"/>
          </ac:spMkLst>
        </pc:spChg>
        <pc:spChg chg="mod">
          <ac:chgData name="Soban Najam" userId="59c411b0-ccb7-4330-99a9-29cc04a2c185" providerId="ADAL" clId="{7175BE28-6B03-4995-88E8-34BBC4F1360E}" dt="2023-09-21T06:13:23.530" v="3062" actId="165"/>
          <ac:spMkLst>
            <pc:docMk/>
            <pc:sldMk cId="870185042" sldId="293"/>
            <ac:spMk id="500" creationId="{B2AEE778-06C7-099F-9D57-7B145D2A9AFA}"/>
          </ac:spMkLst>
        </pc:spChg>
        <pc:spChg chg="mod">
          <ac:chgData name="Soban Najam" userId="59c411b0-ccb7-4330-99a9-29cc04a2c185" providerId="ADAL" clId="{7175BE28-6B03-4995-88E8-34BBC4F1360E}" dt="2023-09-21T06:13:23.530" v="3062" actId="165"/>
          <ac:spMkLst>
            <pc:docMk/>
            <pc:sldMk cId="870185042" sldId="293"/>
            <ac:spMk id="501" creationId="{F2D033C5-1515-03DF-783C-5D0F5FA90A47}"/>
          </ac:spMkLst>
        </pc:spChg>
        <pc:spChg chg="mod">
          <ac:chgData name="Soban Najam" userId="59c411b0-ccb7-4330-99a9-29cc04a2c185" providerId="ADAL" clId="{7175BE28-6B03-4995-88E8-34BBC4F1360E}" dt="2023-09-21T06:13:23.530" v="3062" actId="165"/>
          <ac:spMkLst>
            <pc:docMk/>
            <pc:sldMk cId="870185042" sldId="293"/>
            <ac:spMk id="502" creationId="{56FF64C9-25B9-ADEA-FE79-C5931D3FE3F0}"/>
          </ac:spMkLst>
        </pc:spChg>
        <pc:spChg chg="mod">
          <ac:chgData name="Soban Najam" userId="59c411b0-ccb7-4330-99a9-29cc04a2c185" providerId="ADAL" clId="{7175BE28-6B03-4995-88E8-34BBC4F1360E}" dt="2023-09-21T06:13:23.530" v="3062" actId="165"/>
          <ac:spMkLst>
            <pc:docMk/>
            <pc:sldMk cId="870185042" sldId="293"/>
            <ac:spMk id="503" creationId="{930C56B1-9806-1085-08CD-12854C50DFEB}"/>
          </ac:spMkLst>
        </pc:spChg>
        <pc:spChg chg="mod topLvl">
          <ac:chgData name="Soban Najam" userId="59c411b0-ccb7-4330-99a9-29cc04a2c185" providerId="ADAL" clId="{7175BE28-6B03-4995-88E8-34BBC4F1360E}" dt="2023-09-21T06:44:56.188" v="3454" actId="167"/>
          <ac:spMkLst>
            <pc:docMk/>
            <pc:sldMk cId="870185042" sldId="293"/>
            <ac:spMk id="504" creationId="{E087D05B-D043-F703-37B0-737F12470D43}"/>
          </ac:spMkLst>
        </pc:spChg>
        <pc:spChg chg="mod">
          <ac:chgData name="Soban Najam" userId="59c411b0-ccb7-4330-99a9-29cc04a2c185" providerId="ADAL" clId="{7175BE28-6B03-4995-88E8-34BBC4F1360E}" dt="2023-09-21T06:44:37.090" v="3451" actId="165"/>
          <ac:spMkLst>
            <pc:docMk/>
            <pc:sldMk cId="870185042" sldId="293"/>
            <ac:spMk id="506" creationId="{0C5C597E-8E27-C409-9953-ED4D45DDB5A4}"/>
          </ac:spMkLst>
        </pc:spChg>
        <pc:spChg chg="mod">
          <ac:chgData name="Soban Najam" userId="59c411b0-ccb7-4330-99a9-29cc04a2c185" providerId="ADAL" clId="{7175BE28-6B03-4995-88E8-34BBC4F1360E}" dt="2023-09-21T06:44:37.090" v="3451" actId="165"/>
          <ac:spMkLst>
            <pc:docMk/>
            <pc:sldMk cId="870185042" sldId="293"/>
            <ac:spMk id="507" creationId="{68853675-26EA-D1E9-17E4-ACE1667BCACB}"/>
          </ac:spMkLst>
        </pc:spChg>
        <pc:spChg chg="mod">
          <ac:chgData name="Soban Najam" userId="59c411b0-ccb7-4330-99a9-29cc04a2c185" providerId="ADAL" clId="{7175BE28-6B03-4995-88E8-34BBC4F1360E}" dt="2023-09-21T06:44:37.090" v="3451" actId="165"/>
          <ac:spMkLst>
            <pc:docMk/>
            <pc:sldMk cId="870185042" sldId="293"/>
            <ac:spMk id="508" creationId="{F9C115F8-69C3-DA6D-726A-BCE25EABC83A}"/>
          </ac:spMkLst>
        </pc:spChg>
        <pc:spChg chg="mod">
          <ac:chgData name="Soban Najam" userId="59c411b0-ccb7-4330-99a9-29cc04a2c185" providerId="ADAL" clId="{7175BE28-6B03-4995-88E8-34BBC4F1360E}" dt="2023-09-21T06:44:37.090" v="3451" actId="165"/>
          <ac:spMkLst>
            <pc:docMk/>
            <pc:sldMk cId="870185042" sldId="293"/>
            <ac:spMk id="509" creationId="{570594AF-3E9B-8F3A-DC3D-413B3D8DB04F}"/>
          </ac:spMkLst>
        </pc:spChg>
        <pc:spChg chg="mod">
          <ac:chgData name="Soban Najam" userId="59c411b0-ccb7-4330-99a9-29cc04a2c185" providerId="ADAL" clId="{7175BE28-6B03-4995-88E8-34BBC4F1360E}" dt="2023-09-21T06:44:37.090" v="3451" actId="165"/>
          <ac:spMkLst>
            <pc:docMk/>
            <pc:sldMk cId="870185042" sldId="293"/>
            <ac:spMk id="510" creationId="{3AEFF535-0657-ADA7-BB10-4E8B61341593}"/>
          </ac:spMkLst>
        </pc:spChg>
        <pc:spChg chg="mod">
          <ac:chgData name="Soban Najam" userId="59c411b0-ccb7-4330-99a9-29cc04a2c185" providerId="ADAL" clId="{7175BE28-6B03-4995-88E8-34BBC4F1360E}" dt="2023-09-21T06:44:37.090" v="3451" actId="165"/>
          <ac:spMkLst>
            <pc:docMk/>
            <pc:sldMk cId="870185042" sldId="293"/>
            <ac:spMk id="511" creationId="{173F6C0E-05A1-408D-6F6C-03F05C7AE137}"/>
          </ac:spMkLst>
        </pc:spChg>
        <pc:spChg chg="mod">
          <ac:chgData name="Soban Najam" userId="59c411b0-ccb7-4330-99a9-29cc04a2c185" providerId="ADAL" clId="{7175BE28-6B03-4995-88E8-34BBC4F1360E}" dt="2023-09-21T06:44:37.090" v="3451" actId="165"/>
          <ac:spMkLst>
            <pc:docMk/>
            <pc:sldMk cId="870185042" sldId="293"/>
            <ac:spMk id="512" creationId="{204AA6D2-1C59-6F35-1DDF-16401E7BB32A}"/>
          </ac:spMkLst>
        </pc:spChg>
        <pc:spChg chg="mod">
          <ac:chgData name="Soban Najam" userId="59c411b0-ccb7-4330-99a9-29cc04a2c185" providerId="ADAL" clId="{7175BE28-6B03-4995-88E8-34BBC4F1360E}" dt="2023-09-21T06:44:37.090" v="3451" actId="165"/>
          <ac:spMkLst>
            <pc:docMk/>
            <pc:sldMk cId="870185042" sldId="293"/>
            <ac:spMk id="513" creationId="{33752C74-84A2-63D2-A1B2-FBE489B9B549}"/>
          </ac:spMkLst>
        </pc:spChg>
        <pc:spChg chg="mod">
          <ac:chgData name="Soban Najam" userId="59c411b0-ccb7-4330-99a9-29cc04a2c185" providerId="ADAL" clId="{7175BE28-6B03-4995-88E8-34BBC4F1360E}" dt="2023-09-21T06:44:37.090" v="3451" actId="165"/>
          <ac:spMkLst>
            <pc:docMk/>
            <pc:sldMk cId="870185042" sldId="293"/>
            <ac:spMk id="514" creationId="{D9550322-3870-411F-2210-09CC103A4033}"/>
          </ac:spMkLst>
        </pc:spChg>
        <pc:spChg chg="mod">
          <ac:chgData name="Soban Najam" userId="59c411b0-ccb7-4330-99a9-29cc04a2c185" providerId="ADAL" clId="{7175BE28-6B03-4995-88E8-34BBC4F1360E}" dt="2023-09-21T06:44:37.090" v="3451" actId="165"/>
          <ac:spMkLst>
            <pc:docMk/>
            <pc:sldMk cId="870185042" sldId="293"/>
            <ac:spMk id="515" creationId="{0D0F2CC3-067C-7B4A-A830-C15C5CB094D3}"/>
          </ac:spMkLst>
        </pc:spChg>
        <pc:spChg chg="mod">
          <ac:chgData name="Soban Najam" userId="59c411b0-ccb7-4330-99a9-29cc04a2c185" providerId="ADAL" clId="{7175BE28-6B03-4995-88E8-34BBC4F1360E}" dt="2023-09-21T06:44:37.090" v="3451" actId="165"/>
          <ac:spMkLst>
            <pc:docMk/>
            <pc:sldMk cId="870185042" sldId="293"/>
            <ac:spMk id="516" creationId="{3D9B8DEF-A70E-8FA8-5C2A-B9A33D93180F}"/>
          </ac:spMkLst>
        </pc:spChg>
        <pc:spChg chg="mod">
          <ac:chgData name="Soban Najam" userId="59c411b0-ccb7-4330-99a9-29cc04a2c185" providerId="ADAL" clId="{7175BE28-6B03-4995-88E8-34BBC4F1360E}" dt="2023-09-21T06:44:37.090" v="3451" actId="165"/>
          <ac:spMkLst>
            <pc:docMk/>
            <pc:sldMk cId="870185042" sldId="293"/>
            <ac:spMk id="517" creationId="{07DB29CC-6519-063D-F8A9-B7A90BE45328}"/>
          </ac:spMkLst>
        </pc:spChg>
        <pc:spChg chg="mod">
          <ac:chgData name="Soban Najam" userId="59c411b0-ccb7-4330-99a9-29cc04a2c185" providerId="ADAL" clId="{7175BE28-6B03-4995-88E8-34BBC4F1360E}" dt="2023-09-21T06:44:37.090" v="3451" actId="165"/>
          <ac:spMkLst>
            <pc:docMk/>
            <pc:sldMk cId="870185042" sldId="293"/>
            <ac:spMk id="518" creationId="{5EEC8631-84AD-FD5A-2F00-5D8598B89054}"/>
          </ac:spMkLst>
        </pc:spChg>
        <pc:spChg chg="mod">
          <ac:chgData name="Soban Najam" userId="59c411b0-ccb7-4330-99a9-29cc04a2c185" providerId="ADAL" clId="{7175BE28-6B03-4995-88E8-34BBC4F1360E}" dt="2023-09-21T06:44:37.090" v="3451" actId="165"/>
          <ac:spMkLst>
            <pc:docMk/>
            <pc:sldMk cId="870185042" sldId="293"/>
            <ac:spMk id="519" creationId="{CA41563D-4B4D-3CDC-8E6C-6A69507E4363}"/>
          </ac:spMkLst>
        </pc:spChg>
        <pc:spChg chg="mod">
          <ac:chgData name="Soban Najam" userId="59c411b0-ccb7-4330-99a9-29cc04a2c185" providerId="ADAL" clId="{7175BE28-6B03-4995-88E8-34BBC4F1360E}" dt="2023-09-21T06:44:37.090" v="3451" actId="165"/>
          <ac:spMkLst>
            <pc:docMk/>
            <pc:sldMk cId="870185042" sldId="293"/>
            <ac:spMk id="520" creationId="{72577EBC-01B8-5569-BE6B-561FDD2F9498}"/>
          </ac:spMkLst>
        </pc:spChg>
        <pc:spChg chg="mod">
          <ac:chgData name="Soban Najam" userId="59c411b0-ccb7-4330-99a9-29cc04a2c185" providerId="ADAL" clId="{7175BE28-6B03-4995-88E8-34BBC4F1360E}" dt="2023-09-21T06:44:37.090" v="3451" actId="165"/>
          <ac:spMkLst>
            <pc:docMk/>
            <pc:sldMk cId="870185042" sldId="293"/>
            <ac:spMk id="521" creationId="{31D4FD9B-7DDD-CD28-FE1F-3ABFEAEF5F6E}"/>
          </ac:spMkLst>
        </pc:spChg>
        <pc:spChg chg="mod">
          <ac:chgData name="Soban Najam" userId="59c411b0-ccb7-4330-99a9-29cc04a2c185" providerId="ADAL" clId="{7175BE28-6B03-4995-88E8-34BBC4F1360E}" dt="2023-09-21T06:44:37.090" v="3451" actId="165"/>
          <ac:spMkLst>
            <pc:docMk/>
            <pc:sldMk cId="870185042" sldId="293"/>
            <ac:spMk id="522" creationId="{79939640-D5E8-8479-D9EB-296B66E63136}"/>
          </ac:spMkLst>
        </pc:spChg>
        <pc:spChg chg="mod">
          <ac:chgData name="Soban Najam" userId="59c411b0-ccb7-4330-99a9-29cc04a2c185" providerId="ADAL" clId="{7175BE28-6B03-4995-88E8-34BBC4F1360E}" dt="2023-09-21T06:44:37.090" v="3451" actId="165"/>
          <ac:spMkLst>
            <pc:docMk/>
            <pc:sldMk cId="870185042" sldId="293"/>
            <ac:spMk id="523" creationId="{4659FAEB-EC45-5931-1624-37D60517AF6C}"/>
          </ac:spMkLst>
        </pc:spChg>
        <pc:spChg chg="mod">
          <ac:chgData name="Soban Najam" userId="59c411b0-ccb7-4330-99a9-29cc04a2c185" providerId="ADAL" clId="{7175BE28-6B03-4995-88E8-34BBC4F1360E}" dt="2023-09-21T06:44:37.090" v="3451" actId="165"/>
          <ac:spMkLst>
            <pc:docMk/>
            <pc:sldMk cId="870185042" sldId="293"/>
            <ac:spMk id="524" creationId="{BD16E505-29D1-EC11-BFC3-B08C8F71CADD}"/>
          </ac:spMkLst>
        </pc:spChg>
        <pc:spChg chg="mod">
          <ac:chgData name="Soban Najam" userId="59c411b0-ccb7-4330-99a9-29cc04a2c185" providerId="ADAL" clId="{7175BE28-6B03-4995-88E8-34BBC4F1360E}" dt="2023-09-21T06:44:37.090" v="3451" actId="165"/>
          <ac:spMkLst>
            <pc:docMk/>
            <pc:sldMk cId="870185042" sldId="293"/>
            <ac:spMk id="525" creationId="{648B5D26-FA93-3847-55F7-C0D6CC11BA39}"/>
          </ac:spMkLst>
        </pc:spChg>
        <pc:spChg chg="mod">
          <ac:chgData name="Soban Najam" userId="59c411b0-ccb7-4330-99a9-29cc04a2c185" providerId="ADAL" clId="{7175BE28-6B03-4995-88E8-34BBC4F1360E}" dt="2023-09-21T06:44:37.090" v="3451" actId="165"/>
          <ac:spMkLst>
            <pc:docMk/>
            <pc:sldMk cId="870185042" sldId="293"/>
            <ac:spMk id="526" creationId="{FF5650DE-CE1F-5DC8-A8E4-2CA72FCB27C3}"/>
          </ac:spMkLst>
        </pc:spChg>
        <pc:spChg chg="mod">
          <ac:chgData name="Soban Najam" userId="59c411b0-ccb7-4330-99a9-29cc04a2c185" providerId="ADAL" clId="{7175BE28-6B03-4995-88E8-34BBC4F1360E}" dt="2023-09-21T06:44:37.090" v="3451" actId="165"/>
          <ac:spMkLst>
            <pc:docMk/>
            <pc:sldMk cId="870185042" sldId="293"/>
            <ac:spMk id="527" creationId="{8C8AB2C2-4DFF-E532-B3B1-237341AB7C35}"/>
          </ac:spMkLst>
        </pc:spChg>
        <pc:spChg chg="mod">
          <ac:chgData name="Soban Najam" userId="59c411b0-ccb7-4330-99a9-29cc04a2c185" providerId="ADAL" clId="{7175BE28-6B03-4995-88E8-34BBC4F1360E}" dt="2023-09-21T06:44:37.090" v="3451" actId="165"/>
          <ac:spMkLst>
            <pc:docMk/>
            <pc:sldMk cId="870185042" sldId="293"/>
            <ac:spMk id="528" creationId="{44045A5E-67F2-239D-536C-831BCA7D1A1E}"/>
          </ac:spMkLst>
        </pc:spChg>
        <pc:spChg chg="mod">
          <ac:chgData name="Soban Najam" userId="59c411b0-ccb7-4330-99a9-29cc04a2c185" providerId="ADAL" clId="{7175BE28-6B03-4995-88E8-34BBC4F1360E}" dt="2023-09-21T06:44:37.090" v="3451" actId="165"/>
          <ac:spMkLst>
            <pc:docMk/>
            <pc:sldMk cId="870185042" sldId="293"/>
            <ac:spMk id="529" creationId="{AA880E34-1EA7-B08E-6B14-989B1FF3D835}"/>
          </ac:spMkLst>
        </pc:spChg>
        <pc:spChg chg="mod">
          <ac:chgData name="Soban Najam" userId="59c411b0-ccb7-4330-99a9-29cc04a2c185" providerId="ADAL" clId="{7175BE28-6B03-4995-88E8-34BBC4F1360E}" dt="2023-09-21T06:44:37.090" v="3451" actId="165"/>
          <ac:spMkLst>
            <pc:docMk/>
            <pc:sldMk cId="870185042" sldId="293"/>
            <ac:spMk id="530" creationId="{4C613609-C63A-D39C-AC92-05D9E69D8EE9}"/>
          </ac:spMkLst>
        </pc:spChg>
        <pc:spChg chg="mod">
          <ac:chgData name="Soban Najam" userId="59c411b0-ccb7-4330-99a9-29cc04a2c185" providerId="ADAL" clId="{7175BE28-6B03-4995-88E8-34BBC4F1360E}" dt="2023-09-21T06:44:37.090" v="3451" actId="165"/>
          <ac:spMkLst>
            <pc:docMk/>
            <pc:sldMk cId="870185042" sldId="293"/>
            <ac:spMk id="531" creationId="{4E147E8B-C075-93B3-6362-DEEBDDEA30B7}"/>
          </ac:spMkLst>
        </pc:spChg>
        <pc:spChg chg="del mod">
          <ac:chgData name="Soban Najam" userId="59c411b0-ccb7-4330-99a9-29cc04a2c185" providerId="ADAL" clId="{7175BE28-6B03-4995-88E8-34BBC4F1360E}" dt="2023-09-21T06:42:49.870" v="3410" actId="478"/>
          <ac:spMkLst>
            <pc:docMk/>
            <pc:sldMk cId="870185042" sldId="293"/>
            <ac:spMk id="532" creationId="{CE6BEDD9-E148-9A30-A6C5-517B13760279}"/>
          </ac:spMkLst>
        </pc:spChg>
        <pc:spChg chg="del mod">
          <ac:chgData name="Soban Najam" userId="59c411b0-ccb7-4330-99a9-29cc04a2c185" providerId="ADAL" clId="{7175BE28-6B03-4995-88E8-34BBC4F1360E}" dt="2023-09-21T06:42:54.702" v="3413" actId="478"/>
          <ac:spMkLst>
            <pc:docMk/>
            <pc:sldMk cId="870185042" sldId="293"/>
            <ac:spMk id="533" creationId="{49479DE8-6A9F-21A5-7246-895E12506721}"/>
          </ac:spMkLst>
        </pc:spChg>
        <pc:spChg chg="del mod">
          <ac:chgData name="Soban Najam" userId="59c411b0-ccb7-4330-99a9-29cc04a2c185" providerId="ADAL" clId="{7175BE28-6B03-4995-88E8-34BBC4F1360E}" dt="2023-09-21T06:42:52.991" v="3412" actId="478"/>
          <ac:spMkLst>
            <pc:docMk/>
            <pc:sldMk cId="870185042" sldId="293"/>
            <ac:spMk id="534" creationId="{7D7D446A-7563-512A-A98E-8B966D86F5C4}"/>
          </ac:spMkLst>
        </pc:spChg>
        <pc:spChg chg="del mod">
          <ac:chgData name="Soban Najam" userId="59c411b0-ccb7-4330-99a9-29cc04a2c185" providerId="ADAL" clId="{7175BE28-6B03-4995-88E8-34BBC4F1360E}" dt="2023-09-21T06:42:52.008" v="3411" actId="478"/>
          <ac:spMkLst>
            <pc:docMk/>
            <pc:sldMk cId="870185042" sldId="293"/>
            <ac:spMk id="535" creationId="{84C73CAC-55A0-2EFB-6C26-DE25439335F2}"/>
          </ac:spMkLst>
        </pc:spChg>
        <pc:spChg chg="mod">
          <ac:chgData name="Soban Najam" userId="59c411b0-ccb7-4330-99a9-29cc04a2c185" providerId="ADAL" clId="{7175BE28-6B03-4995-88E8-34BBC4F1360E}" dt="2023-09-21T06:44:37.090" v="3451" actId="165"/>
          <ac:spMkLst>
            <pc:docMk/>
            <pc:sldMk cId="870185042" sldId="293"/>
            <ac:spMk id="542" creationId="{AF133CA0-5735-AC4A-8166-ED8B3DCD0DB8}"/>
          </ac:spMkLst>
        </pc:spChg>
        <pc:spChg chg="mod">
          <ac:chgData name="Soban Najam" userId="59c411b0-ccb7-4330-99a9-29cc04a2c185" providerId="ADAL" clId="{7175BE28-6B03-4995-88E8-34BBC4F1360E}" dt="2023-09-21T06:44:37.090" v="3451" actId="165"/>
          <ac:spMkLst>
            <pc:docMk/>
            <pc:sldMk cId="870185042" sldId="293"/>
            <ac:spMk id="543" creationId="{0A3EFBC8-A50B-46EB-4A31-DB085161FD03}"/>
          </ac:spMkLst>
        </pc:spChg>
        <pc:spChg chg="mod">
          <ac:chgData name="Soban Najam" userId="59c411b0-ccb7-4330-99a9-29cc04a2c185" providerId="ADAL" clId="{7175BE28-6B03-4995-88E8-34BBC4F1360E}" dt="2023-09-21T06:44:37.090" v="3451" actId="165"/>
          <ac:spMkLst>
            <pc:docMk/>
            <pc:sldMk cId="870185042" sldId="293"/>
            <ac:spMk id="544" creationId="{8F28B875-5DDE-76B8-0F4E-257CA803D827}"/>
          </ac:spMkLst>
        </pc:spChg>
        <pc:spChg chg="mod">
          <ac:chgData name="Soban Najam" userId="59c411b0-ccb7-4330-99a9-29cc04a2c185" providerId="ADAL" clId="{7175BE28-6B03-4995-88E8-34BBC4F1360E}" dt="2023-09-21T06:44:37.090" v="3451" actId="165"/>
          <ac:spMkLst>
            <pc:docMk/>
            <pc:sldMk cId="870185042" sldId="293"/>
            <ac:spMk id="545" creationId="{B36C49D3-4458-E5CF-61FD-7EB82C194B11}"/>
          </ac:spMkLst>
        </pc:spChg>
        <pc:spChg chg="mod">
          <ac:chgData name="Soban Najam" userId="59c411b0-ccb7-4330-99a9-29cc04a2c185" providerId="ADAL" clId="{7175BE28-6B03-4995-88E8-34BBC4F1360E}" dt="2023-09-21T06:44:37.090" v="3451" actId="165"/>
          <ac:spMkLst>
            <pc:docMk/>
            <pc:sldMk cId="870185042" sldId="293"/>
            <ac:spMk id="546" creationId="{72B91BF4-2EDF-4DF9-533A-DC5FAF0DB195}"/>
          </ac:spMkLst>
        </pc:spChg>
        <pc:spChg chg="mod">
          <ac:chgData name="Soban Najam" userId="59c411b0-ccb7-4330-99a9-29cc04a2c185" providerId="ADAL" clId="{7175BE28-6B03-4995-88E8-34BBC4F1360E}" dt="2023-09-21T06:44:37.090" v="3451" actId="165"/>
          <ac:spMkLst>
            <pc:docMk/>
            <pc:sldMk cId="870185042" sldId="293"/>
            <ac:spMk id="547" creationId="{B2A664D2-C345-B4FA-5C22-7AE2D37ACA4F}"/>
          </ac:spMkLst>
        </pc:spChg>
        <pc:spChg chg="mod">
          <ac:chgData name="Soban Najam" userId="59c411b0-ccb7-4330-99a9-29cc04a2c185" providerId="ADAL" clId="{7175BE28-6B03-4995-88E8-34BBC4F1360E}" dt="2023-09-21T06:44:37.090" v="3451" actId="165"/>
          <ac:spMkLst>
            <pc:docMk/>
            <pc:sldMk cId="870185042" sldId="293"/>
            <ac:spMk id="548" creationId="{F43F2A0B-A3E0-A3FC-97E7-B69EEBE125A8}"/>
          </ac:spMkLst>
        </pc:spChg>
        <pc:spChg chg="mod">
          <ac:chgData name="Soban Najam" userId="59c411b0-ccb7-4330-99a9-29cc04a2c185" providerId="ADAL" clId="{7175BE28-6B03-4995-88E8-34BBC4F1360E}" dt="2023-09-21T06:44:37.090" v="3451" actId="165"/>
          <ac:spMkLst>
            <pc:docMk/>
            <pc:sldMk cId="870185042" sldId="293"/>
            <ac:spMk id="549" creationId="{A2036F89-15B1-B5CE-B14B-66EE1828A29F}"/>
          </ac:spMkLst>
        </pc:spChg>
        <pc:spChg chg="mod">
          <ac:chgData name="Soban Najam" userId="59c411b0-ccb7-4330-99a9-29cc04a2c185" providerId="ADAL" clId="{7175BE28-6B03-4995-88E8-34BBC4F1360E}" dt="2023-09-21T06:44:37.090" v="3451" actId="165"/>
          <ac:spMkLst>
            <pc:docMk/>
            <pc:sldMk cId="870185042" sldId="293"/>
            <ac:spMk id="550" creationId="{8D348ED8-C7D6-F8C3-784D-D6FDD0123EC3}"/>
          </ac:spMkLst>
        </pc:spChg>
        <pc:spChg chg="mod">
          <ac:chgData name="Soban Najam" userId="59c411b0-ccb7-4330-99a9-29cc04a2c185" providerId="ADAL" clId="{7175BE28-6B03-4995-88E8-34BBC4F1360E}" dt="2023-09-21T06:44:37.090" v="3451" actId="165"/>
          <ac:spMkLst>
            <pc:docMk/>
            <pc:sldMk cId="870185042" sldId="293"/>
            <ac:spMk id="551" creationId="{ADB14403-AA7E-A6DC-8742-5DBF108F1A9B}"/>
          </ac:spMkLst>
        </pc:spChg>
        <pc:spChg chg="mod">
          <ac:chgData name="Soban Najam" userId="59c411b0-ccb7-4330-99a9-29cc04a2c185" providerId="ADAL" clId="{7175BE28-6B03-4995-88E8-34BBC4F1360E}" dt="2023-09-21T06:44:37.090" v="3451" actId="165"/>
          <ac:spMkLst>
            <pc:docMk/>
            <pc:sldMk cId="870185042" sldId="293"/>
            <ac:spMk id="552" creationId="{DB642872-6A3D-C7AE-2085-7FAAB794B6F3}"/>
          </ac:spMkLst>
        </pc:spChg>
        <pc:spChg chg="mod">
          <ac:chgData name="Soban Najam" userId="59c411b0-ccb7-4330-99a9-29cc04a2c185" providerId="ADAL" clId="{7175BE28-6B03-4995-88E8-34BBC4F1360E}" dt="2023-09-21T06:44:37.090" v="3451" actId="165"/>
          <ac:spMkLst>
            <pc:docMk/>
            <pc:sldMk cId="870185042" sldId="293"/>
            <ac:spMk id="553" creationId="{4139BE07-B321-4806-F740-D6BD7D810504}"/>
          </ac:spMkLst>
        </pc:spChg>
        <pc:spChg chg="mod">
          <ac:chgData name="Soban Najam" userId="59c411b0-ccb7-4330-99a9-29cc04a2c185" providerId="ADAL" clId="{7175BE28-6B03-4995-88E8-34BBC4F1360E}" dt="2023-09-21T06:44:37.090" v="3451" actId="165"/>
          <ac:spMkLst>
            <pc:docMk/>
            <pc:sldMk cId="870185042" sldId="293"/>
            <ac:spMk id="554" creationId="{E79FC74C-DBB2-4AD8-63DF-9910775F9650}"/>
          </ac:spMkLst>
        </pc:spChg>
        <pc:spChg chg="mod">
          <ac:chgData name="Soban Najam" userId="59c411b0-ccb7-4330-99a9-29cc04a2c185" providerId="ADAL" clId="{7175BE28-6B03-4995-88E8-34BBC4F1360E}" dt="2023-09-21T06:44:37.090" v="3451" actId="165"/>
          <ac:spMkLst>
            <pc:docMk/>
            <pc:sldMk cId="870185042" sldId="293"/>
            <ac:spMk id="555" creationId="{1F173160-5CC7-71E1-9EB1-74441BFE447F}"/>
          </ac:spMkLst>
        </pc:spChg>
        <pc:spChg chg="mod">
          <ac:chgData name="Soban Najam" userId="59c411b0-ccb7-4330-99a9-29cc04a2c185" providerId="ADAL" clId="{7175BE28-6B03-4995-88E8-34BBC4F1360E}" dt="2023-09-21T06:44:37.090" v="3451" actId="165"/>
          <ac:spMkLst>
            <pc:docMk/>
            <pc:sldMk cId="870185042" sldId="293"/>
            <ac:spMk id="556" creationId="{3C9C66C7-FD3E-B1AD-62BD-CB467EA2E383}"/>
          </ac:spMkLst>
        </pc:spChg>
        <pc:spChg chg="mod">
          <ac:chgData name="Soban Najam" userId="59c411b0-ccb7-4330-99a9-29cc04a2c185" providerId="ADAL" clId="{7175BE28-6B03-4995-88E8-34BBC4F1360E}" dt="2023-09-21T06:44:37.090" v="3451" actId="165"/>
          <ac:spMkLst>
            <pc:docMk/>
            <pc:sldMk cId="870185042" sldId="293"/>
            <ac:spMk id="557" creationId="{604AABC5-A800-1EC2-281F-44A29FCC4609}"/>
          </ac:spMkLst>
        </pc:spChg>
        <pc:spChg chg="mod">
          <ac:chgData name="Soban Najam" userId="59c411b0-ccb7-4330-99a9-29cc04a2c185" providerId="ADAL" clId="{7175BE28-6B03-4995-88E8-34BBC4F1360E}" dt="2023-09-21T06:44:37.090" v="3451" actId="165"/>
          <ac:spMkLst>
            <pc:docMk/>
            <pc:sldMk cId="870185042" sldId="293"/>
            <ac:spMk id="558" creationId="{42A60809-14C5-86C0-957F-668B93099DAB}"/>
          </ac:spMkLst>
        </pc:spChg>
        <pc:spChg chg="mod">
          <ac:chgData name="Soban Najam" userId="59c411b0-ccb7-4330-99a9-29cc04a2c185" providerId="ADAL" clId="{7175BE28-6B03-4995-88E8-34BBC4F1360E}" dt="2023-09-21T06:44:37.090" v="3451" actId="165"/>
          <ac:spMkLst>
            <pc:docMk/>
            <pc:sldMk cId="870185042" sldId="293"/>
            <ac:spMk id="559" creationId="{90FB9DDD-9822-CB64-6B9E-298C6B44A565}"/>
          </ac:spMkLst>
        </pc:spChg>
        <pc:spChg chg="mod">
          <ac:chgData name="Soban Najam" userId="59c411b0-ccb7-4330-99a9-29cc04a2c185" providerId="ADAL" clId="{7175BE28-6B03-4995-88E8-34BBC4F1360E}" dt="2023-09-21T06:44:37.090" v="3451" actId="165"/>
          <ac:spMkLst>
            <pc:docMk/>
            <pc:sldMk cId="870185042" sldId="293"/>
            <ac:spMk id="560" creationId="{9A78C352-2EBA-B2F7-2215-64C238121713}"/>
          </ac:spMkLst>
        </pc:spChg>
        <pc:spChg chg="mod">
          <ac:chgData name="Soban Najam" userId="59c411b0-ccb7-4330-99a9-29cc04a2c185" providerId="ADAL" clId="{7175BE28-6B03-4995-88E8-34BBC4F1360E}" dt="2023-09-21T06:44:37.090" v="3451" actId="165"/>
          <ac:spMkLst>
            <pc:docMk/>
            <pc:sldMk cId="870185042" sldId="293"/>
            <ac:spMk id="561" creationId="{4295029A-1F46-210C-F16A-8F0CE7BA9707}"/>
          </ac:spMkLst>
        </pc:spChg>
        <pc:spChg chg="mod">
          <ac:chgData name="Soban Najam" userId="59c411b0-ccb7-4330-99a9-29cc04a2c185" providerId="ADAL" clId="{7175BE28-6B03-4995-88E8-34BBC4F1360E}" dt="2023-09-21T06:44:37.090" v="3451" actId="165"/>
          <ac:spMkLst>
            <pc:docMk/>
            <pc:sldMk cId="870185042" sldId="293"/>
            <ac:spMk id="562" creationId="{799382CA-F6A5-AAE3-E8B0-9DD02EE33307}"/>
          </ac:spMkLst>
        </pc:spChg>
        <pc:spChg chg="mod">
          <ac:chgData name="Soban Najam" userId="59c411b0-ccb7-4330-99a9-29cc04a2c185" providerId="ADAL" clId="{7175BE28-6B03-4995-88E8-34BBC4F1360E}" dt="2023-09-21T06:44:37.090" v="3451" actId="165"/>
          <ac:spMkLst>
            <pc:docMk/>
            <pc:sldMk cId="870185042" sldId="293"/>
            <ac:spMk id="563" creationId="{1007FCDE-6DA5-BEEF-3B5F-023C92DB35F2}"/>
          </ac:spMkLst>
        </pc:spChg>
        <pc:spChg chg="mod">
          <ac:chgData name="Soban Najam" userId="59c411b0-ccb7-4330-99a9-29cc04a2c185" providerId="ADAL" clId="{7175BE28-6B03-4995-88E8-34BBC4F1360E}" dt="2023-09-21T06:44:37.090" v="3451" actId="165"/>
          <ac:spMkLst>
            <pc:docMk/>
            <pc:sldMk cId="870185042" sldId="293"/>
            <ac:spMk id="564" creationId="{1DDB4A0A-B953-8B1C-51B4-9DA989A186A8}"/>
          </ac:spMkLst>
        </pc:spChg>
        <pc:spChg chg="mod">
          <ac:chgData name="Soban Najam" userId="59c411b0-ccb7-4330-99a9-29cc04a2c185" providerId="ADAL" clId="{7175BE28-6B03-4995-88E8-34BBC4F1360E}" dt="2023-09-21T06:44:37.090" v="3451" actId="165"/>
          <ac:spMkLst>
            <pc:docMk/>
            <pc:sldMk cId="870185042" sldId="293"/>
            <ac:spMk id="565" creationId="{54FA9709-EA81-83F6-FBE0-06AC25B17436}"/>
          </ac:spMkLst>
        </pc:spChg>
        <pc:spChg chg="mod">
          <ac:chgData name="Soban Najam" userId="59c411b0-ccb7-4330-99a9-29cc04a2c185" providerId="ADAL" clId="{7175BE28-6B03-4995-88E8-34BBC4F1360E}" dt="2023-09-21T06:44:37.090" v="3451" actId="165"/>
          <ac:spMkLst>
            <pc:docMk/>
            <pc:sldMk cId="870185042" sldId="293"/>
            <ac:spMk id="566" creationId="{CAB94C19-D3D9-C1E0-DFC4-EFDE19625B02}"/>
          </ac:spMkLst>
        </pc:spChg>
        <pc:spChg chg="mod">
          <ac:chgData name="Soban Najam" userId="59c411b0-ccb7-4330-99a9-29cc04a2c185" providerId="ADAL" clId="{7175BE28-6B03-4995-88E8-34BBC4F1360E}" dt="2023-09-21T06:44:37.090" v="3451" actId="165"/>
          <ac:spMkLst>
            <pc:docMk/>
            <pc:sldMk cId="870185042" sldId="293"/>
            <ac:spMk id="567" creationId="{8C1EE4C6-B405-7BB9-BAD8-4BBC8843DD5A}"/>
          </ac:spMkLst>
        </pc:spChg>
        <pc:spChg chg="mod">
          <ac:chgData name="Soban Najam" userId="59c411b0-ccb7-4330-99a9-29cc04a2c185" providerId="ADAL" clId="{7175BE28-6B03-4995-88E8-34BBC4F1360E}" dt="2023-09-21T06:44:37.090" v="3451" actId="165"/>
          <ac:spMkLst>
            <pc:docMk/>
            <pc:sldMk cId="870185042" sldId="293"/>
            <ac:spMk id="568" creationId="{BB0EBC23-6C58-E8F4-2243-27D620E553D2}"/>
          </ac:spMkLst>
        </pc:spChg>
        <pc:spChg chg="mod">
          <ac:chgData name="Soban Najam" userId="59c411b0-ccb7-4330-99a9-29cc04a2c185" providerId="ADAL" clId="{7175BE28-6B03-4995-88E8-34BBC4F1360E}" dt="2023-09-21T06:44:37.090" v="3451" actId="165"/>
          <ac:spMkLst>
            <pc:docMk/>
            <pc:sldMk cId="870185042" sldId="293"/>
            <ac:spMk id="569" creationId="{C873B7F3-C7DC-5999-DA99-3B3D3E6113ED}"/>
          </ac:spMkLst>
        </pc:spChg>
        <pc:spChg chg="mod">
          <ac:chgData name="Soban Najam" userId="59c411b0-ccb7-4330-99a9-29cc04a2c185" providerId="ADAL" clId="{7175BE28-6B03-4995-88E8-34BBC4F1360E}" dt="2023-09-21T06:44:37.090" v="3451" actId="165"/>
          <ac:spMkLst>
            <pc:docMk/>
            <pc:sldMk cId="870185042" sldId="293"/>
            <ac:spMk id="570" creationId="{42A145C3-BFC2-5052-3E53-37A20FAE8A08}"/>
          </ac:spMkLst>
        </pc:spChg>
        <pc:spChg chg="mod">
          <ac:chgData name="Soban Najam" userId="59c411b0-ccb7-4330-99a9-29cc04a2c185" providerId="ADAL" clId="{7175BE28-6B03-4995-88E8-34BBC4F1360E}" dt="2023-09-21T06:44:37.090" v="3451" actId="165"/>
          <ac:spMkLst>
            <pc:docMk/>
            <pc:sldMk cId="870185042" sldId="293"/>
            <ac:spMk id="571" creationId="{2CDDEADE-C938-5E69-9EC1-F60CFC6753BD}"/>
          </ac:spMkLst>
        </pc:spChg>
        <pc:spChg chg="mod">
          <ac:chgData name="Soban Najam" userId="59c411b0-ccb7-4330-99a9-29cc04a2c185" providerId="ADAL" clId="{7175BE28-6B03-4995-88E8-34BBC4F1360E}" dt="2023-09-21T06:44:37.090" v="3451" actId="165"/>
          <ac:spMkLst>
            <pc:docMk/>
            <pc:sldMk cId="870185042" sldId="293"/>
            <ac:spMk id="572" creationId="{DA0F3525-3574-AE24-A0D2-01F0375194BC}"/>
          </ac:spMkLst>
        </pc:spChg>
        <pc:spChg chg="mod">
          <ac:chgData name="Soban Najam" userId="59c411b0-ccb7-4330-99a9-29cc04a2c185" providerId="ADAL" clId="{7175BE28-6B03-4995-88E8-34BBC4F1360E}" dt="2023-09-21T06:44:37.090" v="3451" actId="165"/>
          <ac:spMkLst>
            <pc:docMk/>
            <pc:sldMk cId="870185042" sldId="293"/>
            <ac:spMk id="573" creationId="{C85A38B4-B18D-D258-2A42-F7606B276505}"/>
          </ac:spMkLst>
        </pc:spChg>
        <pc:spChg chg="mod">
          <ac:chgData name="Soban Najam" userId="59c411b0-ccb7-4330-99a9-29cc04a2c185" providerId="ADAL" clId="{7175BE28-6B03-4995-88E8-34BBC4F1360E}" dt="2023-09-21T06:44:37.090" v="3451" actId="165"/>
          <ac:spMkLst>
            <pc:docMk/>
            <pc:sldMk cId="870185042" sldId="293"/>
            <ac:spMk id="574" creationId="{66936F19-7266-C2F6-3047-E766CB05C1EB}"/>
          </ac:spMkLst>
        </pc:spChg>
        <pc:spChg chg="mod">
          <ac:chgData name="Soban Najam" userId="59c411b0-ccb7-4330-99a9-29cc04a2c185" providerId="ADAL" clId="{7175BE28-6B03-4995-88E8-34BBC4F1360E}" dt="2023-09-21T06:44:37.090" v="3451" actId="165"/>
          <ac:spMkLst>
            <pc:docMk/>
            <pc:sldMk cId="870185042" sldId="293"/>
            <ac:spMk id="575" creationId="{D44839C9-DFC9-B9F6-6D5E-F5F4D122D633}"/>
          </ac:spMkLst>
        </pc:spChg>
        <pc:spChg chg="mod">
          <ac:chgData name="Soban Najam" userId="59c411b0-ccb7-4330-99a9-29cc04a2c185" providerId="ADAL" clId="{7175BE28-6B03-4995-88E8-34BBC4F1360E}" dt="2023-09-21T06:44:37.090" v="3451" actId="165"/>
          <ac:spMkLst>
            <pc:docMk/>
            <pc:sldMk cId="870185042" sldId="293"/>
            <ac:spMk id="576" creationId="{E1D39605-9B34-1B23-C0A7-6EB0EA9ACF56}"/>
          </ac:spMkLst>
        </pc:spChg>
        <pc:spChg chg="mod">
          <ac:chgData name="Soban Najam" userId="59c411b0-ccb7-4330-99a9-29cc04a2c185" providerId="ADAL" clId="{7175BE28-6B03-4995-88E8-34BBC4F1360E}" dt="2023-09-21T06:44:37.090" v="3451" actId="165"/>
          <ac:spMkLst>
            <pc:docMk/>
            <pc:sldMk cId="870185042" sldId="293"/>
            <ac:spMk id="577" creationId="{9A9A17F8-DD17-AEAF-05EB-10CCD33F53B6}"/>
          </ac:spMkLst>
        </pc:spChg>
        <pc:spChg chg="mod">
          <ac:chgData name="Soban Najam" userId="59c411b0-ccb7-4330-99a9-29cc04a2c185" providerId="ADAL" clId="{7175BE28-6B03-4995-88E8-34BBC4F1360E}" dt="2023-09-21T06:44:37.090" v="3451" actId="165"/>
          <ac:spMkLst>
            <pc:docMk/>
            <pc:sldMk cId="870185042" sldId="293"/>
            <ac:spMk id="578" creationId="{69EB0B75-10D8-510A-1974-A6DD8C8F177B}"/>
          </ac:spMkLst>
        </pc:spChg>
        <pc:spChg chg="mod">
          <ac:chgData name="Soban Najam" userId="59c411b0-ccb7-4330-99a9-29cc04a2c185" providerId="ADAL" clId="{7175BE28-6B03-4995-88E8-34BBC4F1360E}" dt="2023-09-21T06:44:37.090" v="3451" actId="165"/>
          <ac:spMkLst>
            <pc:docMk/>
            <pc:sldMk cId="870185042" sldId="293"/>
            <ac:spMk id="579" creationId="{5D55D6AC-E76D-8A3B-8CC3-5EA63A298DD4}"/>
          </ac:spMkLst>
        </pc:spChg>
        <pc:spChg chg="mod">
          <ac:chgData name="Soban Najam" userId="59c411b0-ccb7-4330-99a9-29cc04a2c185" providerId="ADAL" clId="{7175BE28-6B03-4995-88E8-34BBC4F1360E}" dt="2023-09-21T06:44:37.090" v="3451" actId="165"/>
          <ac:spMkLst>
            <pc:docMk/>
            <pc:sldMk cId="870185042" sldId="293"/>
            <ac:spMk id="580" creationId="{F857A0CD-12BF-0EE6-9E0C-19D90E2DEFFC}"/>
          </ac:spMkLst>
        </pc:spChg>
        <pc:spChg chg="mod">
          <ac:chgData name="Soban Najam" userId="59c411b0-ccb7-4330-99a9-29cc04a2c185" providerId="ADAL" clId="{7175BE28-6B03-4995-88E8-34BBC4F1360E}" dt="2023-09-21T06:44:37.090" v="3451" actId="165"/>
          <ac:spMkLst>
            <pc:docMk/>
            <pc:sldMk cId="870185042" sldId="293"/>
            <ac:spMk id="581" creationId="{7A87B1A2-DA7A-136F-47D9-91E445B7F1CB}"/>
          </ac:spMkLst>
        </pc:spChg>
        <pc:spChg chg="mod">
          <ac:chgData name="Soban Najam" userId="59c411b0-ccb7-4330-99a9-29cc04a2c185" providerId="ADAL" clId="{7175BE28-6B03-4995-88E8-34BBC4F1360E}" dt="2023-09-21T06:44:37.090" v="3451" actId="165"/>
          <ac:spMkLst>
            <pc:docMk/>
            <pc:sldMk cId="870185042" sldId="293"/>
            <ac:spMk id="582" creationId="{5BCEC712-AEDD-5D3C-C636-2866323647FE}"/>
          </ac:spMkLst>
        </pc:spChg>
        <pc:spChg chg="mod">
          <ac:chgData name="Soban Najam" userId="59c411b0-ccb7-4330-99a9-29cc04a2c185" providerId="ADAL" clId="{7175BE28-6B03-4995-88E8-34BBC4F1360E}" dt="2023-09-21T06:44:37.090" v="3451" actId="165"/>
          <ac:spMkLst>
            <pc:docMk/>
            <pc:sldMk cId="870185042" sldId="293"/>
            <ac:spMk id="583" creationId="{3B2E873A-67DA-9093-6416-07335C078623}"/>
          </ac:spMkLst>
        </pc:spChg>
        <pc:spChg chg="mod">
          <ac:chgData name="Soban Najam" userId="59c411b0-ccb7-4330-99a9-29cc04a2c185" providerId="ADAL" clId="{7175BE28-6B03-4995-88E8-34BBC4F1360E}" dt="2023-09-21T06:44:37.090" v="3451" actId="165"/>
          <ac:spMkLst>
            <pc:docMk/>
            <pc:sldMk cId="870185042" sldId="293"/>
            <ac:spMk id="584" creationId="{54295A25-D4DF-7D72-8FDF-AF5769AA3F68}"/>
          </ac:spMkLst>
        </pc:spChg>
        <pc:spChg chg="mod">
          <ac:chgData name="Soban Najam" userId="59c411b0-ccb7-4330-99a9-29cc04a2c185" providerId="ADAL" clId="{7175BE28-6B03-4995-88E8-34BBC4F1360E}" dt="2023-09-21T06:44:37.090" v="3451" actId="165"/>
          <ac:spMkLst>
            <pc:docMk/>
            <pc:sldMk cId="870185042" sldId="293"/>
            <ac:spMk id="585" creationId="{FA3523AC-FF19-568D-CF3B-675619942971}"/>
          </ac:spMkLst>
        </pc:spChg>
        <pc:spChg chg="mod">
          <ac:chgData name="Soban Najam" userId="59c411b0-ccb7-4330-99a9-29cc04a2c185" providerId="ADAL" clId="{7175BE28-6B03-4995-88E8-34BBC4F1360E}" dt="2023-09-21T06:44:37.090" v="3451" actId="165"/>
          <ac:spMkLst>
            <pc:docMk/>
            <pc:sldMk cId="870185042" sldId="293"/>
            <ac:spMk id="586" creationId="{3F3B1C1F-C248-3E57-D33A-054E36823191}"/>
          </ac:spMkLst>
        </pc:spChg>
        <pc:spChg chg="mod">
          <ac:chgData name="Soban Najam" userId="59c411b0-ccb7-4330-99a9-29cc04a2c185" providerId="ADAL" clId="{7175BE28-6B03-4995-88E8-34BBC4F1360E}" dt="2023-09-21T06:44:37.090" v="3451" actId="165"/>
          <ac:spMkLst>
            <pc:docMk/>
            <pc:sldMk cId="870185042" sldId="293"/>
            <ac:spMk id="587" creationId="{267119A5-95C3-2308-B0B0-BBD8F643C83D}"/>
          </ac:spMkLst>
        </pc:spChg>
        <pc:spChg chg="mod">
          <ac:chgData name="Soban Najam" userId="59c411b0-ccb7-4330-99a9-29cc04a2c185" providerId="ADAL" clId="{7175BE28-6B03-4995-88E8-34BBC4F1360E}" dt="2023-09-21T06:44:37.090" v="3451" actId="165"/>
          <ac:spMkLst>
            <pc:docMk/>
            <pc:sldMk cId="870185042" sldId="293"/>
            <ac:spMk id="588" creationId="{5F62959C-B2CF-D35C-605D-3CD97812F5E5}"/>
          </ac:spMkLst>
        </pc:spChg>
        <pc:spChg chg="mod">
          <ac:chgData name="Soban Najam" userId="59c411b0-ccb7-4330-99a9-29cc04a2c185" providerId="ADAL" clId="{7175BE28-6B03-4995-88E8-34BBC4F1360E}" dt="2023-09-21T06:44:37.090" v="3451" actId="165"/>
          <ac:spMkLst>
            <pc:docMk/>
            <pc:sldMk cId="870185042" sldId="293"/>
            <ac:spMk id="589" creationId="{2E23DA15-48E9-E6C5-47AA-35AFFE8D0EA4}"/>
          </ac:spMkLst>
        </pc:spChg>
        <pc:spChg chg="mod">
          <ac:chgData name="Soban Najam" userId="59c411b0-ccb7-4330-99a9-29cc04a2c185" providerId="ADAL" clId="{7175BE28-6B03-4995-88E8-34BBC4F1360E}" dt="2023-09-21T06:44:37.090" v="3451" actId="165"/>
          <ac:spMkLst>
            <pc:docMk/>
            <pc:sldMk cId="870185042" sldId="293"/>
            <ac:spMk id="590" creationId="{0643A871-67B2-71EF-ABDB-22A55E07A1BF}"/>
          </ac:spMkLst>
        </pc:spChg>
        <pc:spChg chg="mod">
          <ac:chgData name="Soban Najam" userId="59c411b0-ccb7-4330-99a9-29cc04a2c185" providerId="ADAL" clId="{7175BE28-6B03-4995-88E8-34BBC4F1360E}" dt="2023-09-21T06:44:37.090" v="3451" actId="165"/>
          <ac:spMkLst>
            <pc:docMk/>
            <pc:sldMk cId="870185042" sldId="293"/>
            <ac:spMk id="591" creationId="{BDC78309-4B1D-E03A-94DB-8E7B41CCFB84}"/>
          </ac:spMkLst>
        </pc:spChg>
        <pc:spChg chg="mod">
          <ac:chgData name="Soban Najam" userId="59c411b0-ccb7-4330-99a9-29cc04a2c185" providerId="ADAL" clId="{7175BE28-6B03-4995-88E8-34BBC4F1360E}" dt="2023-09-21T06:44:37.090" v="3451" actId="165"/>
          <ac:spMkLst>
            <pc:docMk/>
            <pc:sldMk cId="870185042" sldId="293"/>
            <ac:spMk id="592" creationId="{14F3E9B3-9BA3-2E96-7C4D-68430E94AD86}"/>
          </ac:spMkLst>
        </pc:spChg>
        <pc:spChg chg="mod">
          <ac:chgData name="Soban Najam" userId="59c411b0-ccb7-4330-99a9-29cc04a2c185" providerId="ADAL" clId="{7175BE28-6B03-4995-88E8-34BBC4F1360E}" dt="2023-09-21T06:44:37.090" v="3451" actId="165"/>
          <ac:spMkLst>
            <pc:docMk/>
            <pc:sldMk cId="870185042" sldId="293"/>
            <ac:spMk id="593" creationId="{7C809A48-31E1-FA64-1B0F-182719519426}"/>
          </ac:spMkLst>
        </pc:spChg>
        <pc:spChg chg="mod">
          <ac:chgData name="Soban Najam" userId="59c411b0-ccb7-4330-99a9-29cc04a2c185" providerId="ADAL" clId="{7175BE28-6B03-4995-88E8-34BBC4F1360E}" dt="2023-09-21T06:44:37.090" v="3451" actId="165"/>
          <ac:spMkLst>
            <pc:docMk/>
            <pc:sldMk cId="870185042" sldId="293"/>
            <ac:spMk id="594" creationId="{AE343B41-88C6-F984-CD5C-3FD8BCD6A306}"/>
          </ac:spMkLst>
        </pc:spChg>
        <pc:spChg chg="mod">
          <ac:chgData name="Soban Najam" userId="59c411b0-ccb7-4330-99a9-29cc04a2c185" providerId="ADAL" clId="{7175BE28-6B03-4995-88E8-34BBC4F1360E}" dt="2023-09-21T06:44:37.090" v="3451" actId="165"/>
          <ac:spMkLst>
            <pc:docMk/>
            <pc:sldMk cId="870185042" sldId="293"/>
            <ac:spMk id="595" creationId="{48AF67D6-A211-B191-199A-08E1173103C4}"/>
          </ac:spMkLst>
        </pc:spChg>
        <pc:spChg chg="mod">
          <ac:chgData name="Soban Najam" userId="59c411b0-ccb7-4330-99a9-29cc04a2c185" providerId="ADAL" clId="{7175BE28-6B03-4995-88E8-34BBC4F1360E}" dt="2023-09-21T06:44:37.090" v="3451" actId="165"/>
          <ac:spMkLst>
            <pc:docMk/>
            <pc:sldMk cId="870185042" sldId="293"/>
            <ac:spMk id="596" creationId="{8DE2508F-699C-8FDE-FB14-1E72854C3803}"/>
          </ac:spMkLst>
        </pc:spChg>
        <pc:spChg chg="mod">
          <ac:chgData name="Soban Najam" userId="59c411b0-ccb7-4330-99a9-29cc04a2c185" providerId="ADAL" clId="{7175BE28-6B03-4995-88E8-34BBC4F1360E}" dt="2023-09-21T06:44:37.090" v="3451" actId="165"/>
          <ac:spMkLst>
            <pc:docMk/>
            <pc:sldMk cId="870185042" sldId="293"/>
            <ac:spMk id="597" creationId="{BDE2FDFC-1E14-1578-8660-B3DE472A483B}"/>
          </ac:spMkLst>
        </pc:spChg>
        <pc:spChg chg="mod ord">
          <ac:chgData name="Soban Najam" userId="59c411b0-ccb7-4330-99a9-29cc04a2c185" providerId="ADAL" clId="{7175BE28-6B03-4995-88E8-34BBC4F1360E}" dt="2023-09-21T06:44:42.265" v="3452" actId="166"/>
          <ac:spMkLst>
            <pc:docMk/>
            <pc:sldMk cId="870185042" sldId="293"/>
            <ac:spMk id="598" creationId="{408C6865-698B-34BB-B605-98A2112BABF3}"/>
          </ac:spMkLst>
        </pc:spChg>
        <pc:spChg chg="del">
          <ac:chgData name="Soban Najam" userId="59c411b0-ccb7-4330-99a9-29cc04a2c185" providerId="ADAL" clId="{7175BE28-6B03-4995-88E8-34BBC4F1360E}" dt="2023-09-21T06:21:08.303" v="3224" actId="478"/>
          <ac:spMkLst>
            <pc:docMk/>
            <pc:sldMk cId="870185042" sldId="293"/>
            <ac:spMk id="599" creationId="{48563195-34C8-2E53-C82F-AE2AC4CE9CEE}"/>
          </ac:spMkLst>
        </pc:spChg>
        <pc:spChg chg="del mod topLvl">
          <ac:chgData name="Soban Najam" userId="59c411b0-ccb7-4330-99a9-29cc04a2c185" providerId="ADAL" clId="{7175BE28-6B03-4995-88E8-34BBC4F1360E}" dt="2023-09-21T06:43:16.736" v="3418" actId="478"/>
          <ac:spMkLst>
            <pc:docMk/>
            <pc:sldMk cId="870185042" sldId="293"/>
            <ac:spMk id="600" creationId="{9990D853-74BF-B9EF-542A-A7BBF23DFAAE}"/>
          </ac:spMkLst>
        </pc:spChg>
        <pc:spChg chg="del mod topLvl">
          <ac:chgData name="Soban Najam" userId="59c411b0-ccb7-4330-99a9-29cc04a2c185" providerId="ADAL" clId="{7175BE28-6B03-4995-88E8-34BBC4F1360E}" dt="2023-09-21T06:43:16.736" v="3418" actId="478"/>
          <ac:spMkLst>
            <pc:docMk/>
            <pc:sldMk cId="870185042" sldId="293"/>
            <ac:spMk id="601" creationId="{2DCD3902-4AC9-E4B3-793C-3946A351105F}"/>
          </ac:spMkLst>
        </pc:spChg>
        <pc:spChg chg="del mod topLvl">
          <ac:chgData name="Soban Najam" userId="59c411b0-ccb7-4330-99a9-29cc04a2c185" providerId="ADAL" clId="{7175BE28-6B03-4995-88E8-34BBC4F1360E}" dt="2023-09-21T06:43:16.736" v="3418" actId="478"/>
          <ac:spMkLst>
            <pc:docMk/>
            <pc:sldMk cId="870185042" sldId="293"/>
            <ac:spMk id="602" creationId="{5E6960E0-8798-0D8D-89F0-77B2BA5285CA}"/>
          </ac:spMkLst>
        </pc:spChg>
        <pc:spChg chg="del mod topLvl">
          <ac:chgData name="Soban Najam" userId="59c411b0-ccb7-4330-99a9-29cc04a2c185" providerId="ADAL" clId="{7175BE28-6B03-4995-88E8-34BBC4F1360E}" dt="2023-09-21T06:43:16.736" v="3418" actId="478"/>
          <ac:spMkLst>
            <pc:docMk/>
            <pc:sldMk cId="870185042" sldId="293"/>
            <ac:spMk id="603" creationId="{01269110-4509-6129-6DD9-381A911F9E88}"/>
          </ac:spMkLst>
        </pc:spChg>
        <pc:spChg chg="del mod topLvl">
          <ac:chgData name="Soban Najam" userId="59c411b0-ccb7-4330-99a9-29cc04a2c185" providerId="ADAL" clId="{7175BE28-6B03-4995-88E8-34BBC4F1360E}" dt="2023-09-21T06:43:16.736" v="3418" actId="478"/>
          <ac:spMkLst>
            <pc:docMk/>
            <pc:sldMk cId="870185042" sldId="293"/>
            <ac:spMk id="604" creationId="{341CF532-CE87-70DC-4BA0-858A3B2AA9F5}"/>
          </ac:spMkLst>
        </pc:spChg>
        <pc:spChg chg="del mod topLvl">
          <ac:chgData name="Soban Najam" userId="59c411b0-ccb7-4330-99a9-29cc04a2c185" providerId="ADAL" clId="{7175BE28-6B03-4995-88E8-34BBC4F1360E}" dt="2023-09-21T06:43:16.736" v="3418" actId="478"/>
          <ac:spMkLst>
            <pc:docMk/>
            <pc:sldMk cId="870185042" sldId="293"/>
            <ac:spMk id="605" creationId="{268A2442-1F44-1F8D-6CD7-0B1F977F2BF2}"/>
          </ac:spMkLst>
        </pc:spChg>
        <pc:spChg chg="del mod topLvl">
          <ac:chgData name="Soban Najam" userId="59c411b0-ccb7-4330-99a9-29cc04a2c185" providerId="ADAL" clId="{7175BE28-6B03-4995-88E8-34BBC4F1360E}" dt="2023-09-21T06:43:16.736" v="3418" actId="478"/>
          <ac:spMkLst>
            <pc:docMk/>
            <pc:sldMk cId="870185042" sldId="293"/>
            <ac:spMk id="606" creationId="{2F718921-06ED-F140-A111-DA1ED2052DDD}"/>
          </ac:spMkLst>
        </pc:spChg>
        <pc:spChg chg="del mod topLvl">
          <ac:chgData name="Soban Najam" userId="59c411b0-ccb7-4330-99a9-29cc04a2c185" providerId="ADAL" clId="{7175BE28-6B03-4995-88E8-34BBC4F1360E}" dt="2023-09-21T06:43:16.736" v="3418" actId="478"/>
          <ac:spMkLst>
            <pc:docMk/>
            <pc:sldMk cId="870185042" sldId="293"/>
            <ac:spMk id="607" creationId="{FF7714C1-95CB-7D78-D8D7-128B2CBDD55F}"/>
          </ac:spMkLst>
        </pc:spChg>
        <pc:spChg chg="del mod topLvl">
          <ac:chgData name="Soban Najam" userId="59c411b0-ccb7-4330-99a9-29cc04a2c185" providerId="ADAL" clId="{7175BE28-6B03-4995-88E8-34BBC4F1360E}" dt="2023-09-21T06:43:16.736" v="3418" actId="478"/>
          <ac:spMkLst>
            <pc:docMk/>
            <pc:sldMk cId="870185042" sldId="293"/>
            <ac:spMk id="608" creationId="{6DB43C07-060F-3FF0-EEB7-DF94913A8049}"/>
          </ac:spMkLst>
        </pc:spChg>
        <pc:spChg chg="del mod topLvl">
          <ac:chgData name="Soban Najam" userId="59c411b0-ccb7-4330-99a9-29cc04a2c185" providerId="ADAL" clId="{7175BE28-6B03-4995-88E8-34BBC4F1360E}" dt="2023-09-21T06:43:16.736" v="3418" actId="478"/>
          <ac:spMkLst>
            <pc:docMk/>
            <pc:sldMk cId="870185042" sldId="293"/>
            <ac:spMk id="609" creationId="{D00A400F-E1B9-E4E7-D1B9-67A6DCB46E51}"/>
          </ac:spMkLst>
        </pc:spChg>
        <pc:spChg chg="mod topLvl">
          <ac:chgData name="Soban Najam" userId="59c411b0-ccb7-4330-99a9-29cc04a2c185" providerId="ADAL" clId="{7175BE28-6B03-4995-88E8-34BBC4F1360E}" dt="2023-09-21T06:44:50.654" v="3453" actId="167"/>
          <ac:spMkLst>
            <pc:docMk/>
            <pc:sldMk cId="870185042" sldId="293"/>
            <ac:spMk id="610" creationId="{FAAB0BE5-4EE6-22E7-B8A8-0FB1C20BD5E5}"/>
          </ac:spMkLst>
        </pc:spChg>
        <pc:spChg chg="mod topLvl">
          <ac:chgData name="Soban Najam" userId="59c411b0-ccb7-4330-99a9-29cc04a2c185" providerId="ADAL" clId="{7175BE28-6B03-4995-88E8-34BBC4F1360E}" dt="2023-09-21T06:44:50.654" v="3453" actId="167"/>
          <ac:spMkLst>
            <pc:docMk/>
            <pc:sldMk cId="870185042" sldId="293"/>
            <ac:spMk id="611" creationId="{6352A15E-E2AC-4821-5B5F-45EF3F3D6906}"/>
          </ac:spMkLst>
        </pc:spChg>
        <pc:spChg chg="mod topLvl">
          <ac:chgData name="Soban Najam" userId="59c411b0-ccb7-4330-99a9-29cc04a2c185" providerId="ADAL" clId="{7175BE28-6B03-4995-88E8-34BBC4F1360E}" dt="2023-09-21T06:44:50.654" v="3453" actId="167"/>
          <ac:spMkLst>
            <pc:docMk/>
            <pc:sldMk cId="870185042" sldId="293"/>
            <ac:spMk id="612" creationId="{760A210F-FF72-4EF6-82E8-2CB2FCAD214C}"/>
          </ac:spMkLst>
        </pc:spChg>
        <pc:spChg chg="mod topLvl">
          <ac:chgData name="Soban Najam" userId="59c411b0-ccb7-4330-99a9-29cc04a2c185" providerId="ADAL" clId="{7175BE28-6B03-4995-88E8-34BBC4F1360E}" dt="2023-09-21T06:44:50.654" v="3453" actId="167"/>
          <ac:spMkLst>
            <pc:docMk/>
            <pc:sldMk cId="870185042" sldId="293"/>
            <ac:spMk id="613" creationId="{6F6611A4-87AE-8ECA-A4EE-67819BC88C66}"/>
          </ac:spMkLst>
        </pc:spChg>
        <pc:spChg chg="mod topLvl">
          <ac:chgData name="Soban Najam" userId="59c411b0-ccb7-4330-99a9-29cc04a2c185" providerId="ADAL" clId="{7175BE28-6B03-4995-88E8-34BBC4F1360E}" dt="2023-09-21T06:44:50.654" v="3453" actId="167"/>
          <ac:spMkLst>
            <pc:docMk/>
            <pc:sldMk cId="870185042" sldId="293"/>
            <ac:spMk id="615" creationId="{F863236E-731F-6536-FD9F-7D7F3A73617A}"/>
          </ac:spMkLst>
        </pc:spChg>
        <pc:spChg chg="mod topLvl">
          <ac:chgData name="Soban Najam" userId="59c411b0-ccb7-4330-99a9-29cc04a2c185" providerId="ADAL" clId="{7175BE28-6B03-4995-88E8-34BBC4F1360E}" dt="2023-09-21T06:44:50.654" v="3453" actId="167"/>
          <ac:spMkLst>
            <pc:docMk/>
            <pc:sldMk cId="870185042" sldId="293"/>
            <ac:spMk id="617" creationId="{D3BB6A03-87CB-EF96-AF53-562DAFC15A3D}"/>
          </ac:spMkLst>
        </pc:spChg>
        <pc:spChg chg="mod">
          <ac:chgData name="Soban Najam" userId="59c411b0-ccb7-4330-99a9-29cc04a2c185" providerId="ADAL" clId="{7175BE28-6B03-4995-88E8-34BBC4F1360E}" dt="2023-09-21T06:44:37.090" v="3451" actId="165"/>
          <ac:spMkLst>
            <pc:docMk/>
            <pc:sldMk cId="870185042" sldId="293"/>
            <ac:spMk id="618" creationId="{7C29CFB3-4E82-3FE8-F767-A90138B4A9CC}"/>
          </ac:spMkLst>
        </pc:spChg>
        <pc:spChg chg="mod">
          <ac:chgData name="Soban Najam" userId="59c411b0-ccb7-4330-99a9-29cc04a2c185" providerId="ADAL" clId="{7175BE28-6B03-4995-88E8-34BBC4F1360E}" dt="2023-09-21T06:44:37.090" v="3451" actId="165"/>
          <ac:spMkLst>
            <pc:docMk/>
            <pc:sldMk cId="870185042" sldId="293"/>
            <ac:spMk id="619" creationId="{24B32C7E-CBC0-708B-0E55-AD50E74C8944}"/>
          </ac:spMkLst>
        </pc:spChg>
        <pc:spChg chg="mod">
          <ac:chgData name="Soban Najam" userId="59c411b0-ccb7-4330-99a9-29cc04a2c185" providerId="ADAL" clId="{7175BE28-6B03-4995-88E8-34BBC4F1360E}" dt="2023-09-21T06:44:37.090" v="3451" actId="165"/>
          <ac:spMkLst>
            <pc:docMk/>
            <pc:sldMk cId="870185042" sldId="293"/>
            <ac:spMk id="620" creationId="{F152D1B7-4F6C-7C8B-C36A-B24E4DD4EB6E}"/>
          </ac:spMkLst>
        </pc:spChg>
        <pc:spChg chg="mod">
          <ac:chgData name="Soban Najam" userId="59c411b0-ccb7-4330-99a9-29cc04a2c185" providerId="ADAL" clId="{7175BE28-6B03-4995-88E8-34BBC4F1360E}" dt="2023-09-21T06:44:37.090" v="3451" actId="165"/>
          <ac:spMkLst>
            <pc:docMk/>
            <pc:sldMk cId="870185042" sldId="293"/>
            <ac:spMk id="621" creationId="{874D6A82-C649-BD71-E956-239EB23B5446}"/>
          </ac:spMkLst>
        </pc:spChg>
        <pc:spChg chg="mod">
          <ac:chgData name="Soban Najam" userId="59c411b0-ccb7-4330-99a9-29cc04a2c185" providerId="ADAL" clId="{7175BE28-6B03-4995-88E8-34BBC4F1360E}" dt="2023-09-21T06:44:37.090" v="3451" actId="165"/>
          <ac:spMkLst>
            <pc:docMk/>
            <pc:sldMk cId="870185042" sldId="293"/>
            <ac:spMk id="622" creationId="{DFBDEA9B-D5FD-FFB1-1C73-EC31CEA404ED}"/>
          </ac:spMkLst>
        </pc:spChg>
        <pc:spChg chg="mod">
          <ac:chgData name="Soban Najam" userId="59c411b0-ccb7-4330-99a9-29cc04a2c185" providerId="ADAL" clId="{7175BE28-6B03-4995-88E8-34BBC4F1360E}" dt="2023-09-21T06:44:37.090" v="3451" actId="165"/>
          <ac:spMkLst>
            <pc:docMk/>
            <pc:sldMk cId="870185042" sldId="293"/>
            <ac:spMk id="623" creationId="{B5561077-C8AE-3205-8139-B0D7F2A3374E}"/>
          </ac:spMkLst>
        </pc:spChg>
        <pc:spChg chg="mod">
          <ac:chgData name="Soban Najam" userId="59c411b0-ccb7-4330-99a9-29cc04a2c185" providerId="ADAL" clId="{7175BE28-6B03-4995-88E8-34BBC4F1360E}" dt="2023-09-21T06:44:37.090" v="3451" actId="165"/>
          <ac:spMkLst>
            <pc:docMk/>
            <pc:sldMk cId="870185042" sldId="293"/>
            <ac:spMk id="624" creationId="{17139781-CF39-B250-FC95-E4CF2F03170C}"/>
          </ac:spMkLst>
        </pc:spChg>
        <pc:spChg chg="mod">
          <ac:chgData name="Soban Najam" userId="59c411b0-ccb7-4330-99a9-29cc04a2c185" providerId="ADAL" clId="{7175BE28-6B03-4995-88E8-34BBC4F1360E}" dt="2023-09-21T06:44:37.090" v="3451" actId="165"/>
          <ac:spMkLst>
            <pc:docMk/>
            <pc:sldMk cId="870185042" sldId="293"/>
            <ac:spMk id="625" creationId="{4CD353F7-8D16-E303-CE04-262FE4A5D3A0}"/>
          </ac:spMkLst>
        </pc:spChg>
        <pc:spChg chg="mod">
          <ac:chgData name="Soban Najam" userId="59c411b0-ccb7-4330-99a9-29cc04a2c185" providerId="ADAL" clId="{7175BE28-6B03-4995-88E8-34BBC4F1360E}" dt="2023-09-21T06:44:37.090" v="3451" actId="165"/>
          <ac:spMkLst>
            <pc:docMk/>
            <pc:sldMk cId="870185042" sldId="293"/>
            <ac:spMk id="626" creationId="{CFBDB424-CCA7-58F3-FE54-08F05E913320}"/>
          </ac:spMkLst>
        </pc:spChg>
        <pc:spChg chg="mod">
          <ac:chgData name="Soban Najam" userId="59c411b0-ccb7-4330-99a9-29cc04a2c185" providerId="ADAL" clId="{7175BE28-6B03-4995-88E8-34BBC4F1360E}" dt="2023-09-21T06:44:37.090" v="3451" actId="165"/>
          <ac:spMkLst>
            <pc:docMk/>
            <pc:sldMk cId="870185042" sldId="293"/>
            <ac:spMk id="627" creationId="{D02C95DA-67B9-2B11-48E0-9EB8CA0F037E}"/>
          </ac:spMkLst>
        </pc:spChg>
        <pc:spChg chg="mod">
          <ac:chgData name="Soban Najam" userId="59c411b0-ccb7-4330-99a9-29cc04a2c185" providerId="ADAL" clId="{7175BE28-6B03-4995-88E8-34BBC4F1360E}" dt="2023-09-21T06:44:37.090" v="3451" actId="165"/>
          <ac:spMkLst>
            <pc:docMk/>
            <pc:sldMk cId="870185042" sldId="293"/>
            <ac:spMk id="628" creationId="{844FC54C-07BA-05DE-2E22-083C8B3DCD60}"/>
          </ac:spMkLst>
        </pc:spChg>
        <pc:spChg chg="mod">
          <ac:chgData name="Soban Najam" userId="59c411b0-ccb7-4330-99a9-29cc04a2c185" providerId="ADAL" clId="{7175BE28-6B03-4995-88E8-34BBC4F1360E}" dt="2023-09-21T06:44:37.090" v="3451" actId="165"/>
          <ac:spMkLst>
            <pc:docMk/>
            <pc:sldMk cId="870185042" sldId="293"/>
            <ac:spMk id="629" creationId="{BF6E2459-FF2D-C160-660E-D41AD49CA842}"/>
          </ac:spMkLst>
        </pc:spChg>
        <pc:spChg chg="mod">
          <ac:chgData name="Soban Najam" userId="59c411b0-ccb7-4330-99a9-29cc04a2c185" providerId="ADAL" clId="{7175BE28-6B03-4995-88E8-34BBC4F1360E}" dt="2023-09-21T06:44:37.090" v="3451" actId="165"/>
          <ac:spMkLst>
            <pc:docMk/>
            <pc:sldMk cId="870185042" sldId="293"/>
            <ac:spMk id="630" creationId="{DA3940A3-05BC-0806-F9ED-9FF5B72BDA40}"/>
          </ac:spMkLst>
        </pc:spChg>
        <pc:spChg chg="mod">
          <ac:chgData name="Soban Najam" userId="59c411b0-ccb7-4330-99a9-29cc04a2c185" providerId="ADAL" clId="{7175BE28-6B03-4995-88E8-34BBC4F1360E}" dt="2023-09-21T06:44:37.090" v="3451" actId="165"/>
          <ac:spMkLst>
            <pc:docMk/>
            <pc:sldMk cId="870185042" sldId="293"/>
            <ac:spMk id="631" creationId="{1AE5757D-D17A-C948-0213-8D8C97B42782}"/>
          </ac:spMkLst>
        </pc:spChg>
        <pc:spChg chg="mod">
          <ac:chgData name="Soban Najam" userId="59c411b0-ccb7-4330-99a9-29cc04a2c185" providerId="ADAL" clId="{7175BE28-6B03-4995-88E8-34BBC4F1360E}" dt="2023-09-21T06:44:37.090" v="3451" actId="165"/>
          <ac:spMkLst>
            <pc:docMk/>
            <pc:sldMk cId="870185042" sldId="293"/>
            <ac:spMk id="632" creationId="{F25A011D-E446-427A-CA57-6381C1831E5B}"/>
          </ac:spMkLst>
        </pc:spChg>
        <pc:spChg chg="mod">
          <ac:chgData name="Soban Najam" userId="59c411b0-ccb7-4330-99a9-29cc04a2c185" providerId="ADAL" clId="{7175BE28-6B03-4995-88E8-34BBC4F1360E}" dt="2023-09-21T06:44:37.090" v="3451" actId="165"/>
          <ac:spMkLst>
            <pc:docMk/>
            <pc:sldMk cId="870185042" sldId="293"/>
            <ac:spMk id="633" creationId="{BECF05C0-760B-A2E4-129D-D22FD107ACD4}"/>
          </ac:spMkLst>
        </pc:spChg>
        <pc:spChg chg="mod">
          <ac:chgData name="Soban Najam" userId="59c411b0-ccb7-4330-99a9-29cc04a2c185" providerId="ADAL" clId="{7175BE28-6B03-4995-88E8-34BBC4F1360E}" dt="2023-09-21T06:44:37.090" v="3451" actId="165"/>
          <ac:spMkLst>
            <pc:docMk/>
            <pc:sldMk cId="870185042" sldId="293"/>
            <ac:spMk id="634" creationId="{E93FF7ED-A3AE-2DC2-65AC-834BE8555186}"/>
          </ac:spMkLst>
        </pc:spChg>
        <pc:spChg chg="mod">
          <ac:chgData name="Soban Najam" userId="59c411b0-ccb7-4330-99a9-29cc04a2c185" providerId="ADAL" clId="{7175BE28-6B03-4995-88E8-34BBC4F1360E}" dt="2023-09-21T06:44:37.090" v="3451" actId="165"/>
          <ac:spMkLst>
            <pc:docMk/>
            <pc:sldMk cId="870185042" sldId="293"/>
            <ac:spMk id="635" creationId="{406515EC-A240-7DB8-C672-F3DD3B6868AE}"/>
          </ac:spMkLst>
        </pc:spChg>
        <pc:spChg chg="mod">
          <ac:chgData name="Soban Najam" userId="59c411b0-ccb7-4330-99a9-29cc04a2c185" providerId="ADAL" clId="{7175BE28-6B03-4995-88E8-34BBC4F1360E}" dt="2023-09-21T06:44:37.090" v="3451" actId="165"/>
          <ac:spMkLst>
            <pc:docMk/>
            <pc:sldMk cId="870185042" sldId="293"/>
            <ac:spMk id="636" creationId="{FB61AF5D-5B38-663E-DFFA-3D0E29BD42E8}"/>
          </ac:spMkLst>
        </pc:spChg>
        <pc:spChg chg="mod">
          <ac:chgData name="Soban Najam" userId="59c411b0-ccb7-4330-99a9-29cc04a2c185" providerId="ADAL" clId="{7175BE28-6B03-4995-88E8-34BBC4F1360E}" dt="2023-09-21T06:44:37.090" v="3451" actId="165"/>
          <ac:spMkLst>
            <pc:docMk/>
            <pc:sldMk cId="870185042" sldId="293"/>
            <ac:spMk id="637" creationId="{D0FB736E-08E2-76C3-FA64-94A81CDBABC9}"/>
          </ac:spMkLst>
        </pc:spChg>
        <pc:spChg chg="mod">
          <ac:chgData name="Soban Najam" userId="59c411b0-ccb7-4330-99a9-29cc04a2c185" providerId="ADAL" clId="{7175BE28-6B03-4995-88E8-34BBC4F1360E}" dt="2023-09-21T06:44:37.090" v="3451" actId="165"/>
          <ac:spMkLst>
            <pc:docMk/>
            <pc:sldMk cId="870185042" sldId="293"/>
            <ac:spMk id="638" creationId="{DCC0429D-BF5C-BD9C-A03C-BE7A69C4D671}"/>
          </ac:spMkLst>
        </pc:spChg>
        <pc:spChg chg="mod">
          <ac:chgData name="Soban Najam" userId="59c411b0-ccb7-4330-99a9-29cc04a2c185" providerId="ADAL" clId="{7175BE28-6B03-4995-88E8-34BBC4F1360E}" dt="2023-09-21T06:44:37.090" v="3451" actId="165"/>
          <ac:spMkLst>
            <pc:docMk/>
            <pc:sldMk cId="870185042" sldId="293"/>
            <ac:spMk id="639" creationId="{43CA40AE-92C1-D518-0EC2-54CDCB721587}"/>
          </ac:spMkLst>
        </pc:spChg>
        <pc:spChg chg="mod">
          <ac:chgData name="Soban Najam" userId="59c411b0-ccb7-4330-99a9-29cc04a2c185" providerId="ADAL" clId="{7175BE28-6B03-4995-88E8-34BBC4F1360E}" dt="2023-09-21T06:44:37.090" v="3451" actId="165"/>
          <ac:spMkLst>
            <pc:docMk/>
            <pc:sldMk cId="870185042" sldId="293"/>
            <ac:spMk id="640" creationId="{008474C3-DAA2-CC4F-06CF-EA9E875017C1}"/>
          </ac:spMkLst>
        </pc:spChg>
        <pc:spChg chg="mod">
          <ac:chgData name="Soban Najam" userId="59c411b0-ccb7-4330-99a9-29cc04a2c185" providerId="ADAL" clId="{7175BE28-6B03-4995-88E8-34BBC4F1360E}" dt="2023-09-21T06:44:37.090" v="3451" actId="165"/>
          <ac:spMkLst>
            <pc:docMk/>
            <pc:sldMk cId="870185042" sldId="293"/>
            <ac:spMk id="641" creationId="{2857AC24-65D2-DB39-283A-A1CAE0A3C72C}"/>
          </ac:spMkLst>
        </pc:spChg>
        <pc:spChg chg="mod">
          <ac:chgData name="Soban Najam" userId="59c411b0-ccb7-4330-99a9-29cc04a2c185" providerId="ADAL" clId="{7175BE28-6B03-4995-88E8-34BBC4F1360E}" dt="2023-09-21T06:44:37.090" v="3451" actId="165"/>
          <ac:spMkLst>
            <pc:docMk/>
            <pc:sldMk cId="870185042" sldId="293"/>
            <ac:spMk id="642" creationId="{370A6E4D-BD72-4BD5-AE77-8198F3DCF542}"/>
          </ac:spMkLst>
        </pc:spChg>
        <pc:spChg chg="mod">
          <ac:chgData name="Soban Najam" userId="59c411b0-ccb7-4330-99a9-29cc04a2c185" providerId="ADAL" clId="{7175BE28-6B03-4995-88E8-34BBC4F1360E}" dt="2023-09-21T06:43:08.147" v="3417" actId="165"/>
          <ac:spMkLst>
            <pc:docMk/>
            <pc:sldMk cId="870185042" sldId="293"/>
            <ac:spMk id="643" creationId="{A8B321FC-1D5D-488E-1591-477979E5FEEB}"/>
          </ac:spMkLst>
        </pc:spChg>
        <pc:spChg chg="mod">
          <ac:chgData name="Soban Najam" userId="59c411b0-ccb7-4330-99a9-29cc04a2c185" providerId="ADAL" clId="{7175BE28-6B03-4995-88E8-34BBC4F1360E}" dt="2023-09-21T06:43:08.147" v="3417" actId="165"/>
          <ac:spMkLst>
            <pc:docMk/>
            <pc:sldMk cId="870185042" sldId="293"/>
            <ac:spMk id="644" creationId="{6CF79616-2C83-E62F-E0CD-277639521A07}"/>
          </ac:spMkLst>
        </pc:spChg>
        <pc:spChg chg="mod">
          <ac:chgData name="Soban Najam" userId="59c411b0-ccb7-4330-99a9-29cc04a2c185" providerId="ADAL" clId="{7175BE28-6B03-4995-88E8-34BBC4F1360E}" dt="2023-09-21T06:43:08.147" v="3417" actId="165"/>
          <ac:spMkLst>
            <pc:docMk/>
            <pc:sldMk cId="870185042" sldId="293"/>
            <ac:spMk id="645" creationId="{D0F281B4-8E70-FDD1-DFE5-96F0B9355F6A}"/>
          </ac:spMkLst>
        </pc:spChg>
        <pc:spChg chg="mod">
          <ac:chgData name="Soban Najam" userId="59c411b0-ccb7-4330-99a9-29cc04a2c185" providerId="ADAL" clId="{7175BE28-6B03-4995-88E8-34BBC4F1360E}" dt="2023-09-21T06:43:08.147" v="3417" actId="165"/>
          <ac:spMkLst>
            <pc:docMk/>
            <pc:sldMk cId="870185042" sldId="293"/>
            <ac:spMk id="646" creationId="{864AB0D1-ACC3-B1BF-95F6-9E6BD9B989BE}"/>
          </ac:spMkLst>
        </pc:spChg>
        <pc:spChg chg="mod">
          <ac:chgData name="Soban Najam" userId="59c411b0-ccb7-4330-99a9-29cc04a2c185" providerId="ADAL" clId="{7175BE28-6B03-4995-88E8-34BBC4F1360E}" dt="2023-09-21T06:43:08.147" v="3417" actId="165"/>
          <ac:spMkLst>
            <pc:docMk/>
            <pc:sldMk cId="870185042" sldId="293"/>
            <ac:spMk id="647" creationId="{B54D326F-391B-1C2F-10AD-6658C4E9EC15}"/>
          </ac:spMkLst>
        </pc:spChg>
        <pc:spChg chg="mod">
          <ac:chgData name="Soban Najam" userId="59c411b0-ccb7-4330-99a9-29cc04a2c185" providerId="ADAL" clId="{7175BE28-6B03-4995-88E8-34BBC4F1360E}" dt="2023-09-21T06:43:08.147" v="3417" actId="165"/>
          <ac:spMkLst>
            <pc:docMk/>
            <pc:sldMk cId="870185042" sldId="293"/>
            <ac:spMk id="648" creationId="{60B954A4-9221-BF4C-4110-ED316E5AD139}"/>
          </ac:spMkLst>
        </pc:spChg>
        <pc:spChg chg="mod">
          <ac:chgData name="Soban Najam" userId="59c411b0-ccb7-4330-99a9-29cc04a2c185" providerId="ADAL" clId="{7175BE28-6B03-4995-88E8-34BBC4F1360E}" dt="2023-09-21T06:43:08.147" v="3417" actId="165"/>
          <ac:spMkLst>
            <pc:docMk/>
            <pc:sldMk cId="870185042" sldId="293"/>
            <ac:spMk id="649" creationId="{3287F08E-138E-8EC5-172B-3B24733F929B}"/>
          </ac:spMkLst>
        </pc:spChg>
        <pc:spChg chg="mod">
          <ac:chgData name="Soban Najam" userId="59c411b0-ccb7-4330-99a9-29cc04a2c185" providerId="ADAL" clId="{7175BE28-6B03-4995-88E8-34BBC4F1360E}" dt="2023-09-21T06:43:08.147" v="3417" actId="165"/>
          <ac:spMkLst>
            <pc:docMk/>
            <pc:sldMk cId="870185042" sldId="293"/>
            <ac:spMk id="650" creationId="{ABF08683-B99A-76A9-ED86-EC2837BAC926}"/>
          </ac:spMkLst>
        </pc:spChg>
        <pc:spChg chg="mod">
          <ac:chgData name="Soban Najam" userId="59c411b0-ccb7-4330-99a9-29cc04a2c185" providerId="ADAL" clId="{7175BE28-6B03-4995-88E8-34BBC4F1360E}" dt="2023-09-21T06:43:08.147" v="3417" actId="165"/>
          <ac:spMkLst>
            <pc:docMk/>
            <pc:sldMk cId="870185042" sldId="293"/>
            <ac:spMk id="651" creationId="{196987E0-46EB-80CF-9963-495F2AB14493}"/>
          </ac:spMkLst>
        </pc:spChg>
        <pc:spChg chg="mod">
          <ac:chgData name="Soban Najam" userId="59c411b0-ccb7-4330-99a9-29cc04a2c185" providerId="ADAL" clId="{7175BE28-6B03-4995-88E8-34BBC4F1360E}" dt="2023-09-21T06:43:08.147" v="3417" actId="165"/>
          <ac:spMkLst>
            <pc:docMk/>
            <pc:sldMk cId="870185042" sldId="293"/>
            <ac:spMk id="652" creationId="{F0049226-9AC4-E850-9CEF-107DE582135E}"/>
          </ac:spMkLst>
        </pc:spChg>
        <pc:spChg chg="mod">
          <ac:chgData name="Soban Najam" userId="59c411b0-ccb7-4330-99a9-29cc04a2c185" providerId="ADAL" clId="{7175BE28-6B03-4995-88E8-34BBC4F1360E}" dt="2023-09-21T06:43:08.147" v="3417" actId="165"/>
          <ac:spMkLst>
            <pc:docMk/>
            <pc:sldMk cId="870185042" sldId="293"/>
            <ac:spMk id="653" creationId="{A7ECB540-64EE-71B6-8CB4-4BDF1AC37902}"/>
          </ac:spMkLst>
        </pc:spChg>
        <pc:spChg chg="mod">
          <ac:chgData name="Soban Najam" userId="59c411b0-ccb7-4330-99a9-29cc04a2c185" providerId="ADAL" clId="{7175BE28-6B03-4995-88E8-34BBC4F1360E}" dt="2023-09-21T06:43:08.147" v="3417" actId="165"/>
          <ac:spMkLst>
            <pc:docMk/>
            <pc:sldMk cId="870185042" sldId="293"/>
            <ac:spMk id="654" creationId="{7BD8E685-16F2-6BE2-412D-C16B88CE0CCF}"/>
          </ac:spMkLst>
        </pc:spChg>
        <pc:spChg chg="mod">
          <ac:chgData name="Soban Najam" userId="59c411b0-ccb7-4330-99a9-29cc04a2c185" providerId="ADAL" clId="{7175BE28-6B03-4995-88E8-34BBC4F1360E}" dt="2023-09-21T06:43:08.147" v="3417" actId="165"/>
          <ac:spMkLst>
            <pc:docMk/>
            <pc:sldMk cId="870185042" sldId="293"/>
            <ac:spMk id="655" creationId="{A8B2E73B-9E3F-A0E3-B809-FE05375C9915}"/>
          </ac:spMkLst>
        </pc:spChg>
        <pc:spChg chg="mod">
          <ac:chgData name="Soban Najam" userId="59c411b0-ccb7-4330-99a9-29cc04a2c185" providerId="ADAL" clId="{7175BE28-6B03-4995-88E8-34BBC4F1360E}" dt="2023-09-21T06:43:08.147" v="3417" actId="165"/>
          <ac:spMkLst>
            <pc:docMk/>
            <pc:sldMk cId="870185042" sldId="293"/>
            <ac:spMk id="656" creationId="{DC628E7A-182F-B3ED-DD8D-DE63B31F3369}"/>
          </ac:spMkLst>
        </pc:spChg>
        <pc:spChg chg="mod">
          <ac:chgData name="Soban Najam" userId="59c411b0-ccb7-4330-99a9-29cc04a2c185" providerId="ADAL" clId="{7175BE28-6B03-4995-88E8-34BBC4F1360E}" dt="2023-09-21T06:43:08.147" v="3417" actId="165"/>
          <ac:spMkLst>
            <pc:docMk/>
            <pc:sldMk cId="870185042" sldId="293"/>
            <ac:spMk id="657" creationId="{331C3B17-7AF4-11BB-A4F9-EB037F5DCEB4}"/>
          </ac:spMkLst>
        </pc:spChg>
        <pc:spChg chg="mod">
          <ac:chgData name="Soban Najam" userId="59c411b0-ccb7-4330-99a9-29cc04a2c185" providerId="ADAL" clId="{7175BE28-6B03-4995-88E8-34BBC4F1360E}" dt="2023-09-21T06:43:08.147" v="3417" actId="165"/>
          <ac:spMkLst>
            <pc:docMk/>
            <pc:sldMk cId="870185042" sldId="293"/>
            <ac:spMk id="658" creationId="{E65943EC-069B-B280-3017-C44612BA0970}"/>
          </ac:spMkLst>
        </pc:spChg>
        <pc:spChg chg="mod">
          <ac:chgData name="Soban Najam" userId="59c411b0-ccb7-4330-99a9-29cc04a2c185" providerId="ADAL" clId="{7175BE28-6B03-4995-88E8-34BBC4F1360E}" dt="2023-09-21T06:43:08.147" v="3417" actId="165"/>
          <ac:spMkLst>
            <pc:docMk/>
            <pc:sldMk cId="870185042" sldId="293"/>
            <ac:spMk id="659" creationId="{CCAA0D8C-C25C-AA29-A0FB-093CCCE5CC84}"/>
          </ac:spMkLst>
        </pc:spChg>
        <pc:spChg chg="mod">
          <ac:chgData name="Soban Najam" userId="59c411b0-ccb7-4330-99a9-29cc04a2c185" providerId="ADAL" clId="{7175BE28-6B03-4995-88E8-34BBC4F1360E}" dt="2023-09-21T06:43:08.147" v="3417" actId="165"/>
          <ac:spMkLst>
            <pc:docMk/>
            <pc:sldMk cId="870185042" sldId="293"/>
            <ac:spMk id="660" creationId="{411B9FD5-A199-20EA-6C33-A1BEBC3CBDC2}"/>
          </ac:spMkLst>
        </pc:spChg>
        <pc:spChg chg="mod">
          <ac:chgData name="Soban Najam" userId="59c411b0-ccb7-4330-99a9-29cc04a2c185" providerId="ADAL" clId="{7175BE28-6B03-4995-88E8-34BBC4F1360E}" dt="2023-09-21T06:43:08.147" v="3417" actId="165"/>
          <ac:spMkLst>
            <pc:docMk/>
            <pc:sldMk cId="870185042" sldId="293"/>
            <ac:spMk id="661" creationId="{ABD63959-9BAC-0A42-F0EB-4A8B17C387FB}"/>
          </ac:spMkLst>
        </pc:spChg>
        <pc:spChg chg="mod">
          <ac:chgData name="Soban Najam" userId="59c411b0-ccb7-4330-99a9-29cc04a2c185" providerId="ADAL" clId="{7175BE28-6B03-4995-88E8-34BBC4F1360E}" dt="2023-09-21T06:43:08.147" v="3417" actId="165"/>
          <ac:spMkLst>
            <pc:docMk/>
            <pc:sldMk cId="870185042" sldId="293"/>
            <ac:spMk id="662" creationId="{6C7B5498-36F4-7381-356E-F9F3AD8AB0B6}"/>
          </ac:spMkLst>
        </pc:spChg>
        <pc:spChg chg="mod">
          <ac:chgData name="Soban Najam" userId="59c411b0-ccb7-4330-99a9-29cc04a2c185" providerId="ADAL" clId="{7175BE28-6B03-4995-88E8-34BBC4F1360E}" dt="2023-09-21T06:43:08.147" v="3417" actId="165"/>
          <ac:spMkLst>
            <pc:docMk/>
            <pc:sldMk cId="870185042" sldId="293"/>
            <ac:spMk id="663" creationId="{00F5E746-BC2D-0D96-4446-5DD4A56EAEBE}"/>
          </ac:spMkLst>
        </pc:spChg>
        <pc:spChg chg="mod">
          <ac:chgData name="Soban Najam" userId="59c411b0-ccb7-4330-99a9-29cc04a2c185" providerId="ADAL" clId="{7175BE28-6B03-4995-88E8-34BBC4F1360E}" dt="2023-09-21T06:43:08.147" v="3417" actId="165"/>
          <ac:spMkLst>
            <pc:docMk/>
            <pc:sldMk cId="870185042" sldId="293"/>
            <ac:spMk id="664" creationId="{B0C370F3-DB63-6A28-59DF-A22FBA5D1312}"/>
          </ac:spMkLst>
        </pc:spChg>
        <pc:spChg chg="mod">
          <ac:chgData name="Soban Najam" userId="59c411b0-ccb7-4330-99a9-29cc04a2c185" providerId="ADAL" clId="{7175BE28-6B03-4995-88E8-34BBC4F1360E}" dt="2023-09-21T06:43:08.147" v="3417" actId="165"/>
          <ac:spMkLst>
            <pc:docMk/>
            <pc:sldMk cId="870185042" sldId="293"/>
            <ac:spMk id="665" creationId="{619FDEC1-22C7-39FE-1413-4A277CF963BB}"/>
          </ac:spMkLst>
        </pc:spChg>
        <pc:spChg chg="mod">
          <ac:chgData name="Soban Najam" userId="59c411b0-ccb7-4330-99a9-29cc04a2c185" providerId="ADAL" clId="{7175BE28-6B03-4995-88E8-34BBC4F1360E}" dt="2023-09-21T06:43:08.147" v="3417" actId="165"/>
          <ac:spMkLst>
            <pc:docMk/>
            <pc:sldMk cId="870185042" sldId="293"/>
            <ac:spMk id="666" creationId="{63595FF7-8DE3-4731-A1AB-7CF6968CEAFB}"/>
          </ac:spMkLst>
        </pc:spChg>
        <pc:spChg chg="mod">
          <ac:chgData name="Soban Najam" userId="59c411b0-ccb7-4330-99a9-29cc04a2c185" providerId="ADAL" clId="{7175BE28-6B03-4995-88E8-34BBC4F1360E}" dt="2023-09-21T06:43:08.147" v="3417" actId="165"/>
          <ac:spMkLst>
            <pc:docMk/>
            <pc:sldMk cId="870185042" sldId="293"/>
            <ac:spMk id="667" creationId="{C7F433DA-E03B-2A5E-E46F-87DA5D708003}"/>
          </ac:spMkLst>
        </pc:spChg>
        <pc:spChg chg="mod">
          <ac:chgData name="Soban Najam" userId="59c411b0-ccb7-4330-99a9-29cc04a2c185" providerId="ADAL" clId="{7175BE28-6B03-4995-88E8-34BBC4F1360E}" dt="2023-09-21T06:43:08.147" v="3417" actId="165"/>
          <ac:spMkLst>
            <pc:docMk/>
            <pc:sldMk cId="870185042" sldId="293"/>
            <ac:spMk id="668" creationId="{C0F1DBBD-0553-7A9B-AF52-0D1B06A0C0C2}"/>
          </ac:spMkLst>
        </pc:spChg>
        <pc:spChg chg="mod">
          <ac:chgData name="Soban Najam" userId="59c411b0-ccb7-4330-99a9-29cc04a2c185" providerId="ADAL" clId="{7175BE28-6B03-4995-88E8-34BBC4F1360E}" dt="2023-09-21T06:43:08.147" v="3417" actId="165"/>
          <ac:spMkLst>
            <pc:docMk/>
            <pc:sldMk cId="870185042" sldId="293"/>
            <ac:spMk id="669" creationId="{7E4EB468-2F67-D800-B281-73B2A52DC945}"/>
          </ac:spMkLst>
        </pc:spChg>
        <pc:spChg chg="mod">
          <ac:chgData name="Soban Najam" userId="59c411b0-ccb7-4330-99a9-29cc04a2c185" providerId="ADAL" clId="{7175BE28-6B03-4995-88E8-34BBC4F1360E}" dt="2023-09-21T06:43:08.147" v="3417" actId="165"/>
          <ac:spMkLst>
            <pc:docMk/>
            <pc:sldMk cId="870185042" sldId="293"/>
            <ac:spMk id="670" creationId="{9C9021C4-15E3-E6B4-8436-97EB8669AFDF}"/>
          </ac:spMkLst>
        </pc:spChg>
        <pc:spChg chg="mod">
          <ac:chgData name="Soban Najam" userId="59c411b0-ccb7-4330-99a9-29cc04a2c185" providerId="ADAL" clId="{7175BE28-6B03-4995-88E8-34BBC4F1360E}" dt="2023-09-21T06:43:08.147" v="3417" actId="165"/>
          <ac:spMkLst>
            <pc:docMk/>
            <pc:sldMk cId="870185042" sldId="293"/>
            <ac:spMk id="671" creationId="{0A51DE93-B6CB-CD7E-1C29-7993122031FD}"/>
          </ac:spMkLst>
        </pc:spChg>
        <pc:spChg chg="mod">
          <ac:chgData name="Soban Najam" userId="59c411b0-ccb7-4330-99a9-29cc04a2c185" providerId="ADAL" clId="{7175BE28-6B03-4995-88E8-34BBC4F1360E}" dt="2023-09-21T06:43:08.147" v="3417" actId="165"/>
          <ac:spMkLst>
            <pc:docMk/>
            <pc:sldMk cId="870185042" sldId="293"/>
            <ac:spMk id="672" creationId="{46412C78-2894-528F-640F-414BE0346B4C}"/>
          </ac:spMkLst>
        </pc:spChg>
        <pc:spChg chg="mod">
          <ac:chgData name="Soban Najam" userId="59c411b0-ccb7-4330-99a9-29cc04a2c185" providerId="ADAL" clId="{7175BE28-6B03-4995-88E8-34BBC4F1360E}" dt="2023-09-21T06:43:08.147" v="3417" actId="165"/>
          <ac:spMkLst>
            <pc:docMk/>
            <pc:sldMk cId="870185042" sldId="293"/>
            <ac:spMk id="673" creationId="{9B5F6624-4F0D-8E4C-583F-FC3164D14CE6}"/>
          </ac:spMkLst>
        </pc:spChg>
        <pc:spChg chg="mod">
          <ac:chgData name="Soban Najam" userId="59c411b0-ccb7-4330-99a9-29cc04a2c185" providerId="ADAL" clId="{7175BE28-6B03-4995-88E8-34BBC4F1360E}" dt="2023-09-21T06:43:08.147" v="3417" actId="165"/>
          <ac:spMkLst>
            <pc:docMk/>
            <pc:sldMk cId="870185042" sldId="293"/>
            <ac:spMk id="674" creationId="{B6D00ADB-4172-6E2E-668D-B1CCCD7D5DF3}"/>
          </ac:spMkLst>
        </pc:spChg>
        <pc:spChg chg="mod">
          <ac:chgData name="Soban Najam" userId="59c411b0-ccb7-4330-99a9-29cc04a2c185" providerId="ADAL" clId="{7175BE28-6B03-4995-88E8-34BBC4F1360E}" dt="2023-09-21T06:43:08.147" v="3417" actId="165"/>
          <ac:spMkLst>
            <pc:docMk/>
            <pc:sldMk cId="870185042" sldId="293"/>
            <ac:spMk id="675" creationId="{1F0374C8-EF81-DBEC-22B8-90DB9BEE0FBF}"/>
          </ac:spMkLst>
        </pc:spChg>
        <pc:spChg chg="mod">
          <ac:chgData name="Soban Najam" userId="59c411b0-ccb7-4330-99a9-29cc04a2c185" providerId="ADAL" clId="{7175BE28-6B03-4995-88E8-34BBC4F1360E}" dt="2023-09-21T06:43:08.147" v="3417" actId="165"/>
          <ac:spMkLst>
            <pc:docMk/>
            <pc:sldMk cId="870185042" sldId="293"/>
            <ac:spMk id="676" creationId="{02515D85-9EAF-FC19-4069-730316CD797F}"/>
          </ac:spMkLst>
        </pc:spChg>
        <pc:spChg chg="mod">
          <ac:chgData name="Soban Najam" userId="59c411b0-ccb7-4330-99a9-29cc04a2c185" providerId="ADAL" clId="{7175BE28-6B03-4995-88E8-34BBC4F1360E}" dt="2023-09-21T06:43:08.147" v="3417" actId="165"/>
          <ac:spMkLst>
            <pc:docMk/>
            <pc:sldMk cId="870185042" sldId="293"/>
            <ac:spMk id="677" creationId="{8E762CB9-DE84-B003-9797-05BF3A9F8BFC}"/>
          </ac:spMkLst>
        </pc:spChg>
        <pc:spChg chg="mod">
          <ac:chgData name="Soban Najam" userId="59c411b0-ccb7-4330-99a9-29cc04a2c185" providerId="ADAL" clId="{7175BE28-6B03-4995-88E8-34BBC4F1360E}" dt="2023-09-21T06:43:08.147" v="3417" actId="165"/>
          <ac:spMkLst>
            <pc:docMk/>
            <pc:sldMk cId="870185042" sldId="293"/>
            <ac:spMk id="678" creationId="{D2F5E9FF-01FB-D7DF-20DB-5E9E1132878F}"/>
          </ac:spMkLst>
        </pc:spChg>
        <pc:spChg chg="mod">
          <ac:chgData name="Soban Najam" userId="59c411b0-ccb7-4330-99a9-29cc04a2c185" providerId="ADAL" clId="{7175BE28-6B03-4995-88E8-34BBC4F1360E}" dt="2023-09-21T06:43:08.147" v="3417" actId="165"/>
          <ac:spMkLst>
            <pc:docMk/>
            <pc:sldMk cId="870185042" sldId="293"/>
            <ac:spMk id="679" creationId="{0401B0B7-B850-5D93-604F-1D2E68818293}"/>
          </ac:spMkLst>
        </pc:spChg>
        <pc:spChg chg="mod">
          <ac:chgData name="Soban Najam" userId="59c411b0-ccb7-4330-99a9-29cc04a2c185" providerId="ADAL" clId="{7175BE28-6B03-4995-88E8-34BBC4F1360E}" dt="2023-09-21T06:43:08.147" v="3417" actId="165"/>
          <ac:spMkLst>
            <pc:docMk/>
            <pc:sldMk cId="870185042" sldId="293"/>
            <ac:spMk id="680" creationId="{6BBA4986-93B4-A1A0-4134-C379ED00C454}"/>
          </ac:spMkLst>
        </pc:spChg>
        <pc:spChg chg="mod">
          <ac:chgData name="Soban Najam" userId="59c411b0-ccb7-4330-99a9-29cc04a2c185" providerId="ADAL" clId="{7175BE28-6B03-4995-88E8-34BBC4F1360E}" dt="2023-09-21T06:43:08.147" v="3417" actId="165"/>
          <ac:spMkLst>
            <pc:docMk/>
            <pc:sldMk cId="870185042" sldId="293"/>
            <ac:spMk id="681" creationId="{57921BD7-50BA-302F-5A40-8324A939BCFF}"/>
          </ac:spMkLst>
        </pc:spChg>
        <pc:spChg chg="mod">
          <ac:chgData name="Soban Najam" userId="59c411b0-ccb7-4330-99a9-29cc04a2c185" providerId="ADAL" clId="{7175BE28-6B03-4995-88E8-34BBC4F1360E}" dt="2023-09-21T06:43:08.147" v="3417" actId="165"/>
          <ac:spMkLst>
            <pc:docMk/>
            <pc:sldMk cId="870185042" sldId="293"/>
            <ac:spMk id="682" creationId="{91896BD8-6CCE-651C-C268-D9EE35636F60}"/>
          </ac:spMkLst>
        </pc:spChg>
        <pc:spChg chg="mod">
          <ac:chgData name="Soban Najam" userId="59c411b0-ccb7-4330-99a9-29cc04a2c185" providerId="ADAL" clId="{7175BE28-6B03-4995-88E8-34BBC4F1360E}" dt="2023-09-21T06:43:08.147" v="3417" actId="165"/>
          <ac:spMkLst>
            <pc:docMk/>
            <pc:sldMk cId="870185042" sldId="293"/>
            <ac:spMk id="683" creationId="{6FCFDE20-8144-DC7D-6930-4EBCDFB98D61}"/>
          </ac:spMkLst>
        </pc:spChg>
        <pc:spChg chg="mod">
          <ac:chgData name="Soban Najam" userId="59c411b0-ccb7-4330-99a9-29cc04a2c185" providerId="ADAL" clId="{7175BE28-6B03-4995-88E8-34BBC4F1360E}" dt="2023-09-21T06:43:08.147" v="3417" actId="165"/>
          <ac:spMkLst>
            <pc:docMk/>
            <pc:sldMk cId="870185042" sldId="293"/>
            <ac:spMk id="684" creationId="{1E37328D-B08A-A541-CB01-6A3A2ADF9838}"/>
          </ac:spMkLst>
        </pc:spChg>
        <pc:spChg chg="mod">
          <ac:chgData name="Soban Najam" userId="59c411b0-ccb7-4330-99a9-29cc04a2c185" providerId="ADAL" clId="{7175BE28-6B03-4995-88E8-34BBC4F1360E}" dt="2023-09-21T06:43:08.147" v="3417" actId="165"/>
          <ac:spMkLst>
            <pc:docMk/>
            <pc:sldMk cId="870185042" sldId="293"/>
            <ac:spMk id="685" creationId="{9CFFD8BA-5220-B560-3380-3BF6EFB62465}"/>
          </ac:spMkLst>
        </pc:spChg>
        <pc:spChg chg="mod">
          <ac:chgData name="Soban Najam" userId="59c411b0-ccb7-4330-99a9-29cc04a2c185" providerId="ADAL" clId="{7175BE28-6B03-4995-88E8-34BBC4F1360E}" dt="2023-09-21T06:43:08.147" v="3417" actId="165"/>
          <ac:spMkLst>
            <pc:docMk/>
            <pc:sldMk cId="870185042" sldId="293"/>
            <ac:spMk id="686" creationId="{14590CA2-8485-C84B-700E-8C24E8B9F8CC}"/>
          </ac:spMkLst>
        </pc:spChg>
        <pc:spChg chg="mod">
          <ac:chgData name="Soban Najam" userId="59c411b0-ccb7-4330-99a9-29cc04a2c185" providerId="ADAL" clId="{7175BE28-6B03-4995-88E8-34BBC4F1360E}" dt="2023-09-21T06:43:08.147" v="3417" actId="165"/>
          <ac:spMkLst>
            <pc:docMk/>
            <pc:sldMk cId="870185042" sldId="293"/>
            <ac:spMk id="687" creationId="{77D82CF0-BBEB-B7B0-8D0A-13CC739B2004}"/>
          </ac:spMkLst>
        </pc:spChg>
        <pc:spChg chg="mod">
          <ac:chgData name="Soban Najam" userId="59c411b0-ccb7-4330-99a9-29cc04a2c185" providerId="ADAL" clId="{7175BE28-6B03-4995-88E8-34BBC4F1360E}" dt="2023-09-21T06:43:08.147" v="3417" actId="165"/>
          <ac:spMkLst>
            <pc:docMk/>
            <pc:sldMk cId="870185042" sldId="293"/>
            <ac:spMk id="688" creationId="{65E863CA-2E54-A533-07E8-23181E8CD5A5}"/>
          </ac:spMkLst>
        </pc:spChg>
        <pc:spChg chg="mod">
          <ac:chgData name="Soban Najam" userId="59c411b0-ccb7-4330-99a9-29cc04a2c185" providerId="ADAL" clId="{7175BE28-6B03-4995-88E8-34BBC4F1360E}" dt="2023-09-21T06:43:08.147" v="3417" actId="165"/>
          <ac:spMkLst>
            <pc:docMk/>
            <pc:sldMk cId="870185042" sldId="293"/>
            <ac:spMk id="689" creationId="{3275903F-4B00-6534-8855-3F2E5E76421C}"/>
          </ac:spMkLst>
        </pc:spChg>
        <pc:spChg chg="mod">
          <ac:chgData name="Soban Najam" userId="59c411b0-ccb7-4330-99a9-29cc04a2c185" providerId="ADAL" clId="{7175BE28-6B03-4995-88E8-34BBC4F1360E}" dt="2023-09-21T06:43:08.147" v="3417" actId="165"/>
          <ac:spMkLst>
            <pc:docMk/>
            <pc:sldMk cId="870185042" sldId="293"/>
            <ac:spMk id="690" creationId="{01475991-91A4-F6C7-1FF4-D9703093C1C2}"/>
          </ac:spMkLst>
        </pc:spChg>
        <pc:spChg chg="mod">
          <ac:chgData name="Soban Najam" userId="59c411b0-ccb7-4330-99a9-29cc04a2c185" providerId="ADAL" clId="{7175BE28-6B03-4995-88E8-34BBC4F1360E}" dt="2023-09-21T06:43:08.147" v="3417" actId="165"/>
          <ac:spMkLst>
            <pc:docMk/>
            <pc:sldMk cId="870185042" sldId="293"/>
            <ac:spMk id="691" creationId="{13B26596-CDD3-057B-F6FB-4C2132C5C6DF}"/>
          </ac:spMkLst>
        </pc:spChg>
        <pc:spChg chg="mod">
          <ac:chgData name="Soban Najam" userId="59c411b0-ccb7-4330-99a9-29cc04a2c185" providerId="ADAL" clId="{7175BE28-6B03-4995-88E8-34BBC4F1360E}" dt="2023-09-21T06:43:08.147" v="3417" actId="165"/>
          <ac:spMkLst>
            <pc:docMk/>
            <pc:sldMk cId="870185042" sldId="293"/>
            <ac:spMk id="692" creationId="{7E792277-1ACB-C551-A738-DA01256A45F2}"/>
          </ac:spMkLst>
        </pc:spChg>
        <pc:spChg chg="mod">
          <ac:chgData name="Soban Najam" userId="59c411b0-ccb7-4330-99a9-29cc04a2c185" providerId="ADAL" clId="{7175BE28-6B03-4995-88E8-34BBC4F1360E}" dt="2023-09-21T06:43:08.147" v="3417" actId="165"/>
          <ac:spMkLst>
            <pc:docMk/>
            <pc:sldMk cId="870185042" sldId="293"/>
            <ac:spMk id="693" creationId="{3546D614-121B-1067-8110-C69CEFE413C3}"/>
          </ac:spMkLst>
        </pc:spChg>
        <pc:spChg chg="mod">
          <ac:chgData name="Soban Najam" userId="59c411b0-ccb7-4330-99a9-29cc04a2c185" providerId="ADAL" clId="{7175BE28-6B03-4995-88E8-34BBC4F1360E}" dt="2023-09-21T06:43:08.147" v="3417" actId="165"/>
          <ac:spMkLst>
            <pc:docMk/>
            <pc:sldMk cId="870185042" sldId="293"/>
            <ac:spMk id="694" creationId="{2399C7C5-2E0C-C21E-6081-86FFFDF39117}"/>
          </ac:spMkLst>
        </pc:spChg>
        <pc:spChg chg="mod">
          <ac:chgData name="Soban Najam" userId="59c411b0-ccb7-4330-99a9-29cc04a2c185" providerId="ADAL" clId="{7175BE28-6B03-4995-88E8-34BBC4F1360E}" dt="2023-09-21T06:43:08.147" v="3417" actId="165"/>
          <ac:spMkLst>
            <pc:docMk/>
            <pc:sldMk cId="870185042" sldId="293"/>
            <ac:spMk id="695" creationId="{52FD6F75-1FDB-D3B3-D836-899A1A590ADC}"/>
          </ac:spMkLst>
        </pc:spChg>
        <pc:spChg chg="mod">
          <ac:chgData name="Soban Najam" userId="59c411b0-ccb7-4330-99a9-29cc04a2c185" providerId="ADAL" clId="{7175BE28-6B03-4995-88E8-34BBC4F1360E}" dt="2023-09-21T06:43:08.147" v="3417" actId="165"/>
          <ac:spMkLst>
            <pc:docMk/>
            <pc:sldMk cId="870185042" sldId="293"/>
            <ac:spMk id="696" creationId="{69E00AB0-DCFE-3D87-41A4-96CA1878CE2C}"/>
          </ac:spMkLst>
        </pc:spChg>
        <pc:spChg chg="mod">
          <ac:chgData name="Soban Najam" userId="59c411b0-ccb7-4330-99a9-29cc04a2c185" providerId="ADAL" clId="{7175BE28-6B03-4995-88E8-34BBC4F1360E}" dt="2023-09-21T06:43:08.147" v="3417" actId="165"/>
          <ac:spMkLst>
            <pc:docMk/>
            <pc:sldMk cId="870185042" sldId="293"/>
            <ac:spMk id="697" creationId="{4D74B4AB-DE30-84D5-52E6-D7B891A76C27}"/>
          </ac:spMkLst>
        </pc:spChg>
        <pc:spChg chg="mod">
          <ac:chgData name="Soban Najam" userId="59c411b0-ccb7-4330-99a9-29cc04a2c185" providerId="ADAL" clId="{7175BE28-6B03-4995-88E8-34BBC4F1360E}" dt="2023-09-21T06:43:08.147" v="3417" actId="165"/>
          <ac:spMkLst>
            <pc:docMk/>
            <pc:sldMk cId="870185042" sldId="293"/>
            <ac:spMk id="698" creationId="{E16575AF-AD61-B478-B435-F3C1843A0B6A}"/>
          </ac:spMkLst>
        </pc:spChg>
        <pc:spChg chg="mod">
          <ac:chgData name="Soban Najam" userId="59c411b0-ccb7-4330-99a9-29cc04a2c185" providerId="ADAL" clId="{7175BE28-6B03-4995-88E8-34BBC4F1360E}" dt="2023-09-21T06:43:08.147" v="3417" actId="165"/>
          <ac:spMkLst>
            <pc:docMk/>
            <pc:sldMk cId="870185042" sldId="293"/>
            <ac:spMk id="699" creationId="{1699938B-A680-31BC-949D-5F9C62D603A6}"/>
          </ac:spMkLst>
        </pc:spChg>
        <pc:spChg chg="mod">
          <ac:chgData name="Soban Najam" userId="59c411b0-ccb7-4330-99a9-29cc04a2c185" providerId="ADAL" clId="{7175BE28-6B03-4995-88E8-34BBC4F1360E}" dt="2023-09-21T06:43:08.147" v="3417" actId="165"/>
          <ac:spMkLst>
            <pc:docMk/>
            <pc:sldMk cId="870185042" sldId="293"/>
            <ac:spMk id="700" creationId="{30B47CFF-FFDB-3C1E-49EA-F56D81FFB523}"/>
          </ac:spMkLst>
        </pc:spChg>
        <pc:spChg chg="mod">
          <ac:chgData name="Soban Najam" userId="59c411b0-ccb7-4330-99a9-29cc04a2c185" providerId="ADAL" clId="{7175BE28-6B03-4995-88E8-34BBC4F1360E}" dt="2023-09-21T06:43:08.147" v="3417" actId="165"/>
          <ac:spMkLst>
            <pc:docMk/>
            <pc:sldMk cId="870185042" sldId="293"/>
            <ac:spMk id="701" creationId="{5D58E1DD-702B-3A29-C8B2-36904E68AA52}"/>
          </ac:spMkLst>
        </pc:spChg>
        <pc:spChg chg="mod">
          <ac:chgData name="Soban Najam" userId="59c411b0-ccb7-4330-99a9-29cc04a2c185" providerId="ADAL" clId="{7175BE28-6B03-4995-88E8-34BBC4F1360E}" dt="2023-09-21T06:43:08.147" v="3417" actId="165"/>
          <ac:spMkLst>
            <pc:docMk/>
            <pc:sldMk cId="870185042" sldId="293"/>
            <ac:spMk id="702" creationId="{8FB936C8-D262-B8AC-830C-4EC7C577612C}"/>
          </ac:spMkLst>
        </pc:spChg>
        <pc:spChg chg="mod">
          <ac:chgData name="Soban Najam" userId="59c411b0-ccb7-4330-99a9-29cc04a2c185" providerId="ADAL" clId="{7175BE28-6B03-4995-88E8-34BBC4F1360E}" dt="2023-09-21T06:43:08.147" v="3417" actId="165"/>
          <ac:spMkLst>
            <pc:docMk/>
            <pc:sldMk cId="870185042" sldId="293"/>
            <ac:spMk id="703" creationId="{BFA77B06-3C96-282F-AE5E-CFE46254DFDC}"/>
          </ac:spMkLst>
        </pc:spChg>
        <pc:spChg chg="mod">
          <ac:chgData name="Soban Najam" userId="59c411b0-ccb7-4330-99a9-29cc04a2c185" providerId="ADAL" clId="{7175BE28-6B03-4995-88E8-34BBC4F1360E}" dt="2023-09-21T06:43:08.147" v="3417" actId="165"/>
          <ac:spMkLst>
            <pc:docMk/>
            <pc:sldMk cId="870185042" sldId="293"/>
            <ac:spMk id="704" creationId="{E26E6529-7AA1-2545-C27C-4D60D6F38847}"/>
          </ac:spMkLst>
        </pc:spChg>
        <pc:spChg chg="mod">
          <ac:chgData name="Soban Najam" userId="59c411b0-ccb7-4330-99a9-29cc04a2c185" providerId="ADAL" clId="{7175BE28-6B03-4995-88E8-34BBC4F1360E}" dt="2023-09-21T06:43:08.147" v="3417" actId="165"/>
          <ac:spMkLst>
            <pc:docMk/>
            <pc:sldMk cId="870185042" sldId="293"/>
            <ac:spMk id="705" creationId="{AEE8AC96-1599-0B24-24B9-C30EAF91FA2D}"/>
          </ac:spMkLst>
        </pc:spChg>
        <pc:spChg chg="mod">
          <ac:chgData name="Soban Najam" userId="59c411b0-ccb7-4330-99a9-29cc04a2c185" providerId="ADAL" clId="{7175BE28-6B03-4995-88E8-34BBC4F1360E}" dt="2023-09-21T06:43:08.147" v="3417" actId="165"/>
          <ac:spMkLst>
            <pc:docMk/>
            <pc:sldMk cId="870185042" sldId="293"/>
            <ac:spMk id="706" creationId="{9CF6D76D-0239-9EAC-CAAC-3A732901B6BD}"/>
          </ac:spMkLst>
        </pc:spChg>
        <pc:spChg chg="mod">
          <ac:chgData name="Soban Najam" userId="59c411b0-ccb7-4330-99a9-29cc04a2c185" providerId="ADAL" clId="{7175BE28-6B03-4995-88E8-34BBC4F1360E}" dt="2023-09-21T06:43:08.147" v="3417" actId="165"/>
          <ac:spMkLst>
            <pc:docMk/>
            <pc:sldMk cId="870185042" sldId="293"/>
            <ac:spMk id="707" creationId="{7EB012EC-1265-0318-24F2-FC58C8043CBA}"/>
          </ac:spMkLst>
        </pc:spChg>
        <pc:grpChg chg="del">
          <ac:chgData name="Soban Najam" userId="59c411b0-ccb7-4330-99a9-29cc04a2c185" providerId="ADAL" clId="{7175BE28-6B03-4995-88E8-34BBC4F1360E}" dt="2023-09-21T06:13:23.530" v="3062" actId="165"/>
          <ac:grpSpMkLst>
            <pc:docMk/>
            <pc:sldMk cId="870185042" sldId="293"/>
            <ac:grpSpMk id="3" creationId="{5C662D5D-6996-9648-8D53-1FA92B836351}"/>
          </ac:grpSpMkLst>
        </pc:grpChg>
        <pc:grpChg chg="add del mod">
          <ac:chgData name="Soban Najam" userId="59c411b0-ccb7-4330-99a9-29cc04a2c185" providerId="ADAL" clId="{7175BE28-6B03-4995-88E8-34BBC4F1360E}" dt="2023-09-21T06:43:08.147" v="3417" actId="165"/>
          <ac:grpSpMkLst>
            <pc:docMk/>
            <pc:sldMk cId="870185042" sldId="293"/>
            <ac:grpSpMk id="3" creationId="{890015EF-816D-C501-9036-951FB8CDCFEF}"/>
          </ac:grpSpMkLst>
        </pc:grpChg>
        <pc:grpChg chg="del mod topLvl">
          <ac:chgData name="Soban Najam" userId="59c411b0-ccb7-4330-99a9-29cc04a2c185" providerId="ADAL" clId="{7175BE28-6B03-4995-88E8-34BBC4F1360E}" dt="2023-09-21T06:44:37.090" v="3451" actId="165"/>
          <ac:grpSpMkLst>
            <pc:docMk/>
            <pc:sldMk cId="870185042" sldId="293"/>
            <ac:grpSpMk id="4" creationId="{7CB81154-A5CC-4563-126E-013B4839EFE9}"/>
          </ac:grpSpMkLst>
        </pc:grpChg>
        <pc:grpChg chg="mod topLvl">
          <ac:chgData name="Soban Najam" userId="59c411b0-ccb7-4330-99a9-29cc04a2c185" providerId="ADAL" clId="{7175BE28-6B03-4995-88E8-34BBC4F1360E}" dt="2023-09-21T06:13:23.530" v="3062" actId="165"/>
          <ac:grpSpMkLst>
            <pc:docMk/>
            <pc:sldMk cId="870185042" sldId="293"/>
            <ac:grpSpMk id="8" creationId="{434D3F80-31D8-DB5A-DCB3-2C322BE10FC7}"/>
          </ac:grpSpMkLst>
        </pc:grpChg>
        <pc:grpChg chg="mod topLvl">
          <ac:chgData name="Soban Najam" userId="59c411b0-ccb7-4330-99a9-29cc04a2c185" providerId="ADAL" clId="{7175BE28-6B03-4995-88E8-34BBC4F1360E}" dt="2023-09-21T06:19:38.800" v="3121" actId="1076"/>
          <ac:grpSpMkLst>
            <pc:docMk/>
            <pc:sldMk cId="870185042" sldId="293"/>
            <ac:grpSpMk id="9" creationId="{8E32E96A-44A6-FBA4-3DC8-294E2CFF785D}"/>
          </ac:grpSpMkLst>
        </pc:grpChg>
        <pc:grpChg chg="mod topLvl">
          <ac:chgData name="Soban Najam" userId="59c411b0-ccb7-4330-99a9-29cc04a2c185" providerId="ADAL" clId="{7175BE28-6B03-4995-88E8-34BBC4F1360E}" dt="2023-09-21T06:20:03.272" v="3125" actId="1076"/>
          <ac:grpSpMkLst>
            <pc:docMk/>
            <pc:sldMk cId="870185042" sldId="293"/>
            <ac:grpSpMk id="10" creationId="{11807142-AEA6-9C68-E0BE-060AA8788472}"/>
          </ac:grpSpMkLst>
        </pc:grpChg>
        <pc:grpChg chg="mod topLvl">
          <ac:chgData name="Soban Najam" userId="59c411b0-ccb7-4330-99a9-29cc04a2c185" providerId="ADAL" clId="{7175BE28-6B03-4995-88E8-34BBC4F1360E}" dt="2023-09-21T06:13:23.530" v="3062" actId="165"/>
          <ac:grpSpMkLst>
            <pc:docMk/>
            <pc:sldMk cId="870185042" sldId="293"/>
            <ac:grpSpMk id="11" creationId="{FECCB528-B64A-DE55-2E95-37FAEC82B62C}"/>
          </ac:grpSpMkLst>
        </pc:grpChg>
        <pc:grpChg chg="mod topLvl">
          <ac:chgData name="Soban Najam" userId="59c411b0-ccb7-4330-99a9-29cc04a2c185" providerId="ADAL" clId="{7175BE28-6B03-4995-88E8-34BBC4F1360E}" dt="2023-09-21T06:13:23.530" v="3062" actId="165"/>
          <ac:grpSpMkLst>
            <pc:docMk/>
            <pc:sldMk cId="870185042" sldId="293"/>
            <ac:grpSpMk id="16" creationId="{98778271-53D8-FBFE-7CD6-8D2D3F447021}"/>
          </ac:grpSpMkLst>
        </pc:grpChg>
        <pc:grpChg chg="mod topLvl">
          <ac:chgData name="Soban Najam" userId="59c411b0-ccb7-4330-99a9-29cc04a2c185" providerId="ADAL" clId="{7175BE28-6B03-4995-88E8-34BBC4F1360E}" dt="2023-09-21T06:13:23.530" v="3062" actId="165"/>
          <ac:grpSpMkLst>
            <pc:docMk/>
            <pc:sldMk cId="870185042" sldId="293"/>
            <ac:grpSpMk id="17" creationId="{729F91F5-9C60-5268-E540-8223B5B9BFD7}"/>
          </ac:grpSpMkLst>
        </pc:grpChg>
        <pc:grpChg chg="mod topLvl">
          <ac:chgData name="Soban Najam" userId="59c411b0-ccb7-4330-99a9-29cc04a2c185" providerId="ADAL" clId="{7175BE28-6B03-4995-88E8-34BBC4F1360E}" dt="2023-09-21T06:13:23.530" v="3062" actId="165"/>
          <ac:grpSpMkLst>
            <pc:docMk/>
            <pc:sldMk cId="870185042" sldId="293"/>
            <ac:grpSpMk id="18" creationId="{49B12570-D719-7F6C-DCB6-A2820929C018}"/>
          </ac:grpSpMkLst>
        </pc:grpChg>
        <pc:grpChg chg="mod topLvl">
          <ac:chgData name="Soban Najam" userId="59c411b0-ccb7-4330-99a9-29cc04a2c185" providerId="ADAL" clId="{7175BE28-6B03-4995-88E8-34BBC4F1360E}" dt="2023-09-21T06:13:23.530" v="3062" actId="165"/>
          <ac:grpSpMkLst>
            <pc:docMk/>
            <pc:sldMk cId="870185042" sldId="293"/>
            <ac:grpSpMk id="19" creationId="{F8FCFB98-B25A-4E7E-D919-8DD603CFA8E1}"/>
          </ac:grpSpMkLst>
        </pc:grpChg>
        <pc:grpChg chg="mod topLvl">
          <ac:chgData name="Soban Najam" userId="59c411b0-ccb7-4330-99a9-29cc04a2c185" providerId="ADAL" clId="{7175BE28-6B03-4995-88E8-34BBC4F1360E}" dt="2023-09-21T06:13:23.530" v="3062" actId="165"/>
          <ac:grpSpMkLst>
            <pc:docMk/>
            <pc:sldMk cId="870185042" sldId="293"/>
            <ac:grpSpMk id="20" creationId="{9CE075C3-BE69-655E-D62C-EF1A2C219F80}"/>
          </ac:grpSpMkLst>
        </pc:grpChg>
        <pc:grpChg chg="mod">
          <ac:chgData name="Soban Najam" userId="59c411b0-ccb7-4330-99a9-29cc04a2c185" providerId="ADAL" clId="{7175BE28-6B03-4995-88E8-34BBC4F1360E}" dt="2023-09-21T06:13:23.530" v="3062" actId="165"/>
          <ac:grpSpMkLst>
            <pc:docMk/>
            <pc:sldMk cId="870185042" sldId="293"/>
            <ac:grpSpMk id="33" creationId="{B48FC865-AC8F-3B1C-367C-CF83F8E63DDA}"/>
          </ac:grpSpMkLst>
        </pc:grpChg>
        <pc:grpChg chg="mod">
          <ac:chgData name="Soban Najam" userId="59c411b0-ccb7-4330-99a9-29cc04a2c185" providerId="ADAL" clId="{7175BE28-6B03-4995-88E8-34BBC4F1360E}" dt="2023-09-21T06:13:23.530" v="3062" actId="165"/>
          <ac:grpSpMkLst>
            <pc:docMk/>
            <pc:sldMk cId="870185042" sldId="293"/>
            <ac:grpSpMk id="40" creationId="{EA5C1FEA-D919-75D0-7E04-230C0507A791}"/>
          </ac:grpSpMkLst>
        </pc:grpChg>
        <pc:grpChg chg="mod">
          <ac:chgData name="Soban Najam" userId="59c411b0-ccb7-4330-99a9-29cc04a2c185" providerId="ADAL" clId="{7175BE28-6B03-4995-88E8-34BBC4F1360E}" dt="2023-09-21T06:13:23.530" v="3062" actId="165"/>
          <ac:grpSpMkLst>
            <pc:docMk/>
            <pc:sldMk cId="870185042" sldId="293"/>
            <ac:grpSpMk id="116" creationId="{C6613BD9-A9E0-281A-7F5D-BF6E23111AF7}"/>
          </ac:grpSpMkLst>
        </pc:grpChg>
        <pc:grpChg chg="mod">
          <ac:chgData name="Soban Najam" userId="59c411b0-ccb7-4330-99a9-29cc04a2c185" providerId="ADAL" clId="{7175BE28-6B03-4995-88E8-34BBC4F1360E}" dt="2023-09-21T06:13:23.530" v="3062" actId="165"/>
          <ac:grpSpMkLst>
            <pc:docMk/>
            <pc:sldMk cId="870185042" sldId="293"/>
            <ac:grpSpMk id="152" creationId="{852B0BD9-68FB-48CC-7938-A066A18ACA30}"/>
          </ac:grpSpMkLst>
        </pc:grpChg>
        <pc:grpChg chg="mod">
          <ac:chgData name="Soban Najam" userId="59c411b0-ccb7-4330-99a9-29cc04a2c185" providerId="ADAL" clId="{7175BE28-6B03-4995-88E8-34BBC4F1360E}" dt="2023-09-21T06:13:23.530" v="3062" actId="165"/>
          <ac:grpSpMkLst>
            <pc:docMk/>
            <pc:sldMk cId="870185042" sldId="293"/>
            <ac:grpSpMk id="154" creationId="{BFAAAD97-2279-285A-00DA-A5F9E98A46BA}"/>
          </ac:grpSpMkLst>
        </pc:grpChg>
        <pc:grpChg chg="mod">
          <ac:chgData name="Soban Najam" userId="59c411b0-ccb7-4330-99a9-29cc04a2c185" providerId="ADAL" clId="{7175BE28-6B03-4995-88E8-34BBC4F1360E}" dt="2023-09-21T06:13:23.530" v="3062" actId="165"/>
          <ac:grpSpMkLst>
            <pc:docMk/>
            <pc:sldMk cId="870185042" sldId="293"/>
            <ac:grpSpMk id="256" creationId="{B764D2F1-1AE5-A8F2-233F-1A72446337C6}"/>
          </ac:grpSpMkLst>
        </pc:grpChg>
        <pc:grpChg chg="mod">
          <ac:chgData name="Soban Najam" userId="59c411b0-ccb7-4330-99a9-29cc04a2c185" providerId="ADAL" clId="{7175BE28-6B03-4995-88E8-34BBC4F1360E}" dt="2023-09-21T06:20:03.272" v="3125" actId="1076"/>
          <ac:grpSpMkLst>
            <pc:docMk/>
            <pc:sldMk cId="870185042" sldId="293"/>
            <ac:grpSpMk id="282" creationId="{070C5D85-97FA-5B56-B80C-748AC76D9A5A}"/>
          </ac:grpSpMkLst>
        </pc:grpChg>
        <pc:grpChg chg="mod">
          <ac:chgData name="Soban Najam" userId="59c411b0-ccb7-4330-99a9-29cc04a2c185" providerId="ADAL" clId="{7175BE28-6B03-4995-88E8-34BBC4F1360E}" dt="2023-09-21T06:20:03.272" v="3125" actId="1076"/>
          <ac:grpSpMkLst>
            <pc:docMk/>
            <pc:sldMk cId="870185042" sldId="293"/>
            <ac:grpSpMk id="297" creationId="{23BFAAC4-7B68-5763-4F73-74C9D9F909A8}"/>
          </ac:grpSpMkLst>
        </pc:grpChg>
        <pc:grpChg chg="mod">
          <ac:chgData name="Soban Najam" userId="59c411b0-ccb7-4330-99a9-29cc04a2c185" providerId="ADAL" clId="{7175BE28-6B03-4995-88E8-34BBC4F1360E}" dt="2023-09-21T06:20:03.272" v="3125" actId="1076"/>
          <ac:grpSpMkLst>
            <pc:docMk/>
            <pc:sldMk cId="870185042" sldId="293"/>
            <ac:grpSpMk id="299" creationId="{C211BA4E-A775-3B61-EE72-AFE713F2D53C}"/>
          </ac:grpSpMkLst>
        </pc:grpChg>
        <pc:grpChg chg="mod">
          <ac:chgData name="Soban Najam" userId="59c411b0-ccb7-4330-99a9-29cc04a2c185" providerId="ADAL" clId="{7175BE28-6B03-4995-88E8-34BBC4F1360E}" dt="2023-09-21T06:19:38.800" v="3121" actId="1076"/>
          <ac:grpSpMkLst>
            <pc:docMk/>
            <pc:sldMk cId="870185042" sldId="293"/>
            <ac:grpSpMk id="391" creationId="{101D3C93-06EA-71D6-967A-DF4802AC9A69}"/>
          </ac:grpSpMkLst>
        </pc:grpChg>
        <pc:grpChg chg="mod">
          <ac:chgData name="Soban Najam" userId="59c411b0-ccb7-4330-99a9-29cc04a2c185" providerId="ADAL" clId="{7175BE28-6B03-4995-88E8-34BBC4F1360E}" dt="2023-09-21T06:19:38.800" v="3121" actId="1076"/>
          <ac:grpSpMkLst>
            <pc:docMk/>
            <pc:sldMk cId="870185042" sldId="293"/>
            <ac:grpSpMk id="393" creationId="{D808C988-1B20-07B7-04B0-AB1EE48F00B0}"/>
          </ac:grpSpMkLst>
        </pc:grpChg>
        <pc:grpChg chg="mod">
          <ac:chgData name="Soban Najam" userId="59c411b0-ccb7-4330-99a9-29cc04a2c185" providerId="ADAL" clId="{7175BE28-6B03-4995-88E8-34BBC4F1360E}" dt="2023-09-21T06:19:38.800" v="3121" actId="1076"/>
          <ac:grpSpMkLst>
            <pc:docMk/>
            <pc:sldMk cId="870185042" sldId="293"/>
            <ac:grpSpMk id="399" creationId="{4B4E13F3-D572-CC13-8E51-55D81FC38BB0}"/>
          </ac:grpSpMkLst>
        </pc:grpChg>
        <pc:grpChg chg="mod">
          <ac:chgData name="Soban Najam" userId="59c411b0-ccb7-4330-99a9-29cc04a2c185" providerId="ADAL" clId="{7175BE28-6B03-4995-88E8-34BBC4F1360E}" dt="2023-09-21T06:13:23.530" v="3062" actId="165"/>
          <ac:grpSpMkLst>
            <pc:docMk/>
            <pc:sldMk cId="870185042" sldId="293"/>
            <ac:grpSpMk id="469" creationId="{F805A379-36B8-D0DB-D550-41FF9F59A9C7}"/>
          </ac:grpSpMkLst>
        </pc:grpChg>
        <pc:grpChg chg="mod topLvl">
          <ac:chgData name="Soban Najam" userId="59c411b0-ccb7-4330-99a9-29cc04a2c185" providerId="ADAL" clId="{7175BE28-6B03-4995-88E8-34BBC4F1360E}" dt="2023-09-21T06:44:37.090" v="3451" actId="165"/>
          <ac:grpSpMkLst>
            <pc:docMk/>
            <pc:sldMk cId="870185042" sldId="293"/>
            <ac:grpSpMk id="505" creationId="{C18B6A73-1C4E-63C3-F43B-22131F8C7A6B}"/>
          </ac:grpSpMkLst>
        </pc:grpChg>
        <pc:grpChg chg="del mod topLvl">
          <ac:chgData name="Soban Najam" userId="59c411b0-ccb7-4330-99a9-29cc04a2c185" providerId="ADAL" clId="{7175BE28-6B03-4995-88E8-34BBC4F1360E}" dt="2023-09-21T06:43:16.736" v="3418" actId="478"/>
          <ac:grpSpMkLst>
            <pc:docMk/>
            <pc:sldMk cId="870185042" sldId="293"/>
            <ac:grpSpMk id="599" creationId="{556A1612-45F3-8A63-67C0-D71A8A6BFB7B}"/>
          </ac:grpSpMkLst>
        </pc:grpChg>
        <pc:grpChg chg="del mod topLvl">
          <ac:chgData name="Soban Najam" userId="59c411b0-ccb7-4330-99a9-29cc04a2c185" providerId="ADAL" clId="{7175BE28-6B03-4995-88E8-34BBC4F1360E}" dt="2023-09-21T06:44:37.090" v="3451" actId="165"/>
          <ac:grpSpMkLst>
            <pc:docMk/>
            <pc:sldMk cId="870185042" sldId="293"/>
            <ac:grpSpMk id="614" creationId="{B883F53D-749C-0BDA-6A28-B6D4B7BE5AB0}"/>
          </ac:grpSpMkLst>
        </pc:grpChg>
        <pc:grpChg chg="mod topLvl">
          <ac:chgData name="Soban Najam" userId="59c411b0-ccb7-4330-99a9-29cc04a2c185" providerId="ADAL" clId="{7175BE28-6B03-4995-88E8-34BBC4F1360E}" dt="2023-09-21T06:44:50.654" v="3453" actId="167"/>
          <ac:grpSpMkLst>
            <pc:docMk/>
            <pc:sldMk cId="870185042" sldId="293"/>
            <ac:grpSpMk id="616" creationId="{610A1DDC-F66D-48B3-B2AD-DEAC867FF3C2}"/>
          </ac:grpSpMkLst>
        </pc:grpChg>
        <pc:picChg chg="mod">
          <ac:chgData name="Soban Najam" userId="59c411b0-ccb7-4330-99a9-29cc04a2c185" providerId="ADAL" clId="{7175BE28-6B03-4995-88E8-34BBC4F1360E}" dt="2023-09-21T06:13:23.530" v="3062" actId="165"/>
          <ac:picMkLst>
            <pc:docMk/>
            <pc:sldMk cId="870185042" sldId="293"/>
            <ac:picMk id="37" creationId="{52624ED1-2BF1-63DD-6444-4292C65898E9}"/>
          </ac:picMkLst>
        </pc:picChg>
        <pc:picChg chg="mod">
          <ac:chgData name="Soban Najam" userId="59c411b0-ccb7-4330-99a9-29cc04a2c185" providerId="ADAL" clId="{7175BE28-6B03-4995-88E8-34BBC4F1360E}" dt="2023-09-21T06:13:23.530" v="3062" actId="165"/>
          <ac:picMkLst>
            <pc:docMk/>
            <pc:sldMk cId="870185042" sldId="293"/>
            <ac:picMk id="46" creationId="{A8731290-B188-E84D-9C54-CE93017622ED}"/>
          </ac:picMkLst>
        </pc:picChg>
        <pc:picChg chg="mod">
          <ac:chgData name="Soban Najam" userId="59c411b0-ccb7-4330-99a9-29cc04a2c185" providerId="ADAL" clId="{7175BE28-6B03-4995-88E8-34BBC4F1360E}" dt="2023-09-21T06:13:23.530" v="3062" actId="165"/>
          <ac:picMkLst>
            <pc:docMk/>
            <pc:sldMk cId="870185042" sldId="293"/>
            <ac:picMk id="85" creationId="{AB26FE47-791A-1E8A-F917-138450E2892D}"/>
          </ac:picMkLst>
        </pc:picChg>
        <pc:picChg chg="mod">
          <ac:chgData name="Soban Najam" userId="59c411b0-ccb7-4330-99a9-29cc04a2c185" providerId="ADAL" clId="{7175BE28-6B03-4995-88E8-34BBC4F1360E}" dt="2023-09-21T06:13:23.530" v="3062" actId="165"/>
          <ac:picMkLst>
            <pc:docMk/>
            <pc:sldMk cId="870185042" sldId="293"/>
            <ac:picMk id="86" creationId="{69F1F84F-2D75-4B90-7C5D-68DCB55FC124}"/>
          </ac:picMkLst>
        </pc:picChg>
        <pc:picChg chg="mod">
          <ac:chgData name="Soban Najam" userId="59c411b0-ccb7-4330-99a9-29cc04a2c185" providerId="ADAL" clId="{7175BE28-6B03-4995-88E8-34BBC4F1360E}" dt="2023-09-21T06:13:23.530" v="3062" actId="165"/>
          <ac:picMkLst>
            <pc:docMk/>
            <pc:sldMk cId="870185042" sldId="293"/>
            <ac:picMk id="87" creationId="{C4E4F382-424B-C0C0-5326-BDF4C2566936}"/>
          </ac:picMkLst>
        </pc:picChg>
        <pc:picChg chg="mod">
          <ac:chgData name="Soban Najam" userId="59c411b0-ccb7-4330-99a9-29cc04a2c185" providerId="ADAL" clId="{7175BE28-6B03-4995-88E8-34BBC4F1360E}" dt="2023-09-21T06:13:23.530" v="3062" actId="165"/>
          <ac:picMkLst>
            <pc:docMk/>
            <pc:sldMk cId="870185042" sldId="293"/>
            <ac:picMk id="88" creationId="{B3C239C9-C784-5735-8635-0D4CFE58738A}"/>
          </ac:picMkLst>
        </pc:picChg>
        <pc:picChg chg="mod">
          <ac:chgData name="Soban Najam" userId="59c411b0-ccb7-4330-99a9-29cc04a2c185" providerId="ADAL" clId="{7175BE28-6B03-4995-88E8-34BBC4F1360E}" dt="2023-09-21T06:13:23.530" v="3062" actId="165"/>
          <ac:picMkLst>
            <pc:docMk/>
            <pc:sldMk cId="870185042" sldId="293"/>
            <ac:picMk id="89" creationId="{54D1DA20-7E07-399A-B227-930DDAB62ED4}"/>
          </ac:picMkLst>
        </pc:picChg>
        <pc:picChg chg="mod">
          <ac:chgData name="Soban Najam" userId="59c411b0-ccb7-4330-99a9-29cc04a2c185" providerId="ADAL" clId="{7175BE28-6B03-4995-88E8-34BBC4F1360E}" dt="2023-09-21T06:13:23.530" v="3062" actId="165"/>
          <ac:picMkLst>
            <pc:docMk/>
            <pc:sldMk cId="870185042" sldId="293"/>
            <ac:picMk id="90" creationId="{5EA48D02-9E77-C568-213E-81981CCCF719}"/>
          </ac:picMkLst>
        </pc:picChg>
        <pc:picChg chg="mod">
          <ac:chgData name="Soban Najam" userId="59c411b0-ccb7-4330-99a9-29cc04a2c185" providerId="ADAL" clId="{7175BE28-6B03-4995-88E8-34BBC4F1360E}" dt="2023-09-21T06:13:23.530" v="3062" actId="165"/>
          <ac:picMkLst>
            <pc:docMk/>
            <pc:sldMk cId="870185042" sldId="293"/>
            <ac:picMk id="153" creationId="{A0EC10F8-9C7A-38FF-F50F-5A7DF7BB2881}"/>
          </ac:picMkLst>
        </pc:picChg>
        <pc:picChg chg="mod">
          <ac:chgData name="Soban Najam" userId="59c411b0-ccb7-4330-99a9-29cc04a2c185" providerId="ADAL" clId="{7175BE28-6B03-4995-88E8-34BBC4F1360E}" dt="2023-09-21T06:13:23.530" v="3062" actId="165"/>
          <ac:picMkLst>
            <pc:docMk/>
            <pc:sldMk cId="870185042" sldId="293"/>
            <ac:picMk id="155" creationId="{C93134DB-3AF4-4473-D1C8-2F8DC662E9F6}"/>
          </ac:picMkLst>
        </pc:picChg>
        <pc:picChg chg="mod">
          <ac:chgData name="Soban Najam" userId="59c411b0-ccb7-4330-99a9-29cc04a2c185" providerId="ADAL" clId="{7175BE28-6B03-4995-88E8-34BBC4F1360E}" dt="2023-09-21T06:13:23.530" v="3062" actId="165"/>
          <ac:picMkLst>
            <pc:docMk/>
            <pc:sldMk cId="870185042" sldId="293"/>
            <ac:picMk id="156" creationId="{FF1CE325-775C-D6CD-7203-414CFD915D69}"/>
          </ac:picMkLst>
        </pc:picChg>
        <pc:picChg chg="mod">
          <ac:chgData name="Soban Najam" userId="59c411b0-ccb7-4330-99a9-29cc04a2c185" providerId="ADAL" clId="{7175BE28-6B03-4995-88E8-34BBC4F1360E}" dt="2023-09-21T06:13:23.530" v="3062" actId="165"/>
          <ac:picMkLst>
            <pc:docMk/>
            <pc:sldMk cId="870185042" sldId="293"/>
            <ac:picMk id="192" creationId="{5B4ECA04-D3EF-3E1E-EA19-38CF94750A4F}"/>
          </ac:picMkLst>
        </pc:picChg>
        <pc:picChg chg="mod">
          <ac:chgData name="Soban Najam" userId="59c411b0-ccb7-4330-99a9-29cc04a2c185" providerId="ADAL" clId="{7175BE28-6B03-4995-88E8-34BBC4F1360E}" dt="2023-09-21T06:13:23.530" v="3062" actId="165"/>
          <ac:picMkLst>
            <pc:docMk/>
            <pc:sldMk cId="870185042" sldId="293"/>
            <ac:picMk id="193" creationId="{9CE05DEA-48C5-E613-1E41-3D0DCF0480D4}"/>
          </ac:picMkLst>
        </pc:picChg>
        <pc:picChg chg="mod">
          <ac:chgData name="Soban Najam" userId="59c411b0-ccb7-4330-99a9-29cc04a2c185" providerId="ADAL" clId="{7175BE28-6B03-4995-88E8-34BBC4F1360E}" dt="2023-09-21T06:13:23.530" v="3062" actId="165"/>
          <ac:picMkLst>
            <pc:docMk/>
            <pc:sldMk cId="870185042" sldId="293"/>
            <ac:picMk id="194" creationId="{4D4180A0-BEE3-445C-6CA2-CA38DDEDB5C8}"/>
          </ac:picMkLst>
        </pc:picChg>
        <pc:picChg chg="mod">
          <ac:chgData name="Soban Najam" userId="59c411b0-ccb7-4330-99a9-29cc04a2c185" providerId="ADAL" clId="{7175BE28-6B03-4995-88E8-34BBC4F1360E}" dt="2023-09-21T06:13:23.530" v="3062" actId="165"/>
          <ac:picMkLst>
            <pc:docMk/>
            <pc:sldMk cId="870185042" sldId="293"/>
            <ac:picMk id="195" creationId="{18AA72E8-8713-1502-A7C6-5A8DF05BE262}"/>
          </ac:picMkLst>
        </pc:picChg>
        <pc:picChg chg="mod">
          <ac:chgData name="Soban Najam" userId="59c411b0-ccb7-4330-99a9-29cc04a2c185" providerId="ADAL" clId="{7175BE28-6B03-4995-88E8-34BBC4F1360E}" dt="2023-09-21T06:13:23.530" v="3062" actId="165"/>
          <ac:picMkLst>
            <pc:docMk/>
            <pc:sldMk cId="870185042" sldId="293"/>
            <ac:picMk id="196" creationId="{3295BCCF-306D-773B-86B8-64E8D4868A66}"/>
          </ac:picMkLst>
        </pc:picChg>
        <pc:picChg chg="mod">
          <ac:chgData name="Soban Najam" userId="59c411b0-ccb7-4330-99a9-29cc04a2c185" providerId="ADAL" clId="{7175BE28-6B03-4995-88E8-34BBC4F1360E}" dt="2023-09-21T06:13:23.530" v="3062" actId="165"/>
          <ac:picMkLst>
            <pc:docMk/>
            <pc:sldMk cId="870185042" sldId="293"/>
            <ac:picMk id="197" creationId="{FD4FB4F8-01AE-E2E8-F042-4E8D34C9E698}"/>
          </ac:picMkLst>
        </pc:picChg>
        <pc:picChg chg="mod">
          <ac:chgData name="Soban Najam" userId="59c411b0-ccb7-4330-99a9-29cc04a2c185" providerId="ADAL" clId="{7175BE28-6B03-4995-88E8-34BBC4F1360E}" dt="2023-09-21T06:19:38.800" v="3121" actId="1076"/>
          <ac:picMkLst>
            <pc:docMk/>
            <pc:sldMk cId="870185042" sldId="293"/>
            <ac:picMk id="398" creationId="{C675C948-4552-AF02-DACE-42E83AAAA7B9}"/>
          </ac:picMkLst>
        </pc:picChg>
        <pc:picChg chg="mod">
          <ac:chgData name="Soban Najam" userId="59c411b0-ccb7-4330-99a9-29cc04a2c185" providerId="ADAL" clId="{7175BE28-6B03-4995-88E8-34BBC4F1360E}" dt="2023-09-21T06:13:23.530" v="3062" actId="165"/>
          <ac:picMkLst>
            <pc:docMk/>
            <pc:sldMk cId="870185042" sldId="293"/>
            <ac:picMk id="439" creationId="{C3F04E39-045A-39E3-9C69-0FF520FA740E}"/>
          </ac:picMkLst>
        </pc:picChg>
        <pc:picChg chg="mod">
          <ac:chgData name="Soban Najam" userId="59c411b0-ccb7-4330-99a9-29cc04a2c185" providerId="ADAL" clId="{7175BE28-6B03-4995-88E8-34BBC4F1360E}" dt="2023-09-21T06:13:23.530" v="3062" actId="165"/>
          <ac:picMkLst>
            <pc:docMk/>
            <pc:sldMk cId="870185042" sldId="293"/>
            <ac:picMk id="440" creationId="{E5FDC913-9A87-0BF7-9E8D-9469E77C9E4F}"/>
          </ac:picMkLst>
        </pc:picChg>
        <pc:picChg chg="mod">
          <ac:chgData name="Soban Najam" userId="59c411b0-ccb7-4330-99a9-29cc04a2c185" providerId="ADAL" clId="{7175BE28-6B03-4995-88E8-34BBC4F1360E}" dt="2023-09-21T06:13:23.530" v="3062" actId="165"/>
          <ac:picMkLst>
            <pc:docMk/>
            <pc:sldMk cId="870185042" sldId="293"/>
            <ac:picMk id="441" creationId="{F325D00C-6667-4410-2149-2A97D632AA73}"/>
          </ac:picMkLst>
        </pc:picChg>
        <pc:picChg chg="mod">
          <ac:chgData name="Soban Najam" userId="59c411b0-ccb7-4330-99a9-29cc04a2c185" providerId="ADAL" clId="{7175BE28-6B03-4995-88E8-34BBC4F1360E}" dt="2023-09-21T06:13:23.530" v="3062" actId="165"/>
          <ac:picMkLst>
            <pc:docMk/>
            <pc:sldMk cId="870185042" sldId="293"/>
            <ac:picMk id="442" creationId="{EBA42989-33F6-9042-167E-9B00E5C69760}"/>
          </ac:picMkLst>
        </pc:picChg>
        <pc:picChg chg="mod">
          <ac:chgData name="Soban Najam" userId="59c411b0-ccb7-4330-99a9-29cc04a2c185" providerId="ADAL" clId="{7175BE28-6B03-4995-88E8-34BBC4F1360E}" dt="2023-09-21T06:13:23.530" v="3062" actId="165"/>
          <ac:picMkLst>
            <pc:docMk/>
            <pc:sldMk cId="870185042" sldId="293"/>
            <ac:picMk id="443" creationId="{A2C58441-E41B-067B-BA97-6853EAFC18C9}"/>
          </ac:picMkLst>
        </pc:picChg>
        <pc:picChg chg="mod">
          <ac:chgData name="Soban Najam" userId="59c411b0-ccb7-4330-99a9-29cc04a2c185" providerId="ADAL" clId="{7175BE28-6B03-4995-88E8-34BBC4F1360E}" dt="2023-09-21T06:13:23.530" v="3062" actId="165"/>
          <ac:picMkLst>
            <pc:docMk/>
            <pc:sldMk cId="870185042" sldId="293"/>
            <ac:picMk id="444" creationId="{EEEB324C-F249-AB62-D89D-43A0B8053E19}"/>
          </ac:picMkLst>
        </pc:picChg>
        <pc:picChg chg="mod">
          <ac:chgData name="Soban Najam" userId="59c411b0-ccb7-4330-99a9-29cc04a2c185" providerId="ADAL" clId="{7175BE28-6B03-4995-88E8-34BBC4F1360E}" dt="2023-09-21T06:44:37.090" v="3451" actId="165"/>
          <ac:picMkLst>
            <pc:docMk/>
            <pc:sldMk cId="870185042" sldId="293"/>
            <ac:picMk id="536" creationId="{2A27C7F0-8D37-91C0-B4E8-37E857010FEC}"/>
          </ac:picMkLst>
        </pc:picChg>
        <pc:picChg chg="mod">
          <ac:chgData name="Soban Najam" userId="59c411b0-ccb7-4330-99a9-29cc04a2c185" providerId="ADAL" clId="{7175BE28-6B03-4995-88E8-34BBC4F1360E}" dt="2023-09-21T06:44:37.090" v="3451" actId="165"/>
          <ac:picMkLst>
            <pc:docMk/>
            <pc:sldMk cId="870185042" sldId="293"/>
            <ac:picMk id="537" creationId="{5FB17D72-BC74-8BCB-A749-208C15DC9357}"/>
          </ac:picMkLst>
        </pc:picChg>
        <pc:picChg chg="mod">
          <ac:chgData name="Soban Najam" userId="59c411b0-ccb7-4330-99a9-29cc04a2c185" providerId="ADAL" clId="{7175BE28-6B03-4995-88E8-34BBC4F1360E}" dt="2023-09-21T06:44:37.090" v="3451" actId="165"/>
          <ac:picMkLst>
            <pc:docMk/>
            <pc:sldMk cId="870185042" sldId="293"/>
            <ac:picMk id="538" creationId="{A22ABE68-43ED-FC04-628B-000364F9CCB3}"/>
          </ac:picMkLst>
        </pc:picChg>
        <pc:picChg chg="mod">
          <ac:chgData name="Soban Najam" userId="59c411b0-ccb7-4330-99a9-29cc04a2c185" providerId="ADAL" clId="{7175BE28-6B03-4995-88E8-34BBC4F1360E}" dt="2023-09-21T06:44:37.090" v="3451" actId="165"/>
          <ac:picMkLst>
            <pc:docMk/>
            <pc:sldMk cId="870185042" sldId="293"/>
            <ac:picMk id="539" creationId="{B733DF1C-3FDA-A0C4-E174-26E1A0667B82}"/>
          </ac:picMkLst>
        </pc:picChg>
        <pc:picChg chg="mod">
          <ac:chgData name="Soban Najam" userId="59c411b0-ccb7-4330-99a9-29cc04a2c185" providerId="ADAL" clId="{7175BE28-6B03-4995-88E8-34BBC4F1360E}" dt="2023-09-21T06:44:37.090" v="3451" actId="165"/>
          <ac:picMkLst>
            <pc:docMk/>
            <pc:sldMk cId="870185042" sldId="293"/>
            <ac:picMk id="540" creationId="{9FD2D544-65BE-EA33-1261-CBF1CE931859}"/>
          </ac:picMkLst>
        </pc:picChg>
        <pc:picChg chg="mod">
          <ac:chgData name="Soban Najam" userId="59c411b0-ccb7-4330-99a9-29cc04a2c185" providerId="ADAL" clId="{7175BE28-6B03-4995-88E8-34BBC4F1360E}" dt="2023-09-21T06:44:37.090" v="3451" actId="165"/>
          <ac:picMkLst>
            <pc:docMk/>
            <pc:sldMk cId="870185042" sldId="293"/>
            <ac:picMk id="541" creationId="{C574373F-7CE6-DF68-8C7A-AF89104D6D81}"/>
          </ac:picMkLst>
        </pc:picChg>
        <pc:cxnChg chg="mod topLvl">
          <ac:chgData name="Soban Najam" userId="59c411b0-ccb7-4330-99a9-29cc04a2c185" providerId="ADAL" clId="{7175BE28-6B03-4995-88E8-34BBC4F1360E}" dt="2023-09-21T06:13:23.530" v="3062" actId="165"/>
          <ac:cxnSpMkLst>
            <pc:docMk/>
            <pc:sldMk cId="870185042" sldId="293"/>
            <ac:cxnSpMk id="12" creationId="{5B42E2B1-E3C9-774C-586F-0EAE44D7B55E}"/>
          </ac:cxnSpMkLst>
        </pc:cxnChg>
        <pc:cxnChg chg="mod topLvl">
          <ac:chgData name="Soban Najam" userId="59c411b0-ccb7-4330-99a9-29cc04a2c185" providerId="ADAL" clId="{7175BE28-6B03-4995-88E8-34BBC4F1360E}" dt="2023-09-21T06:13:23.530" v="3062" actId="165"/>
          <ac:cxnSpMkLst>
            <pc:docMk/>
            <pc:sldMk cId="870185042" sldId="293"/>
            <ac:cxnSpMk id="13" creationId="{129AB650-B59D-8874-39F7-ACCBF6F45C53}"/>
          </ac:cxnSpMkLst>
        </pc:cxnChg>
        <pc:cxnChg chg="mod topLvl">
          <ac:chgData name="Soban Najam" userId="59c411b0-ccb7-4330-99a9-29cc04a2c185" providerId="ADAL" clId="{7175BE28-6B03-4995-88E8-34BBC4F1360E}" dt="2023-09-21T06:13:23.530" v="3062" actId="165"/>
          <ac:cxnSpMkLst>
            <pc:docMk/>
            <pc:sldMk cId="870185042" sldId="293"/>
            <ac:cxnSpMk id="14" creationId="{B02A1489-1FB5-4EBE-3C4D-8F67D1866E6A}"/>
          </ac:cxnSpMkLst>
        </pc:cxnChg>
        <pc:cxnChg chg="mod topLvl">
          <ac:chgData name="Soban Najam" userId="59c411b0-ccb7-4330-99a9-29cc04a2c185" providerId="ADAL" clId="{7175BE28-6B03-4995-88E8-34BBC4F1360E}" dt="2023-09-21T06:13:23.530" v="3062" actId="165"/>
          <ac:cxnSpMkLst>
            <pc:docMk/>
            <pc:sldMk cId="870185042" sldId="293"/>
            <ac:cxnSpMk id="15" creationId="{4D073480-7663-C30E-AD25-2B1496BB5E31}"/>
          </ac:cxnSpMkLst>
        </pc:cxnChg>
        <pc:cxnChg chg="mod topLvl">
          <ac:chgData name="Soban Najam" userId="59c411b0-ccb7-4330-99a9-29cc04a2c185" providerId="ADAL" clId="{7175BE28-6B03-4995-88E8-34BBC4F1360E}" dt="2023-09-21T06:13:23.530" v="3062" actId="165"/>
          <ac:cxnSpMkLst>
            <pc:docMk/>
            <pc:sldMk cId="870185042" sldId="293"/>
            <ac:cxnSpMk id="21" creationId="{5179D9A5-D5F5-75CE-D6DF-6344F58CD9DD}"/>
          </ac:cxnSpMkLst>
        </pc:cxnChg>
        <pc:cxnChg chg="mod topLvl">
          <ac:chgData name="Soban Najam" userId="59c411b0-ccb7-4330-99a9-29cc04a2c185" providerId="ADAL" clId="{7175BE28-6B03-4995-88E8-34BBC4F1360E}" dt="2023-09-21T06:13:23.530" v="3062" actId="165"/>
          <ac:cxnSpMkLst>
            <pc:docMk/>
            <pc:sldMk cId="870185042" sldId="293"/>
            <ac:cxnSpMk id="22" creationId="{4CE4EBA3-8C41-DF3C-0D9C-A1E28D413E2E}"/>
          </ac:cxnSpMkLst>
        </pc:cxnChg>
        <pc:cxnChg chg="mod topLvl">
          <ac:chgData name="Soban Najam" userId="59c411b0-ccb7-4330-99a9-29cc04a2c185" providerId="ADAL" clId="{7175BE28-6B03-4995-88E8-34BBC4F1360E}" dt="2023-09-21T06:13:23.530" v="3062" actId="165"/>
          <ac:cxnSpMkLst>
            <pc:docMk/>
            <pc:sldMk cId="870185042" sldId="293"/>
            <ac:cxnSpMk id="23" creationId="{7648CF4A-9C38-F87B-8193-99DE5CDB2E64}"/>
          </ac:cxnSpMkLst>
        </pc:cxnChg>
        <pc:cxnChg chg="mod topLvl">
          <ac:chgData name="Soban Najam" userId="59c411b0-ccb7-4330-99a9-29cc04a2c185" providerId="ADAL" clId="{7175BE28-6B03-4995-88E8-34BBC4F1360E}" dt="2023-09-21T06:13:23.530" v="3062" actId="165"/>
          <ac:cxnSpMkLst>
            <pc:docMk/>
            <pc:sldMk cId="870185042" sldId="293"/>
            <ac:cxnSpMk id="24" creationId="{A0002B8C-344D-DDC9-96BF-4C369B11324F}"/>
          </ac:cxnSpMkLst>
        </pc:cxnChg>
      </pc:sldChg>
      <pc:sldChg chg="addSp delSp modSp add mod ord">
        <pc:chgData name="Soban Najam" userId="59c411b0-ccb7-4330-99a9-29cc04a2c185" providerId="ADAL" clId="{7175BE28-6B03-4995-88E8-34BBC4F1360E}" dt="2023-09-21T06:37:48.572" v="3404" actId="122"/>
        <pc:sldMkLst>
          <pc:docMk/>
          <pc:sldMk cId="4111535912" sldId="294"/>
        </pc:sldMkLst>
        <pc:spChg chg="mod">
          <ac:chgData name="Soban Najam" userId="59c411b0-ccb7-4330-99a9-29cc04a2c185" providerId="ADAL" clId="{7175BE28-6B03-4995-88E8-34BBC4F1360E}" dt="2023-09-21T06:24:34.081" v="3297" actId="20577"/>
          <ac:spMkLst>
            <pc:docMk/>
            <pc:sldMk cId="4111535912" sldId="294"/>
            <ac:spMk id="6" creationId="{628BBA39-824D-488B-AE10-EB9F908C928A}"/>
          </ac:spMkLst>
        </pc:spChg>
        <pc:spChg chg="mod topLvl">
          <ac:chgData name="Soban Najam" userId="59c411b0-ccb7-4330-99a9-29cc04a2c185" providerId="ADAL" clId="{7175BE28-6B03-4995-88E8-34BBC4F1360E}" dt="2023-09-21T06:37:48.572" v="3404" actId="122"/>
          <ac:spMkLst>
            <pc:docMk/>
            <pc:sldMk cId="4111535912" sldId="294"/>
            <ac:spMk id="11" creationId="{8D5E05C0-B9B1-A520-2929-5AE2B91F1A66}"/>
          </ac:spMkLst>
        </pc:spChg>
        <pc:spChg chg="mod topLvl">
          <ac:chgData name="Soban Najam" userId="59c411b0-ccb7-4330-99a9-29cc04a2c185" providerId="ADAL" clId="{7175BE28-6B03-4995-88E8-34BBC4F1360E}" dt="2023-09-21T06:37:48.572" v="3404" actId="122"/>
          <ac:spMkLst>
            <pc:docMk/>
            <pc:sldMk cId="4111535912" sldId="294"/>
            <ac:spMk id="12" creationId="{EE49287F-0C1B-B65E-3D6D-D80D02C957A4}"/>
          </ac:spMkLst>
        </pc:spChg>
        <pc:spChg chg="mod topLvl">
          <ac:chgData name="Soban Najam" userId="59c411b0-ccb7-4330-99a9-29cc04a2c185" providerId="ADAL" clId="{7175BE28-6B03-4995-88E8-34BBC4F1360E}" dt="2023-09-21T06:37:48.572" v="3404" actId="122"/>
          <ac:spMkLst>
            <pc:docMk/>
            <pc:sldMk cId="4111535912" sldId="294"/>
            <ac:spMk id="13" creationId="{7B31FB01-7F4E-217D-A7C9-8CB60063803D}"/>
          </ac:spMkLst>
        </pc:spChg>
        <pc:spChg chg="mod topLvl">
          <ac:chgData name="Soban Najam" userId="59c411b0-ccb7-4330-99a9-29cc04a2c185" providerId="ADAL" clId="{7175BE28-6B03-4995-88E8-34BBC4F1360E}" dt="2023-09-21T06:37:48.572" v="3404" actId="122"/>
          <ac:spMkLst>
            <pc:docMk/>
            <pc:sldMk cId="4111535912" sldId="294"/>
            <ac:spMk id="14" creationId="{0CB0ADD6-EBA7-75EB-C924-0D502E4A1998}"/>
          </ac:spMkLst>
        </pc:spChg>
        <pc:spChg chg="mod topLvl">
          <ac:chgData name="Soban Najam" userId="59c411b0-ccb7-4330-99a9-29cc04a2c185" providerId="ADAL" clId="{7175BE28-6B03-4995-88E8-34BBC4F1360E}" dt="2023-09-21T06:37:48.572" v="3404" actId="122"/>
          <ac:spMkLst>
            <pc:docMk/>
            <pc:sldMk cId="4111535912" sldId="294"/>
            <ac:spMk id="15" creationId="{27663DAC-98DF-3870-91C6-2631D27E49CD}"/>
          </ac:spMkLst>
        </pc:spChg>
        <pc:spChg chg="del mod topLvl">
          <ac:chgData name="Soban Najam" userId="59c411b0-ccb7-4330-99a9-29cc04a2c185" providerId="ADAL" clId="{7175BE28-6B03-4995-88E8-34BBC4F1360E}" dt="2023-09-21T06:28:11.006" v="3304" actId="478"/>
          <ac:spMkLst>
            <pc:docMk/>
            <pc:sldMk cId="4111535912" sldId="294"/>
            <ac:spMk id="16" creationId="{15DF9227-460A-C321-314D-91E27C7740D1}"/>
          </ac:spMkLst>
        </pc:spChg>
        <pc:spChg chg="del mod topLvl">
          <ac:chgData name="Soban Najam" userId="59c411b0-ccb7-4330-99a9-29cc04a2c185" providerId="ADAL" clId="{7175BE28-6B03-4995-88E8-34BBC4F1360E}" dt="2023-09-21T06:28:11.006" v="3304" actId="478"/>
          <ac:spMkLst>
            <pc:docMk/>
            <pc:sldMk cId="4111535912" sldId="294"/>
            <ac:spMk id="17" creationId="{9804E341-3375-657B-8DF3-3A6EE1A94662}"/>
          </ac:spMkLst>
        </pc:spChg>
        <pc:spChg chg="del mod topLvl">
          <ac:chgData name="Soban Najam" userId="59c411b0-ccb7-4330-99a9-29cc04a2c185" providerId="ADAL" clId="{7175BE28-6B03-4995-88E8-34BBC4F1360E}" dt="2023-09-21T06:28:11.006" v="3304" actId="478"/>
          <ac:spMkLst>
            <pc:docMk/>
            <pc:sldMk cId="4111535912" sldId="294"/>
            <ac:spMk id="18" creationId="{F11957DE-FBE0-192D-6DDF-1F1D28FAD7A5}"/>
          </ac:spMkLst>
        </pc:spChg>
        <pc:spChg chg="del mod topLvl">
          <ac:chgData name="Soban Najam" userId="59c411b0-ccb7-4330-99a9-29cc04a2c185" providerId="ADAL" clId="{7175BE28-6B03-4995-88E8-34BBC4F1360E}" dt="2023-09-21T06:28:13.507" v="3305" actId="478"/>
          <ac:spMkLst>
            <pc:docMk/>
            <pc:sldMk cId="4111535912" sldId="294"/>
            <ac:spMk id="19" creationId="{93E64205-76D6-A1D6-9FCC-2374DB901F8D}"/>
          </ac:spMkLst>
        </pc:spChg>
        <pc:spChg chg="del mod topLvl">
          <ac:chgData name="Soban Najam" userId="59c411b0-ccb7-4330-99a9-29cc04a2c185" providerId="ADAL" clId="{7175BE28-6B03-4995-88E8-34BBC4F1360E}" dt="2023-09-21T06:28:11.006" v="3304" actId="478"/>
          <ac:spMkLst>
            <pc:docMk/>
            <pc:sldMk cId="4111535912" sldId="294"/>
            <ac:spMk id="20" creationId="{53EA0D82-376B-A4AE-3361-57130B3F0744}"/>
          </ac:spMkLst>
        </pc:spChg>
        <pc:spChg chg="mod topLvl">
          <ac:chgData name="Soban Najam" userId="59c411b0-ccb7-4330-99a9-29cc04a2c185" providerId="ADAL" clId="{7175BE28-6B03-4995-88E8-34BBC4F1360E}" dt="2023-09-21T06:37:35.699" v="3400" actId="403"/>
          <ac:spMkLst>
            <pc:docMk/>
            <pc:sldMk cId="4111535912" sldId="294"/>
            <ac:spMk id="22" creationId="{94B93197-BEFF-D7D5-197D-B9174C5608D1}"/>
          </ac:spMkLst>
        </pc:spChg>
        <pc:spChg chg="mod topLvl">
          <ac:chgData name="Soban Najam" userId="59c411b0-ccb7-4330-99a9-29cc04a2c185" providerId="ADAL" clId="{7175BE28-6B03-4995-88E8-34BBC4F1360E}" dt="2023-09-21T06:37:35.699" v="3400" actId="403"/>
          <ac:spMkLst>
            <pc:docMk/>
            <pc:sldMk cId="4111535912" sldId="294"/>
            <ac:spMk id="23" creationId="{BC47C8AA-D3C5-018A-DE5C-75BF328D7F81}"/>
          </ac:spMkLst>
        </pc:spChg>
        <pc:spChg chg="mod topLvl">
          <ac:chgData name="Soban Najam" userId="59c411b0-ccb7-4330-99a9-29cc04a2c185" providerId="ADAL" clId="{7175BE28-6B03-4995-88E8-34BBC4F1360E}" dt="2023-09-21T06:37:35.699" v="3400" actId="403"/>
          <ac:spMkLst>
            <pc:docMk/>
            <pc:sldMk cId="4111535912" sldId="294"/>
            <ac:spMk id="24" creationId="{718AC2E3-C95E-827A-C10E-E86A30C8D3E5}"/>
          </ac:spMkLst>
        </pc:spChg>
        <pc:spChg chg="mod topLvl">
          <ac:chgData name="Soban Najam" userId="59c411b0-ccb7-4330-99a9-29cc04a2c185" providerId="ADAL" clId="{7175BE28-6B03-4995-88E8-34BBC4F1360E}" dt="2023-09-21T06:37:35.699" v="3400" actId="403"/>
          <ac:spMkLst>
            <pc:docMk/>
            <pc:sldMk cId="4111535912" sldId="294"/>
            <ac:spMk id="25" creationId="{4E438AFB-426B-46A1-A15B-21E113625C37}"/>
          </ac:spMkLst>
        </pc:spChg>
        <pc:spChg chg="mod topLvl">
          <ac:chgData name="Soban Najam" userId="59c411b0-ccb7-4330-99a9-29cc04a2c185" providerId="ADAL" clId="{7175BE28-6B03-4995-88E8-34BBC4F1360E}" dt="2023-09-21T06:37:35.699" v="3400" actId="403"/>
          <ac:spMkLst>
            <pc:docMk/>
            <pc:sldMk cId="4111535912" sldId="294"/>
            <ac:spMk id="26" creationId="{9705FA58-7059-6087-8DFE-481D08FFD000}"/>
          </ac:spMkLst>
        </pc:spChg>
        <pc:spChg chg="mod topLvl">
          <ac:chgData name="Soban Najam" userId="59c411b0-ccb7-4330-99a9-29cc04a2c185" providerId="ADAL" clId="{7175BE28-6B03-4995-88E8-34BBC4F1360E}" dt="2023-09-21T06:37:35.699" v="3400" actId="403"/>
          <ac:spMkLst>
            <pc:docMk/>
            <pc:sldMk cId="4111535912" sldId="294"/>
            <ac:spMk id="28" creationId="{0F6014C7-5532-3030-E0DF-9486CCC68EE4}"/>
          </ac:spMkLst>
        </pc:spChg>
        <pc:spChg chg="mod topLvl">
          <ac:chgData name="Soban Najam" userId="59c411b0-ccb7-4330-99a9-29cc04a2c185" providerId="ADAL" clId="{7175BE28-6B03-4995-88E8-34BBC4F1360E}" dt="2023-09-21T06:37:35.699" v="3400" actId="403"/>
          <ac:spMkLst>
            <pc:docMk/>
            <pc:sldMk cId="4111535912" sldId="294"/>
            <ac:spMk id="29" creationId="{FE6C316C-3B80-9EBA-2063-D4CF5028128C}"/>
          </ac:spMkLst>
        </pc:spChg>
        <pc:spChg chg="mod topLvl">
          <ac:chgData name="Soban Najam" userId="59c411b0-ccb7-4330-99a9-29cc04a2c185" providerId="ADAL" clId="{7175BE28-6B03-4995-88E8-34BBC4F1360E}" dt="2023-09-21T06:37:35.699" v="3400" actId="403"/>
          <ac:spMkLst>
            <pc:docMk/>
            <pc:sldMk cId="4111535912" sldId="294"/>
            <ac:spMk id="30" creationId="{D71C4B2E-BB18-907E-C803-DF9D6F6B9639}"/>
          </ac:spMkLst>
        </pc:spChg>
        <pc:spChg chg="mod topLvl">
          <ac:chgData name="Soban Najam" userId="59c411b0-ccb7-4330-99a9-29cc04a2c185" providerId="ADAL" clId="{7175BE28-6B03-4995-88E8-34BBC4F1360E}" dt="2023-09-21T06:37:35.699" v="3400" actId="403"/>
          <ac:spMkLst>
            <pc:docMk/>
            <pc:sldMk cId="4111535912" sldId="294"/>
            <ac:spMk id="31" creationId="{FD668513-EC12-1EC2-DB01-7BE877DECF8A}"/>
          </ac:spMkLst>
        </pc:spChg>
        <pc:spChg chg="mod">
          <ac:chgData name="Soban Najam" userId="59c411b0-ccb7-4330-99a9-29cc04a2c185" providerId="ADAL" clId="{7175BE28-6B03-4995-88E8-34BBC4F1360E}" dt="2023-09-21T06:37:35.699" v="3400" actId="403"/>
          <ac:spMkLst>
            <pc:docMk/>
            <pc:sldMk cId="4111535912" sldId="294"/>
            <ac:spMk id="36" creationId="{0062C146-8049-3CC8-51F3-4586B7E575DD}"/>
          </ac:spMkLst>
        </pc:spChg>
        <pc:spChg chg="del mod">
          <ac:chgData name="Soban Najam" userId="59c411b0-ccb7-4330-99a9-29cc04a2c185" providerId="ADAL" clId="{7175BE28-6B03-4995-88E8-34BBC4F1360E}" dt="2023-09-21T06:35:18.352" v="3346" actId="478"/>
          <ac:spMkLst>
            <pc:docMk/>
            <pc:sldMk cId="4111535912" sldId="294"/>
            <ac:spMk id="38" creationId="{04DF8E7E-9F80-C961-C050-680646BB3491}"/>
          </ac:spMkLst>
        </pc:spChg>
        <pc:spChg chg="add del mod">
          <ac:chgData name="Soban Najam" userId="59c411b0-ccb7-4330-99a9-29cc04a2c185" providerId="ADAL" clId="{7175BE28-6B03-4995-88E8-34BBC4F1360E}" dt="2023-09-21T06:34:52.061" v="3339"/>
          <ac:spMkLst>
            <pc:docMk/>
            <pc:sldMk cId="4111535912" sldId="294"/>
            <ac:spMk id="39" creationId="{FDE67FCE-1766-A52D-9DEB-945C5BFBE4C2}"/>
          </ac:spMkLst>
        </pc:spChg>
        <pc:spChg chg="add del mod">
          <ac:chgData name="Soban Najam" userId="59c411b0-ccb7-4330-99a9-29cc04a2c185" providerId="ADAL" clId="{7175BE28-6B03-4995-88E8-34BBC4F1360E}" dt="2023-09-21T06:34:52.061" v="3339"/>
          <ac:spMkLst>
            <pc:docMk/>
            <pc:sldMk cId="4111535912" sldId="294"/>
            <ac:spMk id="40" creationId="{B64D1EFF-5ED2-A680-2B58-B9A859966314}"/>
          </ac:spMkLst>
        </pc:spChg>
        <pc:spChg chg="add del mod">
          <ac:chgData name="Soban Najam" userId="59c411b0-ccb7-4330-99a9-29cc04a2c185" providerId="ADAL" clId="{7175BE28-6B03-4995-88E8-34BBC4F1360E}" dt="2023-09-21T06:34:52.061" v="3339"/>
          <ac:spMkLst>
            <pc:docMk/>
            <pc:sldMk cId="4111535912" sldId="294"/>
            <ac:spMk id="41" creationId="{0E987F75-8888-B584-8D9A-1E41539EFC51}"/>
          </ac:spMkLst>
        </pc:spChg>
        <pc:spChg chg="add del mod">
          <ac:chgData name="Soban Najam" userId="59c411b0-ccb7-4330-99a9-29cc04a2c185" providerId="ADAL" clId="{7175BE28-6B03-4995-88E8-34BBC4F1360E}" dt="2023-09-21T06:34:52.061" v="3339"/>
          <ac:spMkLst>
            <pc:docMk/>
            <pc:sldMk cId="4111535912" sldId="294"/>
            <ac:spMk id="42" creationId="{BBE3912B-C23D-2F96-7099-B8C547D1EF0D}"/>
          </ac:spMkLst>
        </pc:spChg>
        <pc:spChg chg="mod">
          <ac:chgData name="Soban Najam" userId="59c411b0-ccb7-4330-99a9-29cc04a2c185" providerId="ADAL" clId="{7175BE28-6B03-4995-88E8-34BBC4F1360E}" dt="2023-09-21T06:34:50.024" v="3338"/>
          <ac:spMkLst>
            <pc:docMk/>
            <pc:sldMk cId="4111535912" sldId="294"/>
            <ac:spMk id="47" creationId="{E8EC0753-7463-921B-23B3-5A8BC7EA9DF9}"/>
          </ac:spMkLst>
        </pc:spChg>
        <pc:spChg chg="mod">
          <ac:chgData name="Soban Najam" userId="59c411b0-ccb7-4330-99a9-29cc04a2c185" providerId="ADAL" clId="{7175BE28-6B03-4995-88E8-34BBC4F1360E}" dt="2023-09-21T06:34:50.024" v="3338"/>
          <ac:spMkLst>
            <pc:docMk/>
            <pc:sldMk cId="4111535912" sldId="294"/>
            <ac:spMk id="49" creationId="{EA19C7A5-B32D-C6B5-4AC1-5021CFAF6CAC}"/>
          </ac:spMkLst>
        </pc:spChg>
        <pc:spChg chg="add mod">
          <ac:chgData name="Soban Najam" userId="59c411b0-ccb7-4330-99a9-29cc04a2c185" providerId="ADAL" clId="{7175BE28-6B03-4995-88E8-34BBC4F1360E}" dt="2023-09-21T06:37:35.699" v="3400" actId="403"/>
          <ac:spMkLst>
            <pc:docMk/>
            <pc:sldMk cId="4111535912" sldId="294"/>
            <ac:spMk id="50" creationId="{A3046564-1196-2E3D-7213-148441AB1CAC}"/>
          </ac:spMkLst>
        </pc:spChg>
        <pc:spChg chg="add mod">
          <ac:chgData name="Soban Najam" userId="59c411b0-ccb7-4330-99a9-29cc04a2c185" providerId="ADAL" clId="{7175BE28-6B03-4995-88E8-34BBC4F1360E}" dt="2023-09-21T06:37:35.699" v="3400" actId="403"/>
          <ac:spMkLst>
            <pc:docMk/>
            <pc:sldMk cId="4111535912" sldId="294"/>
            <ac:spMk id="51" creationId="{4C383694-01BD-D84E-8775-F71E66653C67}"/>
          </ac:spMkLst>
        </pc:spChg>
        <pc:spChg chg="add mod">
          <ac:chgData name="Soban Najam" userId="59c411b0-ccb7-4330-99a9-29cc04a2c185" providerId="ADAL" clId="{7175BE28-6B03-4995-88E8-34BBC4F1360E}" dt="2023-09-21T06:37:35.699" v="3400" actId="403"/>
          <ac:spMkLst>
            <pc:docMk/>
            <pc:sldMk cId="4111535912" sldId="294"/>
            <ac:spMk id="52" creationId="{7BB0D8B6-FAD0-9B72-E109-FEFBA2B11A11}"/>
          </ac:spMkLst>
        </pc:spChg>
        <pc:spChg chg="add mod">
          <ac:chgData name="Soban Najam" userId="59c411b0-ccb7-4330-99a9-29cc04a2c185" providerId="ADAL" clId="{7175BE28-6B03-4995-88E8-34BBC4F1360E}" dt="2023-09-21T06:37:35.699" v="3400" actId="403"/>
          <ac:spMkLst>
            <pc:docMk/>
            <pc:sldMk cId="4111535912" sldId="294"/>
            <ac:spMk id="53" creationId="{3B947E06-DFBF-F56F-58A3-40F5573723F5}"/>
          </ac:spMkLst>
        </pc:spChg>
        <pc:spChg chg="del mod">
          <ac:chgData name="Soban Najam" userId="59c411b0-ccb7-4330-99a9-29cc04a2c185" providerId="ADAL" clId="{7175BE28-6B03-4995-88E8-34BBC4F1360E}" dt="2023-09-21T06:35:08.377" v="3344" actId="478"/>
          <ac:spMkLst>
            <pc:docMk/>
            <pc:sldMk cId="4111535912" sldId="294"/>
            <ac:spMk id="58" creationId="{22DA84F3-CFA0-056F-721F-EFCDEF0A7830}"/>
          </ac:spMkLst>
        </pc:spChg>
        <pc:spChg chg="mod">
          <ac:chgData name="Soban Najam" userId="59c411b0-ccb7-4330-99a9-29cc04a2c185" providerId="ADAL" clId="{7175BE28-6B03-4995-88E8-34BBC4F1360E}" dt="2023-09-21T06:37:35.699" v="3400" actId="403"/>
          <ac:spMkLst>
            <pc:docMk/>
            <pc:sldMk cId="4111535912" sldId="294"/>
            <ac:spMk id="60" creationId="{7C61E1EB-23FE-530C-FACB-144D0F163385}"/>
          </ac:spMkLst>
        </pc:spChg>
        <pc:spChg chg="del">
          <ac:chgData name="Soban Najam" userId="59c411b0-ccb7-4330-99a9-29cc04a2c185" providerId="ADAL" clId="{7175BE28-6B03-4995-88E8-34BBC4F1360E}" dt="2023-09-21T06:16:36.713" v="3065" actId="478"/>
          <ac:spMkLst>
            <pc:docMk/>
            <pc:sldMk cId="4111535912" sldId="294"/>
            <ac:spMk id="602" creationId="{197FE44E-A744-DC0D-1707-53951A3E70A2}"/>
          </ac:spMkLst>
        </pc:spChg>
        <pc:grpChg chg="add del mod">
          <ac:chgData name="Soban Najam" userId="59c411b0-ccb7-4330-99a9-29cc04a2c185" providerId="ADAL" clId="{7175BE28-6B03-4995-88E8-34BBC4F1360E}" dt="2023-09-21T06:27:51.552" v="3302" actId="165"/>
          <ac:grpSpMkLst>
            <pc:docMk/>
            <pc:sldMk cId="4111535912" sldId="294"/>
            <ac:grpSpMk id="4" creationId="{D6AD6BB4-5F2E-2F03-EF61-BE72D73AEEEA}"/>
          </ac:grpSpMkLst>
        </pc:grpChg>
        <pc:grpChg chg="del mod topLvl">
          <ac:chgData name="Soban Najam" userId="59c411b0-ccb7-4330-99a9-29cc04a2c185" providerId="ADAL" clId="{7175BE28-6B03-4995-88E8-34BBC4F1360E}" dt="2023-09-21T06:35:18.352" v="3346" actId="478"/>
          <ac:grpSpMkLst>
            <pc:docMk/>
            <pc:sldMk cId="4111535912" sldId="294"/>
            <ac:grpSpMk id="32" creationId="{64945618-D946-5A11-CE69-3C87F86D8A42}"/>
          </ac:grpSpMkLst>
        </pc:grpChg>
        <pc:grpChg chg="del mod">
          <ac:chgData name="Soban Najam" userId="59c411b0-ccb7-4330-99a9-29cc04a2c185" providerId="ADAL" clId="{7175BE28-6B03-4995-88E8-34BBC4F1360E}" dt="2023-09-21T06:35:18.352" v="3346" actId="478"/>
          <ac:grpSpMkLst>
            <pc:docMk/>
            <pc:sldMk cId="4111535912" sldId="294"/>
            <ac:grpSpMk id="33" creationId="{F808CF76-A0BC-0763-DC72-296E721F737E}"/>
          </ac:grpSpMkLst>
        </pc:grpChg>
        <pc:grpChg chg="mod">
          <ac:chgData name="Soban Najam" userId="59c411b0-ccb7-4330-99a9-29cc04a2c185" providerId="ADAL" clId="{7175BE28-6B03-4995-88E8-34BBC4F1360E}" dt="2023-09-21T06:37:35.699" v="3400" actId="403"/>
          <ac:grpSpMkLst>
            <pc:docMk/>
            <pc:sldMk cId="4111535912" sldId="294"/>
            <ac:grpSpMk id="34" creationId="{C8D64C4C-A4AF-CEDD-8F89-3972A6171C0E}"/>
          </ac:grpSpMkLst>
        </pc:grpChg>
        <pc:grpChg chg="add del mod">
          <ac:chgData name="Soban Najam" userId="59c411b0-ccb7-4330-99a9-29cc04a2c185" providerId="ADAL" clId="{7175BE28-6B03-4995-88E8-34BBC4F1360E}" dt="2023-09-21T06:34:52.061" v="3339"/>
          <ac:grpSpMkLst>
            <pc:docMk/>
            <pc:sldMk cId="4111535912" sldId="294"/>
            <ac:grpSpMk id="43" creationId="{3390C072-6ED3-C287-F674-58030B6384C1}"/>
          </ac:grpSpMkLst>
        </pc:grpChg>
        <pc:grpChg chg="mod">
          <ac:chgData name="Soban Najam" userId="59c411b0-ccb7-4330-99a9-29cc04a2c185" providerId="ADAL" clId="{7175BE28-6B03-4995-88E8-34BBC4F1360E}" dt="2023-09-21T06:34:50.024" v="3338"/>
          <ac:grpSpMkLst>
            <pc:docMk/>
            <pc:sldMk cId="4111535912" sldId="294"/>
            <ac:grpSpMk id="44" creationId="{92CF1C70-BFF8-1D7E-4277-F71D466E5296}"/>
          </ac:grpSpMkLst>
        </pc:grpChg>
        <pc:grpChg chg="mod">
          <ac:chgData name="Soban Najam" userId="59c411b0-ccb7-4330-99a9-29cc04a2c185" providerId="ADAL" clId="{7175BE28-6B03-4995-88E8-34BBC4F1360E}" dt="2023-09-21T06:34:50.024" v="3338"/>
          <ac:grpSpMkLst>
            <pc:docMk/>
            <pc:sldMk cId="4111535912" sldId="294"/>
            <ac:grpSpMk id="45" creationId="{06542583-5807-5A83-DF59-5635BD7483E4}"/>
          </ac:grpSpMkLst>
        </pc:grpChg>
        <pc:grpChg chg="add del mod">
          <ac:chgData name="Soban Najam" userId="59c411b0-ccb7-4330-99a9-29cc04a2c185" providerId="ADAL" clId="{7175BE28-6B03-4995-88E8-34BBC4F1360E}" dt="2023-09-21T06:35:08.377" v="3344" actId="478"/>
          <ac:grpSpMkLst>
            <pc:docMk/>
            <pc:sldMk cId="4111535912" sldId="294"/>
            <ac:grpSpMk id="54" creationId="{8750671F-FAAD-D9F5-CBB0-3E454F0EF270}"/>
          </ac:grpSpMkLst>
        </pc:grpChg>
        <pc:grpChg chg="add del mod">
          <ac:chgData name="Soban Najam" userId="59c411b0-ccb7-4330-99a9-29cc04a2c185" providerId="ADAL" clId="{7175BE28-6B03-4995-88E8-34BBC4F1360E}" dt="2023-09-21T06:37:35.699" v="3400" actId="403"/>
          <ac:grpSpMkLst>
            <pc:docMk/>
            <pc:sldMk cId="4111535912" sldId="294"/>
            <ac:grpSpMk id="55" creationId="{49B11644-52DB-EBFC-7139-2FB8C7F1F1CB}"/>
          </ac:grpSpMkLst>
        </pc:grpChg>
        <pc:grpChg chg="del mod">
          <ac:chgData name="Soban Najam" userId="59c411b0-ccb7-4330-99a9-29cc04a2c185" providerId="ADAL" clId="{7175BE28-6B03-4995-88E8-34BBC4F1360E}" dt="2023-09-21T06:35:08.377" v="3344" actId="478"/>
          <ac:grpSpMkLst>
            <pc:docMk/>
            <pc:sldMk cId="4111535912" sldId="294"/>
            <ac:grpSpMk id="56" creationId="{B07B5F87-8275-4136-E3B8-1A266EB48861}"/>
          </ac:grpSpMkLst>
        </pc:grpChg>
        <pc:picChg chg="del">
          <ac:chgData name="Soban Najam" userId="59c411b0-ccb7-4330-99a9-29cc04a2c185" providerId="ADAL" clId="{7175BE28-6B03-4995-88E8-34BBC4F1360E}" dt="2023-09-21T06:16:35.513" v="3064" actId="478"/>
          <ac:picMkLst>
            <pc:docMk/>
            <pc:sldMk cId="4111535912" sldId="294"/>
            <ac:picMk id="3" creationId="{2BFC8938-3B6A-4DB8-96A8-69F7F5216C86}"/>
          </ac:picMkLst>
        </pc:picChg>
        <pc:picChg chg="del mod topLvl">
          <ac:chgData name="Soban Najam" userId="59c411b0-ccb7-4330-99a9-29cc04a2c185" providerId="ADAL" clId="{7175BE28-6B03-4995-88E8-34BBC4F1360E}" dt="2023-09-21T06:28:11.006" v="3304" actId="478"/>
          <ac:picMkLst>
            <pc:docMk/>
            <pc:sldMk cId="4111535912" sldId="294"/>
            <ac:picMk id="21" creationId="{5830D6DF-F49A-283F-5D70-4B4420565E79}"/>
          </ac:picMkLst>
        </pc:picChg>
        <pc:picChg chg="mod topLvl">
          <ac:chgData name="Soban Najam" userId="59c411b0-ccb7-4330-99a9-29cc04a2c185" providerId="ADAL" clId="{7175BE28-6B03-4995-88E8-34BBC4F1360E}" dt="2023-09-21T06:37:35.699" v="3400" actId="403"/>
          <ac:picMkLst>
            <pc:docMk/>
            <pc:sldMk cId="4111535912" sldId="294"/>
            <ac:picMk id="27" creationId="{ED300AA8-8405-DCE4-3017-3B08A11E47C3}"/>
          </ac:picMkLst>
        </pc:picChg>
        <pc:picChg chg="mod">
          <ac:chgData name="Soban Najam" userId="59c411b0-ccb7-4330-99a9-29cc04a2c185" providerId="ADAL" clId="{7175BE28-6B03-4995-88E8-34BBC4F1360E}" dt="2023-09-21T06:37:35.699" v="3400" actId="403"/>
          <ac:picMkLst>
            <pc:docMk/>
            <pc:sldMk cId="4111535912" sldId="294"/>
            <ac:picMk id="35" creationId="{39DEDB06-4B97-C7AB-5605-9495BCDDD241}"/>
          </ac:picMkLst>
        </pc:picChg>
        <pc:picChg chg="del mod">
          <ac:chgData name="Soban Najam" userId="59c411b0-ccb7-4330-99a9-29cc04a2c185" providerId="ADAL" clId="{7175BE28-6B03-4995-88E8-34BBC4F1360E}" dt="2023-09-21T06:35:18.352" v="3346" actId="478"/>
          <ac:picMkLst>
            <pc:docMk/>
            <pc:sldMk cId="4111535912" sldId="294"/>
            <ac:picMk id="37" creationId="{E04C882A-6833-0880-CB79-015925BDADC2}"/>
          </ac:picMkLst>
        </pc:picChg>
        <pc:picChg chg="mod">
          <ac:chgData name="Soban Najam" userId="59c411b0-ccb7-4330-99a9-29cc04a2c185" providerId="ADAL" clId="{7175BE28-6B03-4995-88E8-34BBC4F1360E}" dt="2023-09-21T06:34:50.024" v="3338"/>
          <ac:picMkLst>
            <pc:docMk/>
            <pc:sldMk cId="4111535912" sldId="294"/>
            <ac:picMk id="46" creationId="{3A132FA8-C0BD-64E8-36DE-8EDF553575B7}"/>
          </ac:picMkLst>
        </pc:picChg>
        <pc:picChg chg="mod">
          <ac:chgData name="Soban Najam" userId="59c411b0-ccb7-4330-99a9-29cc04a2c185" providerId="ADAL" clId="{7175BE28-6B03-4995-88E8-34BBC4F1360E}" dt="2023-09-21T06:34:50.024" v="3338"/>
          <ac:picMkLst>
            <pc:docMk/>
            <pc:sldMk cId="4111535912" sldId="294"/>
            <ac:picMk id="48" creationId="{606215A8-E30D-66BD-DBA6-2695B5AE84BA}"/>
          </ac:picMkLst>
        </pc:picChg>
        <pc:picChg chg="del mod">
          <ac:chgData name="Soban Najam" userId="59c411b0-ccb7-4330-99a9-29cc04a2c185" providerId="ADAL" clId="{7175BE28-6B03-4995-88E8-34BBC4F1360E}" dt="2023-09-21T06:35:08.377" v="3344" actId="478"/>
          <ac:picMkLst>
            <pc:docMk/>
            <pc:sldMk cId="4111535912" sldId="294"/>
            <ac:picMk id="57" creationId="{6E5B6142-7751-7774-72C2-6E329FD5613E}"/>
          </ac:picMkLst>
        </pc:picChg>
        <pc:picChg chg="add del mod">
          <ac:chgData name="Soban Najam" userId="59c411b0-ccb7-4330-99a9-29cc04a2c185" providerId="ADAL" clId="{7175BE28-6B03-4995-88E8-34BBC4F1360E}" dt="2023-09-21T06:37:35.699" v="3400" actId="403"/>
          <ac:picMkLst>
            <pc:docMk/>
            <pc:sldMk cId="4111535912" sldId="294"/>
            <ac:picMk id="59" creationId="{43A57165-97F8-CD98-DD3D-4EE85660A054}"/>
          </ac:picMkLst>
        </pc:picChg>
        <pc:cxnChg chg="add del mod topLvl">
          <ac:chgData name="Soban Najam" userId="59c411b0-ccb7-4330-99a9-29cc04a2c185" providerId="ADAL" clId="{7175BE28-6B03-4995-88E8-34BBC4F1360E}" dt="2023-09-21T06:37:35.699" v="3400" actId="403"/>
          <ac:cxnSpMkLst>
            <pc:docMk/>
            <pc:sldMk cId="4111535912" sldId="294"/>
            <ac:cxnSpMk id="8" creationId="{6CB056C3-CE5D-6B4E-8FD5-8D3EAE881D3E}"/>
          </ac:cxnSpMkLst>
        </pc:cxnChg>
        <pc:cxnChg chg="mod topLvl">
          <ac:chgData name="Soban Najam" userId="59c411b0-ccb7-4330-99a9-29cc04a2c185" providerId="ADAL" clId="{7175BE28-6B03-4995-88E8-34BBC4F1360E}" dt="2023-09-21T06:37:35.699" v="3400" actId="403"/>
          <ac:cxnSpMkLst>
            <pc:docMk/>
            <pc:sldMk cId="4111535912" sldId="294"/>
            <ac:cxnSpMk id="9" creationId="{35FD0BA6-14C3-7ADD-7187-98E7093E9862}"/>
          </ac:cxnSpMkLst>
        </pc:cxnChg>
        <pc:cxnChg chg="mod topLvl">
          <ac:chgData name="Soban Najam" userId="59c411b0-ccb7-4330-99a9-29cc04a2c185" providerId="ADAL" clId="{7175BE28-6B03-4995-88E8-34BBC4F1360E}" dt="2023-09-21T06:27:56.755" v="3303" actId="208"/>
          <ac:cxnSpMkLst>
            <pc:docMk/>
            <pc:sldMk cId="4111535912" sldId="294"/>
            <ac:cxnSpMk id="10" creationId="{64C522F7-639F-4223-3603-10304BF8A4D4}"/>
          </ac:cxnSpMkLst>
        </pc:cxnChg>
      </pc:sldChg>
    </pc:docChg>
  </pc:docChgLst>
  <pc:docChgLst>
    <pc:chgData name="Rabia Najam" userId="089070e9-a6c4-4fdf-a746-bd7badd856ab" providerId="ADAL" clId="{08DB6A7A-CD74-495A-AA7A-3F95329CD6EB}"/>
    <pc:docChg chg="undo custSel modSld">
      <pc:chgData name="Rabia Najam" userId="089070e9-a6c4-4fdf-a746-bd7badd856ab" providerId="ADAL" clId="{08DB6A7A-CD74-495A-AA7A-3F95329CD6EB}" dt="2023-07-18T10:39:51.335" v="3" actId="164"/>
      <pc:docMkLst>
        <pc:docMk/>
      </pc:docMkLst>
      <pc:sldChg chg="addSp modSp">
        <pc:chgData name="Rabia Najam" userId="089070e9-a6c4-4fdf-a746-bd7badd856ab" providerId="ADAL" clId="{08DB6A7A-CD74-495A-AA7A-3F95329CD6EB}" dt="2023-07-18T10:37:25.071" v="0" actId="164"/>
        <pc:sldMkLst>
          <pc:docMk/>
          <pc:sldMk cId="1171523355" sldId="287"/>
        </pc:sldMkLst>
        <pc:spChg chg="mod">
          <ac:chgData name="Rabia Najam" userId="089070e9-a6c4-4fdf-a746-bd7badd856ab" providerId="ADAL" clId="{08DB6A7A-CD74-495A-AA7A-3F95329CD6EB}" dt="2023-07-18T10:37:25.071" v="0" actId="164"/>
          <ac:spMkLst>
            <pc:docMk/>
            <pc:sldMk cId="1171523355" sldId="287"/>
            <ac:spMk id="2" creationId="{B9B22647-361E-4356-8224-54CEA6131DE7}"/>
          </ac:spMkLst>
        </pc:spChg>
        <pc:spChg chg="mod">
          <ac:chgData name="Rabia Najam" userId="089070e9-a6c4-4fdf-a746-bd7badd856ab" providerId="ADAL" clId="{08DB6A7A-CD74-495A-AA7A-3F95329CD6EB}" dt="2023-07-18T10:37:25.071" v="0" actId="164"/>
          <ac:spMkLst>
            <pc:docMk/>
            <pc:sldMk cId="1171523355" sldId="287"/>
            <ac:spMk id="9" creationId="{130832F0-F64A-4E00-A34E-2BC7C3576D1F}"/>
          </ac:spMkLst>
        </pc:spChg>
        <pc:spChg chg="mod">
          <ac:chgData name="Rabia Najam" userId="089070e9-a6c4-4fdf-a746-bd7badd856ab" providerId="ADAL" clId="{08DB6A7A-CD74-495A-AA7A-3F95329CD6EB}" dt="2023-07-18T10:37:25.071" v="0" actId="164"/>
          <ac:spMkLst>
            <pc:docMk/>
            <pc:sldMk cId="1171523355" sldId="287"/>
            <ac:spMk id="19" creationId="{25CE80BA-B027-4CCB-A412-083F07C64859}"/>
          </ac:spMkLst>
        </pc:spChg>
        <pc:spChg chg="mod">
          <ac:chgData name="Rabia Najam" userId="089070e9-a6c4-4fdf-a746-bd7badd856ab" providerId="ADAL" clId="{08DB6A7A-CD74-495A-AA7A-3F95329CD6EB}" dt="2023-07-18T10:37:25.071" v="0" actId="164"/>
          <ac:spMkLst>
            <pc:docMk/>
            <pc:sldMk cId="1171523355" sldId="287"/>
            <ac:spMk id="20" creationId="{0CE52DA1-255F-48A3-BF41-5F8E7F28260F}"/>
          </ac:spMkLst>
        </pc:spChg>
        <pc:spChg chg="mod">
          <ac:chgData name="Rabia Najam" userId="089070e9-a6c4-4fdf-a746-bd7badd856ab" providerId="ADAL" clId="{08DB6A7A-CD74-495A-AA7A-3F95329CD6EB}" dt="2023-07-18T10:37:25.071" v="0" actId="164"/>
          <ac:spMkLst>
            <pc:docMk/>
            <pc:sldMk cId="1171523355" sldId="287"/>
            <ac:spMk id="21" creationId="{4ACDE3B2-DD30-4D72-9658-F15B6C5D913A}"/>
          </ac:spMkLst>
        </pc:spChg>
        <pc:spChg chg="mod">
          <ac:chgData name="Rabia Najam" userId="089070e9-a6c4-4fdf-a746-bd7badd856ab" providerId="ADAL" clId="{08DB6A7A-CD74-495A-AA7A-3F95329CD6EB}" dt="2023-07-18T10:37:25.071" v="0" actId="164"/>
          <ac:spMkLst>
            <pc:docMk/>
            <pc:sldMk cId="1171523355" sldId="287"/>
            <ac:spMk id="23" creationId="{91D2F530-83E0-4554-9699-10F320F69F7B}"/>
          </ac:spMkLst>
        </pc:spChg>
        <pc:spChg chg="mod">
          <ac:chgData name="Rabia Najam" userId="089070e9-a6c4-4fdf-a746-bd7badd856ab" providerId="ADAL" clId="{08DB6A7A-CD74-495A-AA7A-3F95329CD6EB}" dt="2023-07-18T10:37:25.071" v="0" actId="164"/>
          <ac:spMkLst>
            <pc:docMk/>
            <pc:sldMk cId="1171523355" sldId="287"/>
            <ac:spMk id="25" creationId="{B9FED0B3-F4E2-41F7-A5EA-8D4CD53ADABA}"/>
          </ac:spMkLst>
        </pc:spChg>
        <pc:spChg chg="mod">
          <ac:chgData name="Rabia Najam" userId="089070e9-a6c4-4fdf-a746-bd7badd856ab" providerId="ADAL" clId="{08DB6A7A-CD74-495A-AA7A-3F95329CD6EB}" dt="2023-07-18T10:37:25.071" v="0" actId="164"/>
          <ac:spMkLst>
            <pc:docMk/>
            <pc:sldMk cId="1171523355" sldId="287"/>
            <ac:spMk id="32" creationId="{4C9586ED-93CF-4756-A262-730AC181283C}"/>
          </ac:spMkLst>
        </pc:spChg>
        <pc:spChg chg="mod">
          <ac:chgData name="Rabia Najam" userId="089070e9-a6c4-4fdf-a746-bd7badd856ab" providerId="ADAL" clId="{08DB6A7A-CD74-495A-AA7A-3F95329CD6EB}" dt="2023-07-18T10:37:25.071" v="0" actId="164"/>
          <ac:spMkLst>
            <pc:docMk/>
            <pc:sldMk cId="1171523355" sldId="287"/>
            <ac:spMk id="37" creationId="{FD9E499E-73D5-453A-B177-D58DDABC0432}"/>
          </ac:spMkLst>
        </pc:spChg>
        <pc:spChg chg="mod">
          <ac:chgData name="Rabia Najam" userId="089070e9-a6c4-4fdf-a746-bd7badd856ab" providerId="ADAL" clId="{08DB6A7A-CD74-495A-AA7A-3F95329CD6EB}" dt="2023-07-18T10:37:25.071" v="0" actId="164"/>
          <ac:spMkLst>
            <pc:docMk/>
            <pc:sldMk cId="1171523355" sldId="287"/>
            <ac:spMk id="42" creationId="{135AAEBF-0A50-4D8B-9188-A1D2F0D26079}"/>
          </ac:spMkLst>
        </pc:spChg>
        <pc:spChg chg="mod">
          <ac:chgData name="Rabia Najam" userId="089070e9-a6c4-4fdf-a746-bd7badd856ab" providerId="ADAL" clId="{08DB6A7A-CD74-495A-AA7A-3F95329CD6EB}" dt="2023-07-18T10:37:25.071" v="0" actId="164"/>
          <ac:spMkLst>
            <pc:docMk/>
            <pc:sldMk cId="1171523355" sldId="287"/>
            <ac:spMk id="44" creationId="{883A7ED9-1578-4820-A683-422F9061F054}"/>
          </ac:spMkLst>
        </pc:spChg>
        <pc:spChg chg="mod">
          <ac:chgData name="Rabia Najam" userId="089070e9-a6c4-4fdf-a746-bd7badd856ab" providerId="ADAL" clId="{08DB6A7A-CD74-495A-AA7A-3F95329CD6EB}" dt="2023-07-18T10:37:25.071" v="0" actId="164"/>
          <ac:spMkLst>
            <pc:docMk/>
            <pc:sldMk cId="1171523355" sldId="287"/>
            <ac:spMk id="54" creationId="{42960FB2-5B0C-4659-859F-BC87B2674244}"/>
          </ac:spMkLst>
        </pc:spChg>
        <pc:spChg chg="mod">
          <ac:chgData name="Rabia Najam" userId="089070e9-a6c4-4fdf-a746-bd7badd856ab" providerId="ADAL" clId="{08DB6A7A-CD74-495A-AA7A-3F95329CD6EB}" dt="2023-07-18T10:37:25.071" v="0" actId="164"/>
          <ac:spMkLst>
            <pc:docMk/>
            <pc:sldMk cId="1171523355" sldId="287"/>
            <ac:spMk id="55" creationId="{65D87265-90EF-4726-A82A-F83CA27221BF}"/>
          </ac:spMkLst>
        </pc:spChg>
        <pc:spChg chg="mod">
          <ac:chgData name="Rabia Najam" userId="089070e9-a6c4-4fdf-a746-bd7badd856ab" providerId="ADAL" clId="{08DB6A7A-CD74-495A-AA7A-3F95329CD6EB}" dt="2023-07-18T10:37:25.071" v="0" actId="164"/>
          <ac:spMkLst>
            <pc:docMk/>
            <pc:sldMk cId="1171523355" sldId="287"/>
            <ac:spMk id="56" creationId="{FBC008B8-C973-4684-AF79-0B694A5D83E7}"/>
          </ac:spMkLst>
        </pc:spChg>
        <pc:spChg chg="mod">
          <ac:chgData name="Rabia Najam" userId="089070e9-a6c4-4fdf-a746-bd7badd856ab" providerId="ADAL" clId="{08DB6A7A-CD74-495A-AA7A-3F95329CD6EB}" dt="2023-07-18T10:37:25.071" v="0" actId="164"/>
          <ac:spMkLst>
            <pc:docMk/>
            <pc:sldMk cId="1171523355" sldId="287"/>
            <ac:spMk id="63" creationId="{63CBA9EE-64B4-4B74-AB86-F330FE18B454}"/>
          </ac:spMkLst>
        </pc:spChg>
        <pc:spChg chg="mod">
          <ac:chgData name="Rabia Najam" userId="089070e9-a6c4-4fdf-a746-bd7badd856ab" providerId="ADAL" clId="{08DB6A7A-CD74-495A-AA7A-3F95329CD6EB}" dt="2023-07-18T10:37:25.071" v="0" actId="164"/>
          <ac:spMkLst>
            <pc:docMk/>
            <pc:sldMk cId="1171523355" sldId="287"/>
            <ac:spMk id="66" creationId="{D834D3DB-6304-4534-AD9E-90BFDBCE4EE6}"/>
          </ac:spMkLst>
        </pc:spChg>
        <pc:spChg chg="mod">
          <ac:chgData name="Rabia Najam" userId="089070e9-a6c4-4fdf-a746-bd7badd856ab" providerId="ADAL" clId="{08DB6A7A-CD74-495A-AA7A-3F95329CD6EB}" dt="2023-07-18T10:37:25.071" v="0" actId="164"/>
          <ac:spMkLst>
            <pc:docMk/>
            <pc:sldMk cId="1171523355" sldId="287"/>
            <ac:spMk id="76" creationId="{086D2D20-37C1-4325-B271-F0E0CE5718A2}"/>
          </ac:spMkLst>
        </pc:spChg>
        <pc:spChg chg="mod">
          <ac:chgData name="Rabia Najam" userId="089070e9-a6c4-4fdf-a746-bd7badd856ab" providerId="ADAL" clId="{08DB6A7A-CD74-495A-AA7A-3F95329CD6EB}" dt="2023-07-18T10:37:25.071" v="0" actId="164"/>
          <ac:spMkLst>
            <pc:docMk/>
            <pc:sldMk cId="1171523355" sldId="287"/>
            <ac:spMk id="116" creationId="{09624A5E-DCF2-D3F8-6AB6-34F6EEC8EEF8}"/>
          </ac:spMkLst>
        </pc:spChg>
        <pc:grpChg chg="add mod">
          <ac:chgData name="Rabia Najam" userId="089070e9-a6c4-4fdf-a746-bd7badd856ab" providerId="ADAL" clId="{08DB6A7A-CD74-495A-AA7A-3F95329CD6EB}" dt="2023-07-18T10:37:25.071" v="0" actId="164"/>
          <ac:grpSpMkLst>
            <pc:docMk/>
            <pc:sldMk cId="1171523355" sldId="287"/>
            <ac:grpSpMk id="3" creationId="{F53E7449-5AFC-907B-594C-BBB71F2AAE88}"/>
          </ac:grpSpMkLst>
        </pc:grpChg>
        <pc:cxnChg chg="mod">
          <ac:chgData name="Rabia Najam" userId="089070e9-a6c4-4fdf-a746-bd7badd856ab" providerId="ADAL" clId="{08DB6A7A-CD74-495A-AA7A-3F95329CD6EB}" dt="2023-07-18T10:37:25.071" v="0" actId="164"/>
          <ac:cxnSpMkLst>
            <pc:docMk/>
            <pc:sldMk cId="1171523355" sldId="287"/>
            <ac:cxnSpMk id="12" creationId="{C1F97131-4E4B-4B53-9721-413AA3DB8173}"/>
          </ac:cxnSpMkLst>
        </pc:cxnChg>
        <pc:cxnChg chg="mod">
          <ac:chgData name="Rabia Najam" userId="089070e9-a6c4-4fdf-a746-bd7badd856ab" providerId="ADAL" clId="{08DB6A7A-CD74-495A-AA7A-3F95329CD6EB}" dt="2023-07-18T10:37:25.071" v="0" actId="164"/>
          <ac:cxnSpMkLst>
            <pc:docMk/>
            <pc:sldMk cId="1171523355" sldId="287"/>
            <ac:cxnSpMk id="30" creationId="{DFEEB6F3-8DDE-4407-90BA-0800D59C39E7}"/>
          </ac:cxnSpMkLst>
        </pc:cxnChg>
        <pc:cxnChg chg="mod">
          <ac:chgData name="Rabia Najam" userId="089070e9-a6c4-4fdf-a746-bd7badd856ab" providerId="ADAL" clId="{08DB6A7A-CD74-495A-AA7A-3F95329CD6EB}" dt="2023-07-18T10:37:25.071" v="0" actId="164"/>
          <ac:cxnSpMkLst>
            <pc:docMk/>
            <pc:sldMk cId="1171523355" sldId="287"/>
            <ac:cxnSpMk id="33" creationId="{7EAB9C73-6E44-4987-A4B8-D6ACA485F2AE}"/>
          </ac:cxnSpMkLst>
        </pc:cxnChg>
        <pc:cxnChg chg="mod">
          <ac:chgData name="Rabia Najam" userId="089070e9-a6c4-4fdf-a746-bd7badd856ab" providerId="ADAL" clId="{08DB6A7A-CD74-495A-AA7A-3F95329CD6EB}" dt="2023-07-18T10:37:25.071" v="0" actId="164"/>
          <ac:cxnSpMkLst>
            <pc:docMk/>
            <pc:sldMk cId="1171523355" sldId="287"/>
            <ac:cxnSpMk id="38" creationId="{A05B9ED4-36A5-4465-A22F-1F00B8C5A3CF}"/>
          </ac:cxnSpMkLst>
        </pc:cxnChg>
        <pc:cxnChg chg="mod">
          <ac:chgData name="Rabia Najam" userId="089070e9-a6c4-4fdf-a746-bd7badd856ab" providerId="ADAL" clId="{08DB6A7A-CD74-495A-AA7A-3F95329CD6EB}" dt="2023-07-18T10:37:25.071" v="0" actId="164"/>
          <ac:cxnSpMkLst>
            <pc:docMk/>
            <pc:sldMk cId="1171523355" sldId="287"/>
            <ac:cxnSpMk id="45" creationId="{A825E0C3-E022-4B45-B6AB-EC9EAD92CA6E}"/>
          </ac:cxnSpMkLst>
        </pc:cxnChg>
        <pc:cxnChg chg="mod">
          <ac:chgData name="Rabia Najam" userId="089070e9-a6c4-4fdf-a746-bd7badd856ab" providerId="ADAL" clId="{08DB6A7A-CD74-495A-AA7A-3F95329CD6EB}" dt="2023-07-18T10:37:25.071" v="0" actId="164"/>
          <ac:cxnSpMkLst>
            <pc:docMk/>
            <pc:sldMk cId="1171523355" sldId="287"/>
            <ac:cxnSpMk id="51" creationId="{7157A52E-AB2A-47DD-97CA-A9F1C2FD442D}"/>
          </ac:cxnSpMkLst>
        </pc:cxnChg>
        <pc:cxnChg chg="mod">
          <ac:chgData name="Rabia Najam" userId="089070e9-a6c4-4fdf-a746-bd7badd856ab" providerId="ADAL" clId="{08DB6A7A-CD74-495A-AA7A-3F95329CD6EB}" dt="2023-07-18T10:37:25.071" v="0" actId="164"/>
          <ac:cxnSpMkLst>
            <pc:docMk/>
            <pc:sldMk cId="1171523355" sldId="287"/>
            <ac:cxnSpMk id="58" creationId="{CFD234DB-5542-4A98-A6CE-CFDD414067E7}"/>
          </ac:cxnSpMkLst>
        </pc:cxnChg>
        <pc:cxnChg chg="mod">
          <ac:chgData name="Rabia Najam" userId="089070e9-a6c4-4fdf-a746-bd7badd856ab" providerId="ADAL" clId="{08DB6A7A-CD74-495A-AA7A-3F95329CD6EB}" dt="2023-07-18T10:37:25.071" v="0" actId="164"/>
          <ac:cxnSpMkLst>
            <pc:docMk/>
            <pc:sldMk cId="1171523355" sldId="287"/>
            <ac:cxnSpMk id="68" creationId="{3007F309-E2E7-4B54-ACB4-3ABAC5EB392A}"/>
          </ac:cxnSpMkLst>
        </pc:cxnChg>
        <pc:cxnChg chg="mod">
          <ac:chgData name="Rabia Najam" userId="089070e9-a6c4-4fdf-a746-bd7badd856ab" providerId="ADAL" clId="{08DB6A7A-CD74-495A-AA7A-3F95329CD6EB}" dt="2023-07-18T10:37:25.071" v="0" actId="164"/>
          <ac:cxnSpMkLst>
            <pc:docMk/>
            <pc:sldMk cId="1171523355" sldId="287"/>
            <ac:cxnSpMk id="69" creationId="{05164612-41A2-4D76-8214-7E3060922F39}"/>
          </ac:cxnSpMkLst>
        </pc:cxnChg>
        <pc:cxnChg chg="mod">
          <ac:chgData name="Rabia Najam" userId="089070e9-a6c4-4fdf-a746-bd7badd856ab" providerId="ADAL" clId="{08DB6A7A-CD74-495A-AA7A-3F95329CD6EB}" dt="2023-07-18T10:37:25.071" v="0" actId="164"/>
          <ac:cxnSpMkLst>
            <pc:docMk/>
            <pc:sldMk cId="1171523355" sldId="287"/>
            <ac:cxnSpMk id="73" creationId="{BDF0DF8E-4C5A-4F24-B9A7-D9A73DBEE511}"/>
          </ac:cxnSpMkLst>
        </pc:cxnChg>
        <pc:cxnChg chg="mod">
          <ac:chgData name="Rabia Najam" userId="089070e9-a6c4-4fdf-a746-bd7badd856ab" providerId="ADAL" clId="{08DB6A7A-CD74-495A-AA7A-3F95329CD6EB}" dt="2023-07-18T10:37:25.071" v="0" actId="164"/>
          <ac:cxnSpMkLst>
            <pc:docMk/>
            <pc:sldMk cId="1171523355" sldId="287"/>
            <ac:cxnSpMk id="124" creationId="{37D0666B-B685-DBAF-030E-F445E5151C5C}"/>
          </ac:cxnSpMkLst>
        </pc:cxnChg>
      </pc:sldChg>
      <pc:sldChg chg="addSp modSp mod">
        <pc:chgData name="Rabia Najam" userId="089070e9-a6c4-4fdf-a746-bd7badd856ab" providerId="ADAL" clId="{08DB6A7A-CD74-495A-AA7A-3F95329CD6EB}" dt="2023-07-18T10:39:51.335" v="3" actId="164"/>
        <pc:sldMkLst>
          <pc:docMk/>
          <pc:sldMk cId="1242839540" sldId="288"/>
        </pc:sldMkLst>
        <pc:spChg chg="mod">
          <ac:chgData name="Rabia Najam" userId="089070e9-a6c4-4fdf-a746-bd7badd856ab" providerId="ADAL" clId="{08DB6A7A-CD74-495A-AA7A-3F95329CD6EB}" dt="2023-07-18T10:39:51.335" v="3" actId="164"/>
          <ac:spMkLst>
            <pc:docMk/>
            <pc:sldMk cId="1242839540" sldId="288"/>
            <ac:spMk id="2" creationId="{B9B22647-361E-4356-8224-54CEA6131DE7}"/>
          </ac:spMkLst>
        </pc:spChg>
        <pc:spChg chg="mod">
          <ac:chgData name="Rabia Najam" userId="089070e9-a6c4-4fdf-a746-bd7badd856ab" providerId="ADAL" clId="{08DB6A7A-CD74-495A-AA7A-3F95329CD6EB}" dt="2023-07-18T10:39:30.182" v="2" actId="1076"/>
          <ac:spMkLst>
            <pc:docMk/>
            <pc:sldMk cId="1242839540" sldId="288"/>
            <ac:spMk id="7" creationId="{AA9235C6-D794-428B-AC1D-A498C7BD76B8}"/>
          </ac:spMkLst>
        </pc:spChg>
        <pc:spChg chg="mod">
          <ac:chgData name="Rabia Najam" userId="089070e9-a6c4-4fdf-a746-bd7badd856ab" providerId="ADAL" clId="{08DB6A7A-CD74-495A-AA7A-3F95329CD6EB}" dt="2023-07-18T10:39:51.335" v="3" actId="164"/>
          <ac:spMkLst>
            <pc:docMk/>
            <pc:sldMk cId="1242839540" sldId="288"/>
            <ac:spMk id="9" creationId="{130832F0-F64A-4E00-A34E-2BC7C3576D1F}"/>
          </ac:spMkLst>
        </pc:spChg>
        <pc:spChg chg="mod">
          <ac:chgData name="Rabia Najam" userId="089070e9-a6c4-4fdf-a746-bd7badd856ab" providerId="ADAL" clId="{08DB6A7A-CD74-495A-AA7A-3F95329CD6EB}" dt="2023-07-18T10:39:51.335" v="3" actId="164"/>
          <ac:spMkLst>
            <pc:docMk/>
            <pc:sldMk cId="1242839540" sldId="288"/>
            <ac:spMk id="14" creationId="{5902F286-6C00-49CB-ED02-3500B8736AAE}"/>
          </ac:spMkLst>
        </pc:spChg>
        <pc:spChg chg="mod">
          <ac:chgData name="Rabia Najam" userId="089070e9-a6c4-4fdf-a746-bd7badd856ab" providerId="ADAL" clId="{08DB6A7A-CD74-495A-AA7A-3F95329CD6EB}" dt="2023-07-18T10:39:51.335" v="3" actId="164"/>
          <ac:spMkLst>
            <pc:docMk/>
            <pc:sldMk cId="1242839540" sldId="288"/>
            <ac:spMk id="19" creationId="{25CE80BA-B027-4CCB-A412-083F07C64859}"/>
          </ac:spMkLst>
        </pc:spChg>
        <pc:spChg chg="mod">
          <ac:chgData name="Rabia Najam" userId="089070e9-a6c4-4fdf-a746-bd7badd856ab" providerId="ADAL" clId="{08DB6A7A-CD74-495A-AA7A-3F95329CD6EB}" dt="2023-07-18T10:39:51.335" v="3" actId="164"/>
          <ac:spMkLst>
            <pc:docMk/>
            <pc:sldMk cId="1242839540" sldId="288"/>
            <ac:spMk id="20" creationId="{0CE52DA1-255F-48A3-BF41-5F8E7F28260F}"/>
          </ac:spMkLst>
        </pc:spChg>
        <pc:spChg chg="mod">
          <ac:chgData name="Rabia Najam" userId="089070e9-a6c4-4fdf-a746-bd7badd856ab" providerId="ADAL" clId="{08DB6A7A-CD74-495A-AA7A-3F95329CD6EB}" dt="2023-07-18T10:39:51.335" v="3" actId="164"/>
          <ac:spMkLst>
            <pc:docMk/>
            <pc:sldMk cId="1242839540" sldId="288"/>
            <ac:spMk id="21" creationId="{4ACDE3B2-DD30-4D72-9658-F15B6C5D913A}"/>
          </ac:spMkLst>
        </pc:spChg>
        <pc:spChg chg="mod">
          <ac:chgData name="Rabia Najam" userId="089070e9-a6c4-4fdf-a746-bd7badd856ab" providerId="ADAL" clId="{08DB6A7A-CD74-495A-AA7A-3F95329CD6EB}" dt="2023-07-18T10:39:51.335" v="3" actId="164"/>
          <ac:spMkLst>
            <pc:docMk/>
            <pc:sldMk cId="1242839540" sldId="288"/>
            <ac:spMk id="22" creationId="{ABBCDD8F-3620-162C-6DED-D2E145043293}"/>
          </ac:spMkLst>
        </pc:spChg>
        <pc:spChg chg="mod">
          <ac:chgData name="Rabia Najam" userId="089070e9-a6c4-4fdf-a746-bd7badd856ab" providerId="ADAL" clId="{08DB6A7A-CD74-495A-AA7A-3F95329CD6EB}" dt="2023-07-18T10:39:51.335" v="3" actId="164"/>
          <ac:spMkLst>
            <pc:docMk/>
            <pc:sldMk cId="1242839540" sldId="288"/>
            <ac:spMk id="25" creationId="{B9FED0B3-F4E2-41F7-A5EA-8D4CD53ADABA}"/>
          </ac:spMkLst>
        </pc:spChg>
        <pc:spChg chg="mod">
          <ac:chgData name="Rabia Najam" userId="089070e9-a6c4-4fdf-a746-bd7badd856ab" providerId="ADAL" clId="{08DB6A7A-CD74-495A-AA7A-3F95329CD6EB}" dt="2023-07-18T10:39:51.335" v="3" actId="164"/>
          <ac:spMkLst>
            <pc:docMk/>
            <pc:sldMk cId="1242839540" sldId="288"/>
            <ac:spMk id="40" creationId="{C3E78731-36F5-D373-2A63-08A366EC9F85}"/>
          </ac:spMkLst>
        </pc:spChg>
        <pc:spChg chg="mod">
          <ac:chgData name="Rabia Najam" userId="089070e9-a6c4-4fdf-a746-bd7badd856ab" providerId="ADAL" clId="{08DB6A7A-CD74-495A-AA7A-3F95329CD6EB}" dt="2023-07-18T10:39:51.335" v="3" actId="164"/>
          <ac:spMkLst>
            <pc:docMk/>
            <pc:sldMk cId="1242839540" sldId="288"/>
            <ac:spMk id="41" creationId="{87DD4EB8-D491-0F3C-1853-E29C55758AA1}"/>
          </ac:spMkLst>
        </pc:spChg>
        <pc:spChg chg="mod">
          <ac:chgData name="Rabia Najam" userId="089070e9-a6c4-4fdf-a746-bd7badd856ab" providerId="ADAL" clId="{08DB6A7A-CD74-495A-AA7A-3F95329CD6EB}" dt="2023-07-18T10:39:51.335" v="3" actId="164"/>
          <ac:spMkLst>
            <pc:docMk/>
            <pc:sldMk cId="1242839540" sldId="288"/>
            <ac:spMk id="43" creationId="{FC7B983D-E733-DAC4-2DF0-069C87AC1401}"/>
          </ac:spMkLst>
        </pc:spChg>
        <pc:spChg chg="mod">
          <ac:chgData name="Rabia Najam" userId="089070e9-a6c4-4fdf-a746-bd7badd856ab" providerId="ADAL" clId="{08DB6A7A-CD74-495A-AA7A-3F95329CD6EB}" dt="2023-07-18T10:39:51.335" v="3" actId="164"/>
          <ac:spMkLst>
            <pc:docMk/>
            <pc:sldMk cId="1242839540" sldId="288"/>
            <ac:spMk id="49" creationId="{1114C806-07DD-244C-31B4-F2476A41806D}"/>
          </ac:spMkLst>
        </pc:spChg>
        <pc:spChg chg="mod">
          <ac:chgData name="Rabia Najam" userId="089070e9-a6c4-4fdf-a746-bd7badd856ab" providerId="ADAL" clId="{08DB6A7A-CD74-495A-AA7A-3F95329CD6EB}" dt="2023-07-18T10:39:51.335" v="3" actId="164"/>
          <ac:spMkLst>
            <pc:docMk/>
            <pc:sldMk cId="1242839540" sldId="288"/>
            <ac:spMk id="50" creationId="{9FE2D5AD-4863-FCD1-FBEA-2A270ECC46E7}"/>
          </ac:spMkLst>
        </pc:spChg>
        <pc:spChg chg="mod">
          <ac:chgData name="Rabia Najam" userId="089070e9-a6c4-4fdf-a746-bd7badd856ab" providerId="ADAL" clId="{08DB6A7A-CD74-495A-AA7A-3F95329CD6EB}" dt="2023-07-18T10:39:51.335" v="3" actId="164"/>
          <ac:spMkLst>
            <pc:docMk/>
            <pc:sldMk cId="1242839540" sldId="288"/>
            <ac:spMk id="67" creationId="{6C9ADBEC-78F0-FEEB-7A63-BAB2FC9A91FA}"/>
          </ac:spMkLst>
        </pc:spChg>
        <pc:spChg chg="mod">
          <ac:chgData name="Rabia Najam" userId="089070e9-a6c4-4fdf-a746-bd7badd856ab" providerId="ADAL" clId="{08DB6A7A-CD74-495A-AA7A-3F95329CD6EB}" dt="2023-07-18T10:39:51.335" v="3" actId="164"/>
          <ac:spMkLst>
            <pc:docMk/>
            <pc:sldMk cId="1242839540" sldId="288"/>
            <ac:spMk id="73" creationId="{17D0E319-F308-A0F9-206C-9419977E02FE}"/>
          </ac:spMkLst>
        </pc:spChg>
        <pc:spChg chg="mod">
          <ac:chgData name="Rabia Najam" userId="089070e9-a6c4-4fdf-a746-bd7badd856ab" providerId="ADAL" clId="{08DB6A7A-CD74-495A-AA7A-3F95329CD6EB}" dt="2023-07-18T10:39:51.335" v="3" actId="164"/>
          <ac:spMkLst>
            <pc:docMk/>
            <pc:sldMk cId="1242839540" sldId="288"/>
            <ac:spMk id="74" creationId="{D0471520-5AEE-F33E-9DC6-A638FB7995F6}"/>
          </ac:spMkLst>
        </pc:spChg>
        <pc:grpChg chg="add mod">
          <ac:chgData name="Rabia Najam" userId="089070e9-a6c4-4fdf-a746-bd7badd856ab" providerId="ADAL" clId="{08DB6A7A-CD74-495A-AA7A-3F95329CD6EB}" dt="2023-07-18T10:39:51.335" v="3" actId="164"/>
          <ac:grpSpMkLst>
            <pc:docMk/>
            <pc:sldMk cId="1242839540" sldId="288"/>
            <ac:grpSpMk id="3" creationId="{C8BFE905-D24D-89E1-28B9-E711548E6931}"/>
          </ac:grpSpMkLst>
        </pc:grpChg>
        <pc:cxnChg chg="mod">
          <ac:chgData name="Rabia Najam" userId="089070e9-a6c4-4fdf-a746-bd7badd856ab" providerId="ADAL" clId="{08DB6A7A-CD74-495A-AA7A-3F95329CD6EB}" dt="2023-07-18T10:39:51.335" v="3" actId="164"/>
          <ac:cxnSpMkLst>
            <pc:docMk/>
            <pc:sldMk cId="1242839540" sldId="288"/>
            <ac:cxnSpMk id="12" creationId="{C1F97131-4E4B-4B53-9721-413AA3DB8173}"/>
          </ac:cxnSpMkLst>
        </pc:cxnChg>
        <pc:cxnChg chg="mod">
          <ac:chgData name="Rabia Najam" userId="089070e9-a6c4-4fdf-a746-bd7badd856ab" providerId="ADAL" clId="{08DB6A7A-CD74-495A-AA7A-3F95329CD6EB}" dt="2023-07-18T10:39:51.335" v="3" actId="164"/>
          <ac:cxnSpMkLst>
            <pc:docMk/>
            <pc:sldMk cId="1242839540" sldId="288"/>
            <ac:cxnSpMk id="15" creationId="{A7230CA8-84C8-5BC3-9D0C-8C822F9B3D60}"/>
          </ac:cxnSpMkLst>
        </pc:cxnChg>
        <pc:cxnChg chg="mod">
          <ac:chgData name="Rabia Najam" userId="089070e9-a6c4-4fdf-a746-bd7badd856ab" providerId="ADAL" clId="{08DB6A7A-CD74-495A-AA7A-3F95329CD6EB}" dt="2023-07-18T10:39:51.335" v="3" actId="164"/>
          <ac:cxnSpMkLst>
            <pc:docMk/>
            <pc:sldMk cId="1242839540" sldId="288"/>
            <ac:cxnSpMk id="35" creationId="{EB0AB4D4-14AE-FA47-9B4E-ACCE16F0F2C2}"/>
          </ac:cxnSpMkLst>
        </pc:cxnChg>
        <pc:cxnChg chg="mod">
          <ac:chgData name="Rabia Najam" userId="089070e9-a6c4-4fdf-a746-bd7badd856ab" providerId="ADAL" clId="{08DB6A7A-CD74-495A-AA7A-3F95329CD6EB}" dt="2023-07-18T10:39:51.335" v="3" actId="164"/>
          <ac:cxnSpMkLst>
            <pc:docMk/>
            <pc:sldMk cId="1242839540" sldId="288"/>
            <ac:cxnSpMk id="46" creationId="{41D83676-28E7-FAD5-49E1-D22C20D16ECA}"/>
          </ac:cxnSpMkLst>
        </pc:cxnChg>
        <pc:cxnChg chg="mod">
          <ac:chgData name="Rabia Najam" userId="089070e9-a6c4-4fdf-a746-bd7badd856ab" providerId="ADAL" clId="{08DB6A7A-CD74-495A-AA7A-3F95329CD6EB}" dt="2023-07-18T10:39:51.335" v="3" actId="164"/>
          <ac:cxnSpMkLst>
            <pc:docMk/>
            <pc:sldMk cId="1242839540" sldId="288"/>
            <ac:cxnSpMk id="52" creationId="{4C920AEF-D2B6-196D-4C3D-5AF28EE8AE9E}"/>
          </ac:cxnSpMkLst>
        </pc:cxnChg>
        <pc:cxnChg chg="mod">
          <ac:chgData name="Rabia Najam" userId="089070e9-a6c4-4fdf-a746-bd7badd856ab" providerId="ADAL" clId="{08DB6A7A-CD74-495A-AA7A-3F95329CD6EB}" dt="2023-07-18T10:39:51.335" v="3" actId="164"/>
          <ac:cxnSpMkLst>
            <pc:docMk/>
            <pc:sldMk cId="1242839540" sldId="288"/>
            <ac:cxnSpMk id="53" creationId="{B9EB231E-F572-35EE-3E4C-3A097AFCD90B}"/>
          </ac:cxnSpMkLst>
        </pc:cxnChg>
        <pc:cxnChg chg="mod">
          <ac:chgData name="Rabia Najam" userId="089070e9-a6c4-4fdf-a746-bd7badd856ab" providerId="ADAL" clId="{08DB6A7A-CD74-495A-AA7A-3F95329CD6EB}" dt="2023-07-18T10:39:51.335" v="3" actId="164"/>
          <ac:cxnSpMkLst>
            <pc:docMk/>
            <pc:sldMk cId="1242839540" sldId="288"/>
            <ac:cxnSpMk id="70" creationId="{5BA8DAB3-510C-C40B-441C-70A1245AD609}"/>
          </ac:cxnSpMkLst>
        </pc:cxnChg>
        <pc:cxnChg chg="mod">
          <ac:chgData name="Rabia Najam" userId="089070e9-a6c4-4fdf-a746-bd7badd856ab" providerId="ADAL" clId="{08DB6A7A-CD74-495A-AA7A-3F95329CD6EB}" dt="2023-07-18T10:39:51.335" v="3" actId="164"/>
          <ac:cxnSpMkLst>
            <pc:docMk/>
            <pc:sldMk cId="1242839540" sldId="288"/>
            <ac:cxnSpMk id="75" creationId="{2E76693B-D520-2E66-CE5B-EAA197C0B77A}"/>
          </ac:cxnSpMkLst>
        </pc:cxnChg>
        <pc:cxnChg chg="mod">
          <ac:chgData name="Rabia Najam" userId="089070e9-a6c4-4fdf-a746-bd7badd856ab" providerId="ADAL" clId="{08DB6A7A-CD74-495A-AA7A-3F95329CD6EB}" dt="2023-07-18T10:39:51.335" v="3" actId="164"/>
          <ac:cxnSpMkLst>
            <pc:docMk/>
            <pc:sldMk cId="1242839540" sldId="288"/>
            <ac:cxnSpMk id="76" creationId="{2C272362-143C-1808-6DAF-72784E6C96D2}"/>
          </ac:cxnSpMkLst>
        </pc:cxnChg>
      </pc:sldChg>
    </pc:docChg>
  </pc:docChgLst>
  <pc:docChgLst>
    <pc:chgData name="Soban Najam" userId="59c411b0-ccb7-4330-99a9-29cc04a2c185" providerId="ADAL" clId="{C100C759-35D2-4A7E-A874-B1F87BE01B6F}"/>
    <pc:docChg chg="undo custSel addSld modSld">
      <pc:chgData name="Soban Najam" userId="59c411b0-ccb7-4330-99a9-29cc04a2c185" providerId="ADAL" clId="{C100C759-35D2-4A7E-A874-B1F87BE01B6F}" dt="2023-07-18T10:59:03.272" v="758" actId="21"/>
      <pc:docMkLst>
        <pc:docMk/>
      </pc:docMkLst>
      <pc:sldChg chg="addSp delSp modSp mod">
        <pc:chgData name="Soban Najam" userId="59c411b0-ccb7-4330-99a9-29cc04a2c185" providerId="ADAL" clId="{C100C759-35D2-4A7E-A874-B1F87BE01B6F}" dt="2023-07-01T21:56:27.422" v="236" actId="21"/>
        <pc:sldMkLst>
          <pc:docMk/>
          <pc:sldMk cId="3031137102" sldId="260"/>
        </pc:sldMkLst>
        <pc:spChg chg="add del mod">
          <ac:chgData name="Soban Najam" userId="59c411b0-ccb7-4330-99a9-29cc04a2c185" providerId="ADAL" clId="{C100C759-35D2-4A7E-A874-B1F87BE01B6F}" dt="2023-07-01T21:56:26.850" v="234"/>
          <ac:spMkLst>
            <pc:docMk/>
            <pc:sldMk cId="3031137102" sldId="260"/>
            <ac:spMk id="2" creationId="{71F3E4F7-1BD8-8A61-8CB1-9D700438A96F}"/>
          </ac:spMkLst>
        </pc:spChg>
        <pc:spChg chg="add del mod">
          <ac:chgData name="Soban Najam" userId="59c411b0-ccb7-4330-99a9-29cc04a2c185" providerId="ADAL" clId="{C100C759-35D2-4A7E-A874-B1F87BE01B6F}" dt="2023-07-01T21:56:26.850" v="234"/>
          <ac:spMkLst>
            <pc:docMk/>
            <pc:sldMk cId="3031137102" sldId="260"/>
            <ac:spMk id="3" creationId="{7D12567D-4C0F-DD99-BF83-3C810A997AAA}"/>
          </ac:spMkLst>
        </pc:spChg>
        <pc:spChg chg="add del mod">
          <ac:chgData name="Soban Najam" userId="59c411b0-ccb7-4330-99a9-29cc04a2c185" providerId="ADAL" clId="{C100C759-35D2-4A7E-A874-B1F87BE01B6F}" dt="2023-07-01T21:56:26.850" v="234"/>
          <ac:spMkLst>
            <pc:docMk/>
            <pc:sldMk cId="3031137102" sldId="260"/>
            <ac:spMk id="10" creationId="{2827BEDE-8983-4C4E-82FE-ADF2F9F4AF28}"/>
          </ac:spMkLst>
        </pc:spChg>
        <pc:spChg chg="add del mod">
          <ac:chgData name="Soban Najam" userId="59c411b0-ccb7-4330-99a9-29cc04a2c185" providerId="ADAL" clId="{C100C759-35D2-4A7E-A874-B1F87BE01B6F}" dt="2023-07-01T21:56:26.850" v="234"/>
          <ac:spMkLst>
            <pc:docMk/>
            <pc:sldMk cId="3031137102" sldId="260"/>
            <ac:spMk id="11" creationId="{69DC656A-8835-2E66-7C98-E4507FC5F89B}"/>
          </ac:spMkLst>
        </pc:spChg>
        <pc:spChg chg="add del mod">
          <ac:chgData name="Soban Najam" userId="59c411b0-ccb7-4330-99a9-29cc04a2c185" providerId="ADAL" clId="{C100C759-35D2-4A7E-A874-B1F87BE01B6F}" dt="2023-07-01T21:56:26.850" v="234"/>
          <ac:spMkLst>
            <pc:docMk/>
            <pc:sldMk cId="3031137102" sldId="260"/>
            <ac:spMk id="12" creationId="{83D3377C-039F-C0E2-80D8-39242B753917}"/>
          </ac:spMkLst>
        </pc:spChg>
        <pc:spChg chg="add del mod">
          <ac:chgData name="Soban Najam" userId="59c411b0-ccb7-4330-99a9-29cc04a2c185" providerId="ADAL" clId="{C100C759-35D2-4A7E-A874-B1F87BE01B6F}" dt="2023-07-01T21:56:26.850" v="234"/>
          <ac:spMkLst>
            <pc:docMk/>
            <pc:sldMk cId="3031137102" sldId="260"/>
            <ac:spMk id="13" creationId="{0CE8145F-B7F1-0479-A0C8-716DC3702450}"/>
          </ac:spMkLst>
        </pc:spChg>
        <pc:spChg chg="add del mod">
          <ac:chgData name="Soban Najam" userId="59c411b0-ccb7-4330-99a9-29cc04a2c185" providerId="ADAL" clId="{C100C759-35D2-4A7E-A874-B1F87BE01B6F}" dt="2023-07-01T21:56:26.850" v="234"/>
          <ac:spMkLst>
            <pc:docMk/>
            <pc:sldMk cId="3031137102" sldId="260"/>
            <ac:spMk id="14" creationId="{70B8D083-A1B5-6B71-7F6E-F61514154073}"/>
          </ac:spMkLst>
        </pc:spChg>
        <pc:spChg chg="add del mod">
          <ac:chgData name="Soban Najam" userId="59c411b0-ccb7-4330-99a9-29cc04a2c185" providerId="ADAL" clId="{C100C759-35D2-4A7E-A874-B1F87BE01B6F}" dt="2023-07-01T21:56:26.850" v="234"/>
          <ac:spMkLst>
            <pc:docMk/>
            <pc:sldMk cId="3031137102" sldId="260"/>
            <ac:spMk id="19" creationId="{5FAC39EB-D45B-AD74-0B78-5BA0282DC660}"/>
          </ac:spMkLst>
        </pc:spChg>
        <pc:picChg chg="add del">
          <ac:chgData name="Soban Najam" userId="59c411b0-ccb7-4330-99a9-29cc04a2c185" providerId="ADAL" clId="{C100C759-35D2-4A7E-A874-B1F87BE01B6F}" dt="2023-07-01T21:56:27.422" v="236" actId="21"/>
          <ac:picMkLst>
            <pc:docMk/>
            <pc:sldMk cId="3031137102" sldId="260"/>
            <ac:picMk id="20" creationId="{4E834E28-2D25-4708-6864-7DC807B67D00}"/>
          </ac:picMkLst>
        </pc:picChg>
        <pc:cxnChg chg="add del mod">
          <ac:chgData name="Soban Najam" userId="59c411b0-ccb7-4330-99a9-29cc04a2c185" providerId="ADAL" clId="{C100C759-35D2-4A7E-A874-B1F87BE01B6F}" dt="2023-07-01T21:56:26.850" v="234"/>
          <ac:cxnSpMkLst>
            <pc:docMk/>
            <pc:sldMk cId="3031137102" sldId="260"/>
            <ac:cxnSpMk id="15" creationId="{F90C5C7F-B00B-4D29-DAA3-B8B00FDE1DAC}"/>
          </ac:cxnSpMkLst>
        </pc:cxnChg>
      </pc:sldChg>
      <pc:sldChg chg="addSp delSp modSp mod modAnim">
        <pc:chgData name="Soban Najam" userId="59c411b0-ccb7-4330-99a9-29cc04a2c185" providerId="ADAL" clId="{C100C759-35D2-4A7E-A874-B1F87BE01B6F}" dt="2023-07-01T22:04:16.708" v="240" actId="21"/>
        <pc:sldMkLst>
          <pc:docMk/>
          <pc:sldMk cId="128040572" sldId="267"/>
        </pc:sldMkLst>
        <pc:spChg chg="add del mod">
          <ac:chgData name="Soban Najam" userId="59c411b0-ccb7-4330-99a9-29cc04a2c185" providerId="ADAL" clId="{C100C759-35D2-4A7E-A874-B1F87BE01B6F}" dt="2023-07-01T22:04:15.873" v="238"/>
          <ac:spMkLst>
            <pc:docMk/>
            <pc:sldMk cId="128040572" sldId="267"/>
            <ac:spMk id="3" creationId="{5DE6E3A8-BF10-BF5A-484E-3F4A145E1803}"/>
          </ac:spMkLst>
        </pc:spChg>
        <pc:spChg chg="add del mod">
          <ac:chgData name="Soban Najam" userId="59c411b0-ccb7-4330-99a9-29cc04a2c185" providerId="ADAL" clId="{C100C759-35D2-4A7E-A874-B1F87BE01B6F}" dt="2023-07-01T22:04:15.873" v="238"/>
          <ac:spMkLst>
            <pc:docMk/>
            <pc:sldMk cId="128040572" sldId="267"/>
            <ac:spMk id="4" creationId="{66C49BAA-E69F-8BBC-DAE0-A77D798C15D6}"/>
          </ac:spMkLst>
        </pc:spChg>
        <pc:spChg chg="add del mod">
          <ac:chgData name="Soban Najam" userId="59c411b0-ccb7-4330-99a9-29cc04a2c185" providerId="ADAL" clId="{C100C759-35D2-4A7E-A874-B1F87BE01B6F}" dt="2023-07-01T22:04:15.873" v="238"/>
          <ac:spMkLst>
            <pc:docMk/>
            <pc:sldMk cId="128040572" sldId="267"/>
            <ac:spMk id="8" creationId="{EEB67255-7CB0-262B-2605-DA2BC03EAE0D}"/>
          </ac:spMkLst>
        </pc:spChg>
        <pc:spChg chg="add del mod">
          <ac:chgData name="Soban Najam" userId="59c411b0-ccb7-4330-99a9-29cc04a2c185" providerId="ADAL" clId="{C100C759-35D2-4A7E-A874-B1F87BE01B6F}" dt="2023-07-01T22:04:15.873" v="238"/>
          <ac:spMkLst>
            <pc:docMk/>
            <pc:sldMk cId="128040572" sldId="267"/>
            <ac:spMk id="9" creationId="{A0C3474C-278C-FA89-0648-970F6A05AC24}"/>
          </ac:spMkLst>
        </pc:spChg>
        <pc:spChg chg="add del mod">
          <ac:chgData name="Soban Najam" userId="59c411b0-ccb7-4330-99a9-29cc04a2c185" providerId="ADAL" clId="{C100C759-35D2-4A7E-A874-B1F87BE01B6F}" dt="2023-07-01T22:04:15.873" v="238"/>
          <ac:spMkLst>
            <pc:docMk/>
            <pc:sldMk cId="128040572" sldId="267"/>
            <ac:spMk id="10" creationId="{016D765A-5275-120D-77B0-4A26CE75914F}"/>
          </ac:spMkLst>
        </pc:spChg>
        <pc:spChg chg="mod">
          <ac:chgData name="Soban Najam" userId="59c411b0-ccb7-4330-99a9-29cc04a2c185" providerId="ADAL" clId="{C100C759-35D2-4A7E-A874-B1F87BE01B6F}" dt="2023-04-28T12:39:19.165" v="87" actId="1038"/>
          <ac:spMkLst>
            <pc:docMk/>
            <pc:sldMk cId="128040572" sldId="267"/>
            <ac:spMk id="20" creationId="{47D8347E-0324-49B8-81C6-53E7BF2D1DB9}"/>
          </ac:spMkLst>
        </pc:spChg>
        <pc:spChg chg="mod">
          <ac:chgData name="Soban Najam" userId="59c411b0-ccb7-4330-99a9-29cc04a2c185" providerId="ADAL" clId="{C100C759-35D2-4A7E-A874-B1F87BE01B6F}" dt="2023-04-28T12:39:19.165" v="87" actId="1038"/>
          <ac:spMkLst>
            <pc:docMk/>
            <pc:sldMk cId="128040572" sldId="267"/>
            <ac:spMk id="21" creationId="{4BA0494A-5CEB-4647-8F71-9974769185D3}"/>
          </ac:spMkLst>
        </pc:spChg>
        <pc:spChg chg="mod">
          <ac:chgData name="Soban Najam" userId="59c411b0-ccb7-4330-99a9-29cc04a2c185" providerId="ADAL" clId="{C100C759-35D2-4A7E-A874-B1F87BE01B6F}" dt="2023-04-28T12:39:26.219" v="127" actId="1036"/>
          <ac:spMkLst>
            <pc:docMk/>
            <pc:sldMk cId="128040572" sldId="267"/>
            <ac:spMk id="22" creationId="{197F6C04-5CDC-4E6A-823A-A64CB0A130FE}"/>
          </ac:spMkLst>
        </pc:spChg>
        <pc:picChg chg="add del">
          <ac:chgData name="Soban Najam" userId="59c411b0-ccb7-4330-99a9-29cc04a2c185" providerId="ADAL" clId="{C100C759-35D2-4A7E-A874-B1F87BE01B6F}" dt="2023-07-01T22:04:16.708" v="240" actId="21"/>
          <ac:picMkLst>
            <pc:docMk/>
            <pc:sldMk cId="128040572" sldId="267"/>
            <ac:picMk id="11" creationId="{0D93C94E-537A-A9C4-EA3F-82BFE8AE58F9}"/>
          </ac:picMkLst>
        </pc:picChg>
      </pc:sldChg>
      <pc:sldChg chg="addSp delSp modSp mod modAnim">
        <pc:chgData name="Soban Najam" userId="59c411b0-ccb7-4330-99a9-29cc04a2c185" providerId="ADAL" clId="{C100C759-35D2-4A7E-A874-B1F87BE01B6F}" dt="2023-07-01T22:07:17.317" v="244" actId="21"/>
        <pc:sldMkLst>
          <pc:docMk/>
          <pc:sldMk cId="3579791104" sldId="268"/>
        </pc:sldMkLst>
        <pc:spChg chg="add del mod">
          <ac:chgData name="Soban Najam" userId="59c411b0-ccb7-4330-99a9-29cc04a2c185" providerId="ADAL" clId="{C100C759-35D2-4A7E-A874-B1F87BE01B6F}" dt="2023-07-01T22:07:16.982" v="242"/>
          <ac:spMkLst>
            <pc:docMk/>
            <pc:sldMk cId="3579791104" sldId="268"/>
            <ac:spMk id="2" creationId="{B1F9EF69-0C7C-5D10-DD92-A698E7D3FBA9}"/>
          </ac:spMkLst>
        </pc:spChg>
        <pc:spChg chg="add del mod">
          <ac:chgData name="Soban Najam" userId="59c411b0-ccb7-4330-99a9-29cc04a2c185" providerId="ADAL" clId="{C100C759-35D2-4A7E-A874-B1F87BE01B6F}" dt="2023-07-01T22:07:16.982" v="242"/>
          <ac:spMkLst>
            <pc:docMk/>
            <pc:sldMk cId="3579791104" sldId="268"/>
            <ac:spMk id="9" creationId="{6FD5456E-A954-B62C-037C-D4EC6C5D59C6}"/>
          </ac:spMkLst>
        </pc:spChg>
        <pc:spChg chg="add del mod">
          <ac:chgData name="Soban Najam" userId="59c411b0-ccb7-4330-99a9-29cc04a2c185" providerId="ADAL" clId="{C100C759-35D2-4A7E-A874-B1F87BE01B6F}" dt="2023-07-01T22:07:16.982" v="242"/>
          <ac:spMkLst>
            <pc:docMk/>
            <pc:sldMk cId="3579791104" sldId="268"/>
            <ac:spMk id="11" creationId="{D236ECA4-603D-9CB8-5694-8DCCDA5769A5}"/>
          </ac:spMkLst>
        </pc:spChg>
        <pc:spChg chg="add del mod">
          <ac:chgData name="Soban Najam" userId="59c411b0-ccb7-4330-99a9-29cc04a2c185" providerId="ADAL" clId="{C100C759-35D2-4A7E-A874-B1F87BE01B6F}" dt="2023-07-01T22:07:16.982" v="242"/>
          <ac:spMkLst>
            <pc:docMk/>
            <pc:sldMk cId="3579791104" sldId="268"/>
            <ac:spMk id="12" creationId="{8A66F60D-6F51-E900-65D8-E240D601E850}"/>
          </ac:spMkLst>
        </pc:spChg>
        <pc:spChg chg="add del mod">
          <ac:chgData name="Soban Najam" userId="59c411b0-ccb7-4330-99a9-29cc04a2c185" providerId="ADAL" clId="{C100C759-35D2-4A7E-A874-B1F87BE01B6F}" dt="2023-07-01T22:07:16.982" v="242"/>
          <ac:spMkLst>
            <pc:docMk/>
            <pc:sldMk cId="3579791104" sldId="268"/>
            <ac:spMk id="13" creationId="{AA1DB3E5-1A66-1D4C-03C7-89E0A49956B0}"/>
          </ac:spMkLst>
        </pc:spChg>
        <pc:spChg chg="add del mod">
          <ac:chgData name="Soban Najam" userId="59c411b0-ccb7-4330-99a9-29cc04a2c185" providerId="ADAL" clId="{C100C759-35D2-4A7E-A874-B1F87BE01B6F}" dt="2023-07-01T22:07:16.982" v="242"/>
          <ac:spMkLst>
            <pc:docMk/>
            <pc:sldMk cId="3579791104" sldId="268"/>
            <ac:spMk id="20" creationId="{4776EE0F-1B51-660A-A872-1A089D0501D9}"/>
          </ac:spMkLst>
        </pc:spChg>
        <pc:spChg chg="add del mod">
          <ac:chgData name="Soban Najam" userId="59c411b0-ccb7-4330-99a9-29cc04a2c185" providerId="ADAL" clId="{C100C759-35D2-4A7E-A874-B1F87BE01B6F}" dt="2023-07-01T22:07:16.982" v="242"/>
          <ac:spMkLst>
            <pc:docMk/>
            <pc:sldMk cId="3579791104" sldId="268"/>
            <ac:spMk id="21" creationId="{0CF0E4E6-B27E-B5CE-6212-3D66528A4A41}"/>
          </ac:spMkLst>
        </pc:spChg>
        <pc:spChg chg="add del mod">
          <ac:chgData name="Soban Najam" userId="59c411b0-ccb7-4330-99a9-29cc04a2c185" providerId="ADAL" clId="{C100C759-35D2-4A7E-A874-B1F87BE01B6F}" dt="2023-07-01T22:07:16.982" v="242"/>
          <ac:spMkLst>
            <pc:docMk/>
            <pc:sldMk cId="3579791104" sldId="268"/>
            <ac:spMk id="22" creationId="{1B1A610A-BF5D-1AD6-41D7-C7004111A24B}"/>
          </ac:spMkLst>
        </pc:spChg>
        <pc:spChg chg="add del mod">
          <ac:chgData name="Soban Najam" userId="59c411b0-ccb7-4330-99a9-29cc04a2c185" providerId="ADAL" clId="{C100C759-35D2-4A7E-A874-B1F87BE01B6F}" dt="2023-07-01T22:07:16.982" v="242"/>
          <ac:spMkLst>
            <pc:docMk/>
            <pc:sldMk cId="3579791104" sldId="268"/>
            <ac:spMk id="23" creationId="{CF99911E-8B7B-922C-77EE-C362091185DF}"/>
          </ac:spMkLst>
        </pc:spChg>
        <pc:picChg chg="add del">
          <ac:chgData name="Soban Najam" userId="59c411b0-ccb7-4330-99a9-29cc04a2c185" providerId="ADAL" clId="{C100C759-35D2-4A7E-A874-B1F87BE01B6F}" dt="2023-07-01T22:07:17.317" v="244" actId="21"/>
          <ac:picMkLst>
            <pc:docMk/>
            <pc:sldMk cId="3579791104" sldId="268"/>
            <ac:picMk id="25" creationId="{E38A51E3-DEB5-EE9D-2533-49A0F6B8E300}"/>
          </ac:picMkLst>
        </pc:picChg>
        <pc:cxnChg chg="add del mod">
          <ac:chgData name="Soban Najam" userId="59c411b0-ccb7-4330-99a9-29cc04a2c185" providerId="ADAL" clId="{C100C759-35D2-4A7E-A874-B1F87BE01B6F}" dt="2023-07-01T22:07:16.982" v="242"/>
          <ac:cxnSpMkLst>
            <pc:docMk/>
            <pc:sldMk cId="3579791104" sldId="268"/>
            <ac:cxnSpMk id="19" creationId="{2A92C31E-7107-144C-FC39-0C561C996A04}"/>
          </ac:cxnSpMkLst>
        </pc:cxnChg>
        <pc:cxnChg chg="add del mod">
          <ac:chgData name="Soban Najam" userId="59c411b0-ccb7-4330-99a9-29cc04a2c185" providerId="ADAL" clId="{C100C759-35D2-4A7E-A874-B1F87BE01B6F}" dt="2023-07-01T22:07:16.982" v="242"/>
          <ac:cxnSpMkLst>
            <pc:docMk/>
            <pc:sldMk cId="3579791104" sldId="268"/>
            <ac:cxnSpMk id="24" creationId="{A81A7671-E6CD-DB61-FF84-0E8D4E62FBC2}"/>
          </ac:cxnSpMkLst>
        </pc:cxnChg>
      </pc:sldChg>
      <pc:sldChg chg="addSp delSp modSp mod">
        <pc:chgData name="Soban Najam" userId="59c411b0-ccb7-4330-99a9-29cc04a2c185" providerId="ADAL" clId="{C100C759-35D2-4A7E-A874-B1F87BE01B6F}" dt="2023-07-14T16:05:07.457" v="312" actId="20577"/>
        <pc:sldMkLst>
          <pc:docMk/>
          <pc:sldMk cId="3127311855" sldId="274"/>
        </pc:sldMkLst>
        <pc:spChg chg="mod">
          <ac:chgData name="Soban Najam" userId="59c411b0-ccb7-4330-99a9-29cc04a2c185" providerId="ADAL" clId="{C100C759-35D2-4A7E-A874-B1F87BE01B6F}" dt="2023-07-14T16:05:07.457" v="312" actId="20577"/>
          <ac:spMkLst>
            <pc:docMk/>
            <pc:sldMk cId="3127311855" sldId="274"/>
            <ac:spMk id="2" creationId="{B9B22647-361E-4356-8224-54CEA6131DE7}"/>
          </ac:spMkLst>
        </pc:spChg>
        <pc:spChg chg="add del mod">
          <ac:chgData name="Soban Najam" userId="59c411b0-ccb7-4330-99a9-29cc04a2c185" providerId="ADAL" clId="{C100C759-35D2-4A7E-A874-B1F87BE01B6F}" dt="2023-07-04T17:32:35.323" v="246"/>
          <ac:spMkLst>
            <pc:docMk/>
            <pc:sldMk cId="3127311855" sldId="274"/>
            <ac:spMk id="3" creationId="{6F2E0D90-A9BC-DA8E-D1E3-3A14B12CC60E}"/>
          </ac:spMkLst>
        </pc:spChg>
        <pc:spChg chg="add del mod">
          <ac:chgData name="Soban Najam" userId="59c411b0-ccb7-4330-99a9-29cc04a2c185" providerId="ADAL" clId="{C100C759-35D2-4A7E-A874-B1F87BE01B6F}" dt="2023-07-01T20:51:06.493" v="226"/>
          <ac:spMkLst>
            <pc:docMk/>
            <pc:sldMk cId="3127311855" sldId="274"/>
            <ac:spMk id="3" creationId="{AB5CA146-300A-A393-B2CA-8FA1C5F5B7B3}"/>
          </ac:spMkLst>
        </pc:spChg>
        <pc:spChg chg="add del mod">
          <ac:chgData name="Soban Najam" userId="59c411b0-ccb7-4330-99a9-29cc04a2c185" providerId="ADAL" clId="{C100C759-35D2-4A7E-A874-B1F87BE01B6F}" dt="2023-07-01T20:51:06.493" v="226"/>
          <ac:spMkLst>
            <pc:docMk/>
            <pc:sldMk cId="3127311855" sldId="274"/>
            <ac:spMk id="4" creationId="{059B78A9-D083-99DC-DD9A-06917E05D1A1}"/>
          </ac:spMkLst>
        </pc:spChg>
        <pc:spChg chg="add del mod">
          <ac:chgData name="Soban Najam" userId="59c411b0-ccb7-4330-99a9-29cc04a2c185" providerId="ADAL" clId="{C100C759-35D2-4A7E-A874-B1F87BE01B6F}" dt="2023-07-04T17:32:35.323" v="246"/>
          <ac:spMkLst>
            <pc:docMk/>
            <pc:sldMk cId="3127311855" sldId="274"/>
            <ac:spMk id="4" creationId="{C3506C8D-9516-AFBD-0D75-AD618F2E8062}"/>
          </ac:spMkLst>
        </pc:spChg>
        <pc:spChg chg="add del mod">
          <ac:chgData name="Soban Najam" userId="59c411b0-ccb7-4330-99a9-29cc04a2c185" providerId="ADAL" clId="{C100C759-35D2-4A7E-A874-B1F87BE01B6F}" dt="2023-07-01T20:51:06.493" v="226"/>
          <ac:spMkLst>
            <pc:docMk/>
            <pc:sldMk cId="3127311855" sldId="274"/>
            <ac:spMk id="8" creationId="{0EBB5030-F2F9-DA3F-127E-C107EBE9D987}"/>
          </ac:spMkLst>
        </pc:spChg>
        <pc:spChg chg="add del mod">
          <ac:chgData name="Soban Najam" userId="59c411b0-ccb7-4330-99a9-29cc04a2c185" providerId="ADAL" clId="{C100C759-35D2-4A7E-A874-B1F87BE01B6F}" dt="2023-07-04T17:32:35.323" v="246"/>
          <ac:spMkLst>
            <pc:docMk/>
            <pc:sldMk cId="3127311855" sldId="274"/>
            <ac:spMk id="8" creationId="{C00BE229-8F21-5E57-3DB9-5A242B262447}"/>
          </ac:spMkLst>
        </pc:spChg>
        <pc:spChg chg="add del mod">
          <ac:chgData name="Soban Najam" userId="59c411b0-ccb7-4330-99a9-29cc04a2c185" providerId="ADAL" clId="{C100C759-35D2-4A7E-A874-B1F87BE01B6F}" dt="2023-07-04T17:32:35.323" v="246"/>
          <ac:spMkLst>
            <pc:docMk/>
            <pc:sldMk cId="3127311855" sldId="274"/>
            <ac:spMk id="10" creationId="{E4C52451-9955-694D-61E2-109F82FCC860}"/>
          </ac:spMkLst>
        </pc:spChg>
        <pc:spChg chg="add del mod">
          <ac:chgData name="Soban Najam" userId="59c411b0-ccb7-4330-99a9-29cc04a2c185" providerId="ADAL" clId="{C100C759-35D2-4A7E-A874-B1F87BE01B6F}" dt="2023-07-01T20:51:06.493" v="226"/>
          <ac:spMkLst>
            <pc:docMk/>
            <pc:sldMk cId="3127311855" sldId="274"/>
            <ac:spMk id="10" creationId="{EAD50702-8C35-1F62-8621-D06CF6E21F77}"/>
          </ac:spMkLst>
        </pc:spChg>
        <pc:spChg chg="add del mod">
          <ac:chgData name="Soban Najam" userId="59c411b0-ccb7-4330-99a9-29cc04a2c185" providerId="ADAL" clId="{C100C759-35D2-4A7E-A874-B1F87BE01B6F}" dt="2023-07-04T17:32:35.323" v="246"/>
          <ac:spMkLst>
            <pc:docMk/>
            <pc:sldMk cId="3127311855" sldId="274"/>
            <ac:spMk id="11" creationId="{1688D680-B69F-831F-9D2D-9B7FEF3E1B6B}"/>
          </ac:spMkLst>
        </pc:spChg>
        <pc:spChg chg="add del mod">
          <ac:chgData name="Soban Najam" userId="59c411b0-ccb7-4330-99a9-29cc04a2c185" providerId="ADAL" clId="{C100C759-35D2-4A7E-A874-B1F87BE01B6F}" dt="2023-07-01T20:51:06.493" v="226"/>
          <ac:spMkLst>
            <pc:docMk/>
            <pc:sldMk cId="3127311855" sldId="274"/>
            <ac:spMk id="11" creationId="{5F587238-89AA-E49E-8399-0FF7D9D83C8C}"/>
          </ac:spMkLst>
        </pc:spChg>
        <pc:spChg chg="add del mod">
          <ac:chgData name="Soban Najam" userId="59c411b0-ccb7-4330-99a9-29cc04a2c185" providerId="ADAL" clId="{C100C759-35D2-4A7E-A874-B1F87BE01B6F}" dt="2023-07-01T20:51:06.493" v="226"/>
          <ac:spMkLst>
            <pc:docMk/>
            <pc:sldMk cId="3127311855" sldId="274"/>
            <ac:spMk id="14" creationId="{152956F4-9B65-4265-37BA-497F20A87F7B}"/>
          </ac:spMkLst>
        </pc:spChg>
        <pc:spChg chg="add del mod">
          <ac:chgData name="Soban Najam" userId="59c411b0-ccb7-4330-99a9-29cc04a2c185" providerId="ADAL" clId="{C100C759-35D2-4A7E-A874-B1F87BE01B6F}" dt="2023-07-04T17:32:35.323" v="246"/>
          <ac:spMkLst>
            <pc:docMk/>
            <pc:sldMk cId="3127311855" sldId="274"/>
            <ac:spMk id="14" creationId="{4B2B2D9C-47DD-6343-BAF7-6FFB54FE4D62}"/>
          </ac:spMkLst>
        </pc:spChg>
        <pc:spChg chg="add del mod">
          <ac:chgData name="Soban Najam" userId="59c411b0-ccb7-4330-99a9-29cc04a2c185" providerId="ADAL" clId="{C100C759-35D2-4A7E-A874-B1F87BE01B6F}" dt="2023-07-01T20:51:06.493" v="226"/>
          <ac:spMkLst>
            <pc:docMk/>
            <pc:sldMk cId="3127311855" sldId="274"/>
            <ac:spMk id="15" creationId="{712679C3-9584-913B-798F-7E615F9A6F4F}"/>
          </ac:spMkLst>
        </pc:spChg>
        <pc:spChg chg="add del mod">
          <ac:chgData name="Soban Najam" userId="59c411b0-ccb7-4330-99a9-29cc04a2c185" providerId="ADAL" clId="{C100C759-35D2-4A7E-A874-B1F87BE01B6F}" dt="2023-07-04T17:32:35.323" v="246"/>
          <ac:spMkLst>
            <pc:docMk/>
            <pc:sldMk cId="3127311855" sldId="274"/>
            <ac:spMk id="15" creationId="{E74EB65D-7C13-4052-83AC-9D8A82C86C39}"/>
          </ac:spMkLst>
        </pc:spChg>
        <pc:spChg chg="add del mod">
          <ac:chgData name="Soban Najam" userId="59c411b0-ccb7-4330-99a9-29cc04a2c185" providerId="ADAL" clId="{C100C759-35D2-4A7E-A874-B1F87BE01B6F}" dt="2023-07-01T20:51:06.493" v="226"/>
          <ac:spMkLst>
            <pc:docMk/>
            <pc:sldMk cId="3127311855" sldId="274"/>
            <ac:spMk id="17" creationId="{A5C8E732-CA64-8E41-6EA5-143F573AC5C0}"/>
          </ac:spMkLst>
        </pc:spChg>
        <pc:spChg chg="add del mod">
          <ac:chgData name="Soban Najam" userId="59c411b0-ccb7-4330-99a9-29cc04a2c185" providerId="ADAL" clId="{C100C759-35D2-4A7E-A874-B1F87BE01B6F}" dt="2023-07-04T17:32:35.323" v="246"/>
          <ac:spMkLst>
            <pc:docMk/>
            <pc:sldMk cId="3127311855" sldId="274"/>
            <ac:spMk id="17" creationId="{D869B59D-B04D-2F86-4F67-4CCA39679B57}"/>
          </ac:spMkLst>
        </pc:spChg>
        <pc:spChg chg="add del mod">
          <ac:chgData name="Soban Najam" userId="59c411b0-ccb7-4330-99a9-29cc04a2c185" providerId="ADAL" clId="{C100C759-35D2-4A7E-A874-B1F87BE01B6F}" dt="2023-07-01T20:51:06.493" v="226"/>
          <ac:spMkLst>
            <pc:docMk/>
            <pc:sldMk cId="3127311855" sldId="274"/>
            <ac:spMk id="22" creationId="{91B8FC41-C566-D299-000C-B00DE4BA90C5}"/>
          </ac:spMkLst>
        </pc:spChg>
        <pc:spChg chg="add del mod">
          <ac:chgData name="Soban Najam" userId="59c411b0-ccb7-4330-99a9-29cc04a2c185" providerId="ADAL" clId="{C100C759-35D2-4A7E-A874-B1F87BE01B6F}" dt="2023-07-04T17:32:35.323" v="246"/>
          <ac:spMkLst>
            <pc:docMk/>
            <pc:sldMk cId="3127311855" sldId="274"/>
            <ac:spMk id="22" creationId="{D0BFBFA7-7AA3-6D80-01C7-AE8B99A2AD40}"/>
          </ac:spMkLst>
        </pc:spChg>
        <pc:spChg chg="mod">
          <ac:chgData name="Soban Najam" userId="59c411b0-ccb7-4330-99a9-29cc04a2c185" providerId="ADAL" clId="{C100C759-35D2-4A7E-A874-B1F87BE01B6F}" dt="2023-07-14T16:05:07.405" v="310" actId="20577"/>
          <ac:spMkLst>
            <pc:docMk/>
            <pc:sldMk cId="3127311855" sldId="274"/>
            <ac:spMk id="23" creationId="{91D2F530-83E0-4554-9699-10F320F69F7B}"/>
          </ac:spMkLst>
        </pc:spChg>
        <pc:spChg chg="mod">
          <ac:chgData name="Soban Najam" userId="59c411b0-ccb7-4330-99a9-29cc04a2c185" providerId="ADAL" clId="{C100C759-35D2-4A7E-A874-B1F87BE01B6F}" dt="2023-07-14T16:05:07.428" v="311" actId="20577"/>
          <ac:spMkLst>
            <pc:docMk/>
            <pc:sldMk cId="3127311855" sldId="274"/>
            <ac:spMk id="25" creationId="{B9FED0B3-F4E2-41F7-A5EA-8D4CD53ADABA}"/>
          </ac:spMkLst>
        </pc:spChg>
        <pc:spChg chg="add del mod">
          <ac:chgData name="Soban Najam" userId="59c411b0-ccb7-4330-99a9-29cc04a2c185" providerId="ADAL" clId="{C100C759-35D2-4A7E-A874-B1F87BE01B6F}" dt="2023-07-01T20:51:06.493" v="226"/>
          <ac:spMkLst>
            <pc:docMk/>
            <pc:sldMk cId="3127311855" sldId="274"/>
            <ac:spMk id="26" creationId="{8F3408EC-F06A-A9BA-6CEF-9066C53915BD}"/>
          </ac:spMkLst>
        </pc:spChg>
        <pc:spChg chg="add del mod">
          <ac:chgData name="Soban Najam" userId="59c411b0-ccb7-4330-99a9-29cc04a2c185" providerId="ADAL" clId="{C100C759-35D2-4A7E-A874-B1F87BE01B6F}" dt="2023-07-04T17:32:35.323" v="246"/>
          <ac:spMkLst>
            <pc:docMk/>
            <pc:sldMk cId="3127311855" sldId="274"/>
            <ac:spMk id="26" creationId="{BC6CC651-5022-2AB7-629D-F12463A37AB8}"/>
          </ac:spMkLst>
        </pc:spChg>
        <pc:spChg chg="add del mod">
          <ac:chgData name="Soban Najam" userId="59c411b0-ccb7-4330-99a9-29cc04a2c185" providerId="ADAL" clId="{C100C759-35D2-4A7E-A874-B1F87BE01B6F}" dt="2023-07-04T17:32:35.323" v="246"/>
          <ac:spMkLst>
            <pc:docMk/>
            <pc:sldMk cId="3127311855" sldId="274"/>
            <ac:spMk id="27" creationId="{D6708153-0C9B-2C3E-BA9A-DF3F78F959BC}"/>
          </ac:spMkLst>
        </pc:spChg>
        <pc:spChg chg="add del mod">
          <ac:chgData name="Soban Najam" userId="59c411b0-ccb7-4330-99a9-29cc04a2c185" providerId="ADAL" clId="{C100C759-35D2-4A7E-A874-B1F87BE01B6F}" dt="2023-07-01T20:51:06.493" v="226"/>
          <ac:spMkLst>
            <pc:docMk/>
            <pc:sldMk cId="3127311855" sldId="274"/>
            <ac:spMk id="27" creationId="{E8183357-B895-2D6E-E9DD-F3E0FE631911}"/>
          </ac:spMkLst>
        </pc:spChg>
        <pc:spChg chg="add del mod">
          <ac:chgData name="Soban Najam" userId="59c411b0-ccb7-4330-99a9-29cc04a2c185" providerId="ADAL" clId="{C100C759-35D2-4A7E-A874-B1F87BE01B6F}" dt="2023-07-01T20:51:06.493" v="226"/>
          <ac:spMkLst>
            <pc:docMk/>
            <pc:sldMk cId="3127311855" sldId="274"/>
            <ac:spMk id="31" creationId="{B8DDD878-163E-80E5-45AC-1E6371A00F76}"/>
          </ac:spMkLst>
        </pc:spChg>
        <pc:spChg chg="add del mod">
          <ac:chgData name="Soban Najam" userId="59c411b0-ccb7-4330-99a9-29cc04a2c185" providerId="ADAL" clId="{C100C759-35D2-4A7E-A874-B1F87BE01B6F}" dt="2023-07-04T17:32:35.323" v="246"/>
          <ac:spMkLst>
            <pc:docMk/>
            <pc:sldMk cId="3127311855" sldId="274"/>
            <ac:spMk id="31" creationId="{F7DE776F-B79E-A6B9-07B3-EC5311C0ECA1}"/>
          </ac:spMkLst>
        </pc:spChg>
        <pc:spChg chg="mod">
          <ac:chgData name="Soban Najam" userId="59c411b0-ccb7-4330-99a9-29cc04a2c185" providerId="ADAL" clId="{C100C759-35D2-4A7E-A874-B1F87BE01B6F}" dt="2023-07-14T16:05:07.369" v="309" actId="20577"/>
          <ac:spMkLst>
            <pc:docMk/>
            <pc:sldMk cId="3127311855" sldId="274"/>
            <ac:spMk id="32" creationId="{4C9586ED-93CF-4756-A262-730AC181283C}"/>
          </ac:spMkLst>
        </pc:spChg>
        <pc:spChg chg="add del mod">
          <ac:chgData name="Soban Najam" userId="59c411b0-ccb7-4330-99a9-29cc04a2c185" providerId="ADAL" clId="{C100C759-35D2-4A7E-A874-B1F87BE01B6F}" dt="2023-07-04T17:32:35.323" v="246"/>
          <ac:spMkLst>
            <pc:docMk/>
            <pc:sldMk cId="3127311855" sldId="274"/>
            <ac:spMk id="34" creationId="{3DF193B1-6F14-A69B-9749-6414459B302D}"/>
          </ac:spMkLst>
        </pc:spChg>
        <pc:spChg chg="add del mod">
          <ac:chgData name="Soban Najam" userId="59c411b0-ccb7-4330-99a9-29cc04a2c185" providerId="ADAL" clId="{C100C759-35D2-4A7E-A874-B1F87BE01B6F}" dt="2023-07-01T20:51:06.493" v="226"/>
          <ac:spMkLst>
            <pc:docMk/>
            <pc:sldMk cId="3127311855" sldId="274"/>
            <ac:spMk id="34" creationId="{7A0E8831-1D00-5100-B158-929740DAABFA}"/>
          </ac:spMkLst>
        </pc:spChg>
        <pc:spChg chg="add del mod">
          <ac:chgData name="Soban Najam" userId="59c411b0-ccb7-4330-99a9-29cc04a2c185" providerId="ADAL" clId="{C100C759-35D2-4A7E-A874-B1F87BE01B6F}" dt="2023-07-01T20:51:06.493" v="226"/>
          <ac:spMkLst>
            <pc:docMk/>
            <pc:sldMk cId="3127311855" sldId="274"/>
            <ac:spMk id="35" creationId="{452E0511-7FE3-4442-08FB-10C1C9450779}"/>
          </ac:spMkLst>
        </pc:spChg>
        <pc:spChg chg="add del mod">
          <ac:chgData name="Soban Najam" userId="59c411b0-ccb7-4330-99a9-29cc04a2c185" providerId="ADAL" clId="{C100C759-35D2-4A7E-A874-B1F87BE01B6F}" dt="2023-07-04T17:32:35.323" v="246"/>
          <ac:spMkLst>
            <pc:docMk/>
            <pc:sldMk cId="3127311855" sldId="274"/>
            <ac:spMk id="35" creationId="{AAC102EC-10B2-A5F5-A6C3-AC5D17815F75}"/>
          </ac:spMkLst>
        </pc:spChg>
        <pc:spChg chg="add del mod">
          <ac:chgData name="Soban Najam" userId="59c411b0-ccb7-4330-99a9-29cc04a2c185" providerId="ADAL" clId="{C100C759-35D2-4A7E-A874-B1F87BE01B6F}" dt="2023-07-01T20:51:06.493" v="226"/>
          <ac:spMkLst>
            <pc:docMk/>
            <pc:sldMk cId="3127311855" sldId="274"/>
            <ac:spMk id="39" creationId="{278BAE13-ADCE-CD44-B6BE-08F344D40125}"/>
          </ac:spMkLst>
        </pc:spChg>
        <pc:spChg chg="add del mod">
          <ac:chgData name="Soban Najam" userId="59c411b0-ccb7-4330-99a9-29cc04a2c185" providerId="ADAL" clId="{C100C759-35D2-4A7E-A874-B1F87BE01B6F}" dt="2023-07-04T17:32:35.323" v="246"/>
          <ac:spMkLst>
            <pc:docMk/>
            <pc:sldMk cId="3127311855" sldId="274"/>
            <ac:spMk id="39" creationId="{8E66BD81-9EB3-3E90-46DA-6A058734A838}"/>
          </ac:spMkLst>
        </pc:spChg>
        <pc:spChg chg="add del mod">
          <ac:chgData name="Soban Najam" userId="59c411b0-ccb7-4330-99a9-29cc04a2c185" providerId="ADAL" clId="{C100C759-35D2-4A7E-A874-B1F87BE01B6F}" dt="2023-07-04T17:32:35.323" v="246"/>
          <ac:spMkLst>
            <pc:docMk/>
            <pc:sldMk cId="3127311855" sldId="274"/>
            <ac:spMk id="40" creationId="{6FCE5139-510D-62FB-5658-E267E9455201}"/>
          </ac:spMkLst>
        </pc:spChg>
        <pc:spChg chg="add del mod">
          <ac:chgData name="Soban Najam" userId="59c411b0-ccb7-4330-99a9-29cc04a2c185" providerId="ADAL" clId="{C100C759-35D2-4A7E-A874-B1F87BE01B6F}" dt="2023-07-01T20:51:06.493" v="226"/>
          <ac:spMkLst>
            <pc:docMk/>
            <pc:sldMk cId="3127311855" sldId="274"/>
            <ac:spMk id="40" creationId="{FBFCFFD2-4A3F-B58E-BBD8-3201EDD59105}"/>
          </ac:spMkLst>
        </pc:spChg>
        <pc:spChg chg="mod">
          <ac:chgData name="Soban Najam" userId="59c411b0-ccb7-4330-99a9-29cc04a2c185" providerId="ADAL" clId="{C100C759-35D2-4A7E-A874-B1F87BE01B6F}" dt="2023-07-14T16:05:07.333" v="308" actId="20577"/>
          <ac:spMkLst>
            <pc:docMk/>
            <pc:sldMk cId="3127311855" sldId="274"/>
            <ac:spMk id="42" creationId="{135AAEBF-0A50-4D8B-9188-A1D2F0D26079}"/>
          </ac:spMkLst>
        </pc:spChg>
        <pc:spChg chg="mod">
          <ac:chgData name="Soban Najam" userId="59c411b0-ccb7-4330-99a9-29cc04a2c185" providerId="ADAL" clId="{C100C759-35D2-4A7E-A874-B1F87BE01B6F}" dt="2023-07-14T16:05:07.305" v="307" actId="20577"/>
          <ac:spMkLst>
            <pc:docMk/>
            <pc:sldMk cId="3127311855" sldId="274"/>
            <ac:spMk id="44" creationId="{883A7ED9-1578-4820-A683-422F9061F054}"/>
          </ac:spMkLst>
        </pc:spChg>
        <pc:spChg chg="add del mod">
          <ac:chgData name="Soban Najam" userId="59c411b0-ccb7-4330-99a9-29cc04a2c185" providerId="ADAL" clId="{C100C759-35D2-4A7E-A874-B1F87BE01B6F}" dt="2023-07-01T20:51:06.493" v="226"/>
          <ac:spMkLst>
            <pc:docMk/>
            <pc:sldMk cId="3127311855" sldId="274"/>
            <ac:spMk id="47" creationId="{25754874-62E6-6C58-4D38-E3ABD5D7D923}"/>
          </ac:spMkLst>
        </pc:spChg>
        <pc:spChg chg="add del mod">
          <ac:chgData name="Soban Najam" userId="59c411b0-ccb7-4330-99a9-29cc04a2c185" providerId="ADAL" clId="{C100C759-35D2-4A7E-A874-B1F87BE01B6F}" dt="2023-07-04T17:32:35.323" v="246"/>
          <ac:spMkLst>
            <pc:docMk/>
            <pc:sldMk cId="3127311855" sldId="274"/>
            <ac:spMk id="47" creationId="{6DE5962E-425B-20B7-1C96-3212CDD56BD1}"/>
          </ac:spMkLst>
        </pc:spChg>
        <pc:spChg chg="mod">
          <ac:chgData name="Soban Najam" userId="59c411b0-ccb7-4330-99a9-29cc04a2c185" providerId="ADAL" clId="{C100C759-35D2-4A7E-A874-B1F87BE01B6F}" dt="2023-07-14T16:05:07.276" v="306" actId="20577"/>
          <ac:spMkLst>
            <pc:docMk/>
            <pc:sldMk cId="3127311855" sldId="274"/>
            <ac:spMk id="55" creationId="{65D87265-90EF-4726-A82A-F83CA27221BF}"/>
          </ac:spMkLst>
        </pc:spChg>
        <pc:spChg chg="mod">
          <ac:chgData name="Soban Najam" userId="59c411b0-ccb7-4330-99a9-29cc04a2c185" providerId="ADAL" clId="{C100C759-35D2-4A7E-A874-B1F87BE01B6F}" dt="2023-07-14T16:05:07.121" v="301" actId="20577"/>
          <ac:spMkLst>
            <pc:docMk/>
            <pc:sldMk cId="3127311855" sldId="274"/>
            <ac:spMk id="56" creationId="{FBC008B8-C973-4684-AF79-0B694A5D83E7}"/>
          </ac:spMkLst>
        </pc:spChg>
        <pc:spChg chg="mod">
          <ac:chgData name="Soban Najam" userId="59c411b0-ccb7-4330-99a9-29cc04a2c185" providerId="ADAL" clId="{C100C759-35D2-4A7E-A874-B1F87BE01B6F}" dt="2023-07-14T16:05:07.088" v="300" actId="20577"/>
          <ac:spMkLst>
            <pc:docMk/>
            <pc:sldMk cId="3127311855" sldId="274"/>
            <ac:spMk id="63" creationId="{63CBA9EE-64B4-4B74-AB86-F330FE18B454}"/>
          </ac:spMkLst>
        </pc:spChg>
        <pc:spChg chg="mod">
          <ac:chgData name="Soban Najam" userId="59c411b0-ccb7-4330-99a9-29cc04a2c185" providerId="ADAL" clId="{C100C759-35D2-4A7E-A874-B1F87BE01B6F}" dt="2023-07-14T16:05:06.588" v="299" actId="20577"/>
          <ac:spMkLst>
            <pc:docMk/>
            <pc:sldMk cId="3127311855" sldId="274"/>
            <ac:spMk id="66" creationId="{D834D3DB-6304-4534-AD9E-90BFDBCE4EE6}"/>
          </ac:spMkLst>
        </pc:spChg>
        <pc:picChg chg="add del">
          <ac:chgData name="Soban Najam" userId="59c411b0-ccb7-4330-99a9-29cc04a2c185" providerId="ADAL" clId="{C100C759-35D2-4A7E-A874-B1F87BE01B6F}" dt="2023-07-04T17:32:35.887" v="248" actId="21"/>
          <ac:picMkLst>
            <pc:docMk/>
            <pc:sldMk cId="3127311855" sldId="274"/>
            <ac:picMk id="48" creationId="{0E639F6C-7E82-ED36-0980-D922197480A8}"/>
          </ac:picMkLst>
        </pc:picChg>
        <pc:picChg chg="add del">
          <ac:chgData name="Soban Najam" userId="59c411b0-ccb7-4330-99a9-29cc04a2c185" providerId="ADAL" clId="{C100C759-35D2-4A7E-A874-B1F87BE01B6F}" dt="2023-07-01T20:51:06.898" v="228" actId="21"/>
          <ac:picMkLst>
            <pc:docMk/>
            <pc:sldMk cId="3127311855" sldId="274"/>
            <ac:picMk id="48" creationId="{C693004D-A1FA-E5E1-DB9B-67D95D62FD97}"/>
          </ac:picMkLst>
        </pc:picChg>
        <pc:cxnChg chg="add del mod">
          <ac:chgData name="Soban Najam" userId="59c411b0-ccb7-4330-99a9-29cc04a2c185" providerId="ADAL" clId="{C100C759-35D2-4A7E-A874-B1F87BE01B6F}" dt="2023-07-04T17:32:35.323" v="246"/>
          <ac:cxnSpMkLst>
            <pc:docMk/>
            <pc:sldMk cId="3127311855" sldId="274"/>
            <ac:cxnSpMk id="13" creationId="{18C2DDF2-63D8-B401-6DC5-EF3ABFEC8791}"/>
          </ac:cxnSpMkLst>
        </pc:cxnChg>
        <pc:cxnChg chg="add del mod">
          <ac:chgData name="Soban Najam" userId="59c411b0-ccb7-4330-99a9-29cc04a2c185" providerId="ADAL" clId="{C100C759-35D2-4A7E-A874-B1F87BE01B6F}" dt="2023-07-01T20:51:06.493" v="226"/>
          <ac:cxnSpMkLst>
            <pc:docMk/>
            <pc:sldMk cId="3127311855" sldId="274"/>
            <ac:cxnSpMk id="13" creationId="{7D85FCA3-C53E-EF46-8DAB-66E479BDA1A1}"/>
          </ac:cxnSpMkLst>
        </pc:cxnChg>
        <pc:cxnChg chg="add del mod">
          <ac:chgData name="Soban Najam" userId="59c411b0-ccb7-4330-99a9-29cc04a2c185" providerId="ADAL" clId="{C100C759-35D2-4A7E-A874-B1F87BE01B6F}" dt="2023-07-01T20:51:06.493" v="226"/>
          <ac:cxnSpMkLst>
            <pc:docMk/>
            <pc:sldMk cId="3127311855" sldId="274"/>
            <ac:cxnSpMk id="16" creationId="{0A1C10BC-BE2A-317C-323C-DDE0A7AE254A}"/>
          </ac:cxnSpMkLst>
        </pc:cxnChg>
        <pc:cxnChg chg="add del mod">
          <ac:chgData name="Soban Najam" userId="59c411b0-ccb7-4330-99a9-29cc04a2c185" providerId="ADAL" clId="{C100C759-35D2-4A7E-A874-B1F87BE01B6F}" dt="2023-07-04T17:32:35.323" v="246"/>
          <ac:cxnSpMkLst>
            <pc:docMk/>
            <pc:sldMk cId="3127311855" sldId="274"/>
            <ac:cxnSpMk id="16" creationId="{EC126FA3-CCDB-1AAD-E49A-F3EEB833156F}"/>
          </ac:cxnSpMkLst>
        </pc:cxnChg>
        <pc:cxnChg chg="add del mod">
          <ac:chgData name="Soban Najam" userId="59c411b0-ccb7-4330-99a9-29cc04a2c185" providerId="ADAL" clId="{C100C759-35D2-4A7E-A874-B1F87BE01B6F}" dt="2023-07-04T17:32:35.323" v="246"/>
          <ac:cxnSpMkLst>
            <pc:docMk/>
            <pc:sldMk cId="3127311855" sldId="274"/>
            <ac:cxnSpMk id="18" creationId="{5DA914EE-C201-5022-5BF0-B7883024B225}"/>
          </ac:cxnSpMkLst>
        </pc:cxnChg>
        <pc:cxnChg chg="add del mod">
          <ac:chgData name="Soban Najam" userId="59c411b0-ccb7-4330-99a9-29cc04a2c185" providerId="ADAL" clId="{C100C759-35D2-4A7E-A874-B1F87BE01B6F}" dt="2023-07-01T20:51:06.493" v="226"/>
          <ac:cxnSpMkLst>
            <pc:docMk/>
            <pc:sldMk cId="3127311855" sldId="274"/>
            <ac:cxnSpMk id="18" creationId="{CE3D7FBD-824E-41BE-A377-5682CC194B96}"/>
          </ac:cxnSpMkLst>
        </pc:cxnChg>
        <pc:cxnChg chg="add del mod">
          <ac:chgData name="Soban Najam" userId="59c411b0-ccb7-4330-99a9-29cc04a2c185" providerId="ADAL" clId="{C100C759-35D2-4A7E-A874-B1F87BE01B6F}" dt="2023-07-01T20:51:06.493" v="226"/>
          <ac:cxnSpMkLst>
            <pc:docMk/>
            <pc:sldMk cId="3127311855" sldId="274"/>
            <ac:cxnSpMk id="24" creationId="{9DFEF362-1783-C1DA-F74A-F9B307105389}"/>
          </ac:cxnSpMkLst>
        </pc:cxnChg>
        <pc:cxnChg chg="add del mod">
          <ac:chgData name="Soban Najam" userId="59c411b0-ccb7-4330-99a9-29cc04a2c185" providerId="ADAL" clId="{C100C759-35D2-4A7E-A874-B1F87BE01B6F}" dt="2023-07-04T17:32:35.323" v="246"/>
          <ac:cxnSpMkLst>
            <pc:docMk/>
            <pc:sldMk cId="3127311855" sldId="274"/>
            <ac:cxnSpMk id="24" creationId="{F4BAB61E-D6A3-D2D6-2CB9-42863D57DA13}"/>
          </ac:cxnSpMkLst>
        </pc:cxnChg>
        <pc:cxnChg chg="add del mod">
          <ac:chgData name="Soban Najam" userId="59c411b0-ccb7-4330-99a9-29cc04a2c185" providerId="ADAL" clId="{C100C759-35D2-4A7E-A874-B1F87BE01B6F}" dt="2023-07-01T20:51:06.493" v="226"/>
          <ac:cxnSpMkLst>
            <pc:docMk/>
            <pc:sldMk cId="3127311855" sldId="274"/>
            <ac:cxnSpMk id="28" creationId="{0C2FAF9E-B9AA-20DD-1B0E-1C397210FC57}"/>
          </ac:cxnSpMkLst>
        </pc:cxnChg>
        <pc:cxnChg chg="add del mod">
          <ac:chgData name="Soban Najam" userId="59c411b0-ccb7-4330-99a9-29cc04a2c185" providerId="ADAL" clId="{C100C759-35D2-4A7E-A874-B1F87BE01B6F}" dt="2023-07-04T17:32:35.323" v="246"/>
          <ac:cxnSpMkLst>
            <pc:docMk/>
            <pc:sldMk cId="3127311855" sldId="274"/>
            <ac:cxnSpMk id="28" creationId="{E9E0830D-B357-5C74-0464-B8954539A7C8}"/>
          </ac:cxnSpMkLst>
        </pc:cxnChg>
        <pc:cxnChg chg="add del mod">
          <ac:chgData name="Soban Najam" userId="59c411b0-ccb7-4330-99a9-29cc04a2c185" providerId="ADAL" clId="{C100C759-35D2-4A7E-A874-B1F87BE01B6F}" dt="2023-07-04T17:32:35.323" v="246"/>
          <ac:cxnSpMkLst>
            <pc:docMk/>
            <pc:sldMk cId="3127311855" sldId="274"/>
            <ac:cxnSpMk id="29" creationId="{3943F055-F31D-001F-78FB-49F288DC4173}"/>
          </ac:cxnSpMkLst>
        </pc:cxnChg>
        <pc:cxnChg chg="add del mod">
          <ac:chgData name="Soban Najam" userId="59c411b0-ccb7-4330-99a9-29cc04a2c185" providerId="ADAL" clId="{C100C759-35D2-4A7E-A874-B1F87BE01B6F}" dt="2023-07-01T20:51:06.493" v="226"/>
          <ac:cxnSpMkLst>
            <pc:docMk/>
            <pc:sldMk cId="3127311855" sldId="274"/>
            <ac:cxnSpMk id="29" creationId="{6C655F1C-EBF6-E501-1A4D-29EA727CBF64}"/>
          </ac:cxnSpMkLst>
        </pc:cxnChg>
        <pc:cxnChg chg="add del mod">
          <ac:chgData name="Soban Najam" userId="59c411b0-ccb7-4330-99a9-29cc04a2c185" providerId="ADAL" clId="{C100C759-35D2-4A7E-A874-B1F87BE01B6F}" dt="2023-07-01T20:51:06.493" v="226"/>
          <ac:cxnSpMkLst>
            <pc:docMk/>
            <pc:sldMk cId="3127311855" sldId="274"/>
            <ac:cxnSpMk id="36" creationId="{CF511A0A-2CD2-469C-B67E-347FC308770A}"/>
          </ac:cxnSpMkLst>
        </pc:cxnChg>
        <pc:cxnChg chg="add del mod">
          <ac:chgData name="Soban Najam" userId="59c411b0-ccb7-4330-99a9-29cc04a2c185" providerId="ADAL" clId="{C100C759-35D2-4A7E-A874-B1F87BE01B6F}" dt="2023-07-04T17:32:35.323" v="246"/>
          <ac:cxnSpMkLst>
            <pc:docMk/>
            <pc:sldMk cId="3127311855" sldId="274"/>
            <ac:cxnSpMk id="36" creationId="{FFB454C8-FBD9-3EE8-3C66-C9DDA192BD34}"/>
          </ac:cxnSpMkLst>
        </pc:cxnChg>
        <pc:cxnChg chg="add del mod">
          <ac:chgData name="Soban Najam" userId="59c411b0-ccb7-4330-99a9-29cc04a2c185" providerId="ADAL" clId="{C100C759-35D2-4A7E-A874-B1F87BE01B6F}" dt="2023-07-04T17:32:35.323" v="246"/>
          <ac:cxnSpMkLst>
            <pc:docMk/>
            <pc:sldMk cId="3127311855" sldId="274"/>
            <ac:cxnSpMk id="41" creationId="{AEE09DCE-0052-D6C3-BD62-728F6EA73B45}"/>
          </ac:cxnSpMkLst>
        </pc:cxnChg>
        <pc:cxnChg chg="add del mod">
          <ac:chgData name="Soban Najam" userId="59c411b0-ccb7-4330-99a9-29cc04a2c185" providerId="ADAL" clId="{C100C759-35D2-4A7E-A874-B1F87BE01B6F}" dt="2023-07-01T20:51:06.493" v="226"/>
          <ac:cxnSpMkLst>
            <pc:docMk/>
            <pc:sldMk cId="3127311855" sldId="274"/>
            <ac:cxnSpMk id="41" creationId="{BEDFE93A-C5C1-C2B8-499A-AFD55E6E4FB3}"/>
          </ac:cxnSpMkLst>
        </pc:cxnChg>
        <pc:cxnChg chg="add del mod">
          <ac:chgData name="Soban Najam" userId="59c411b0-ccb7-4330-99a9-29cc04a2c185" providerId="ADAL" clId="{C100C759-35D2-4A7E-A874-B1F87BE01B6F}" dt="2023-07-04T17:32:35.323" v="246"/>
          <ac:cxnSpMkLst>
            <pc:docMk/>
            <pc:sldMk cId="3127311855" sldId="274"/>
            <ac:cxnSpMk id="43" creationId="{230B3B98-D1FD-53EB-14C1-76249772D7CF}"/>
          </ac:cxnSpMkLst>
        </pc:cxnChg>
        <pc:cxnChg chg="add del mod">
          <ac:chgData name="Soban Najam" userId="59c411b0-ccb7-4330-99a9-29cc04a2c185" providerId="ADAL" clId="{C100C759-35D2-4A7E-A874-B1F87BE01B6F}" dt="2023-07-01T20:51:06.493" v="226"/>
          <ac:cxnSpMkLst>
            <pc:docMk/>
            <pc:sldMk cId="3127311855" sldId="274"/>
            <ac:cxnSpMk id="43" creationId="{2D5A860A-811B-E7EE-3D56-67160A053C02}"/>
          </ac:cxnSpMkLst>
        </pc:cxnChg>
        <pc:cxnChg chg="add del mod">
          <ac:chgData name="Soban Najam" userId="59c411b0-ccb7-4330-99a9-29cc04a2c185" providerId="ADAL" clId="{C100C759-35D2-4A7E-A874-B1F87BE01B6F}" dt="2023-07-04T17:32:35.323" v="246"/>
          <ac:cxnSpMkLst>
            <pc:docMk/>
            <pc:sldMk cId="3127311855" sldId="274"/>
            <ac:cxnSpMk id="46" creationId="{B211AA78-494A-FBE7-19AF-D8BEAF08C740}"/>
          </ac:cxnSpMkLst>
        </pc:cxnChg>
        <pc:cxnChg chg="add del mod">
          <ac:chgData name="Soban Najam" userId="59c411b0-ccb7-4330-99a9-29cc04a2c185" providerId="ADAL" clId="{C100C759-35D2-4A7E-A874-B1F87BE01B6F}" dt="2023-07-01T20:51:06.493" v="226"/>
          <ac:cxnSpMkLst>
            <pc:docMk/>
            <pc:sldMk cId="3127311855" sldId="274"/>
            <ac:cxnSpMk id="46" creationId="{F60B0097-D8D8-C699-9E4D-F387B9830CE6}"/>
          </ac:cxnSpMkLst>
        </pc:cxnChg>
        <pc:cxnChg chg="mod">
          <ac:chgData name="Soban Najam" userId="59c411b0-ccb7-4330-99a9-29cc04a2c185" providerId="ADAL" clId="{C100C759-35D2-4A7E-A874-B1F87BE01B6F}" dt="2023-04-28T12:40:50.720" v="179" actId="1035"/>
          <ac:cxnSpMkLst>
            <pc:docMk/>
            <pc:sldMk cId="3127311855" sldId="274"/>
            <ac:cxnSpMk id="58" creationId="{CFD234DB-5542-4A98-A6CE-CFDD414067E7}"/>
          </ac:cxnSpMkLst>
        </pc:cxnChg>
        <pc:cxnChg chg="mod">
          <ac:chgData name="Soban Najam" userId="59c411b0-ccb7-4330-99a9-29cc04a2c185" providerId="ADAL" clId="{C100C759-35D2-4A7E-A874-B1F87BE01B6F}" dt="2023-04-28T12:40:50.720" v="179" actId="1035"/>
          <ac:cxnSpMkLst>
            <pc:docMk/>
            <pc:sldMk cId="3127311855" sldId="274"/>
            <ac:cxnSpMk id="69" creationId="{05164612-41A2-4D76-8214-7E3060922F39}"/>
          </ac:cxnSpMkLst>
        </pc:cxnChg>
      </pc:sldChg>
      <pc:sldChg chg="addSp delSp modSp mod">
        <pc:chgData name="Soban Najam" userId="59c411b0-ccb7-4330-99a9-29cc04a2c185" providerId="ADAL" clId="{C100C759-35D2-4A7E-A874-B1F87BE01B6F}" dt="2023-07-04T17:33:04.338" v="252" actId="21"/>
        <pc:sldMkLst>
          <pc:docMk/>
          <pc:sldMk cId="3166587831" sldId="275"/>
        </pc:sldMkLst>
        <pc:spChg chg="add del mod">
          <ac:chgData name="Soban Najam" userId="59c411b0-ccb7-4330-99a9-29cc04a2c185" providerId="ADAL" clId="{C100C759-35D2-4A7E-A874-B1F87BE01B6F}" dt="2023-07-01T21:43:50.632" v="230"/>
          <ac:spMkLst>
            <pc:docMk/>
            <pc:sldMk cId="3166587831" sldId="275"/>
            <ac:spMk id="3" creationId="{1294DF28-02B5-C7EC-86C6-0247951514D8}"/>
          </ac:spMkLst>
        </pc:spChg>
        <pc:spChg chg="add del mod">
          <ac:chgData name="Soban Najam" userId="59c411b0-ccb7-4330-99a9-29cc04a2c185" providerId="ADAL" clId="{C100C759-35D2-4A7E-A874-B1F87BE01B6F}" dt="2023-07-04T17:33:03.925" v="250"/>
          <ac:spMkLst>
            <pc:docMk/>
            <pc:sldMk cId="3166587831" sldId="275"/>
            <ac:spMk id="3" creationId="{A042D49B-7058-BB68-2702-6605CC168826}"/>
          </ac:spMkLst>
        </pc:spChg>
        <pc:spChg chg="add del mod">
          <ac:chgData name="Soban Najam" userId="59c411b0-ccb7-4330-99a9-29cc04a2c185" providerId="ADAL" clId="{C100C759-35D2-4A7E-A874-B1F87BE01B6F}" dt="2023-07-04T17:33:03.925" v="250"/>
          <ac:spMkLst>
            <pc:docMk/>
            <pc:sldMk cId="3166587831" sldId="275"/>
            <ac:spMk id="4" creationId="{269523F3-5A0D-A97A-EE89-4154976FF3F8}"/>
          </ac:spMkLst>
        </pc:spChg>
        <pc:spChg chg="add del mod">
          <ac:chgData name="Soban Najam" userId="59c411b0-ccb7-4330-99a9-29cc04a2c185" providerId="ADAL" clId="{C100C759-35D2-4A7E-A874-B1F87BE01B6F}" dt="2023-07-01T21:43:50.632" v="230"/>
          <ac:spMkLst>
            <pc:docMk/>
            <pc:sldMk cId="3166587831" sldId="275"/>
            <ac:spMk id="4" creationId="{FFB1AA66-321E-D702-9FBD-7CFC770E97A7}"/>
          </ac:spMkLst>
        </pc:spChg>
        <pc:spChg chg="add del mod">
          <ac:chgData name="Soban Najam" userId="59c411b0-ccb7-4330-99a9-29cc04a2c185" providerId="ADAL" clId="{C100C759-35D2-4A7E-A874-B1F87BE01B6F}" dt="2023-07-01T21:43:50.632" v="230"/>
          <ac:spMkLst>
            <pc:docMk/>
            <pc:sldMk cId="3166587831" sldId="275"/>
            <ac:spMk id="8" creationId="{365747CB-8656-99B5-4C09-E9EA09F5E6F6}"/>
          </ac:spMkLst>
        </pc:spChg>
        <pc:spChg chg="add del mod">
          <ac:chgData name="Soban Najam" userId="59c411b0-ccb7-4330-99a9-29cc04a2c185" providerId="ADAL" clId="{C100C759-35D2-4A7E-A874-B1F87BE01B6F}" dt="2023-07-04T17:33:03.925" v="250"/>
          <ac:spMkLst>
            <pc:docMk/>
            <pc:sldMk cId="3166587831" sldId="275"/>
            <ac:spMk id="8" creationId="{BB7EAFCF-60A6-89BB-C5DA-5C49930F4FB6}"/>
          </ac:spMkLst>
        </pc:spChg>
        <pc:spChg chg="add del mod">
          <ac:chgData name="Soban Najam" userId="59c411b0-ccb7-4330-99a9-29cc04a2c185" providerId="ADAL" clId="{C100C759-35D2-4A7E-A874-B1F87BE01B6F}" dt="2023-07-04T17:33:03.925" v="250"/>
          <ac:spMkLst>
            <pc:docMk/>
            <pc:sldMk cId="3166587831" sldId="275"/>
            <ac:spMk id="10" creationId="{D85E00D2-9A0D-6159-2006-AB5066685B40}"/>
          </ac:spMkLst>
        </pc:spChg>
        <pc:spChg chg="add del mod">
          <ac:chgData name="Soban Najam" userId="59c411b0-ccb7-4330-99a9-29cc04a2c185" providerId="ADAL" clId="{C100C759-35D2-4A7E-A874-B1F87BE01B6F}" dt="2023-07-01T21:43:50.632" v="230"/>
          <ac:spMkLst>
            <pc:docMk/>
            <pc:sldMk cId="3166587831" sldId="275"/>
            <ac:spMk id="10" creationId="{E3659F64-7D9B-C921-CD58-33F9839D83CE}"/>
          </ac:spMkLst>
        </pc:spChg>
        <pc:spChg chg="add del mod">
          <ac:chgData name="Soban Najam" userId="59c411b0-ccb7-4330-99a9-29cc04a2c185" providerId="ADAL" clId="{C100C759-35D2-4A7E-A874-B1F87BE01B6F}" dt="2023-07-01T21:43:50.632" v="230"/>
          <ac:spMkLst>
            <pc:docMk/>
            <pc:sldMk cId="3166587831" sldId="275"/>
            <ac:spMk id="11" creationId="{5825E0A6-1F69-29E8-B229-8C054EEDF429}"/>
          </ac:spMkLst>
        </pc:spChg>
        <pc:spChg chg="add del mod">
          <ac:chgData name="Soban Najam" userId="59c411b0-ccb7-4330-99a9-29cc04a2c185" providerId="ADAL" clId="{C100C759-35D2-4A7E-A874-B1F87BE01B6F}" dt="2023-07-04T17:33:03.925" v="250"/>
          <ac:spMkLst>
            <pc:docMk/>
            <pc:sldMk cId="3166587831" sldId="275"/>
            <ac:spMk id="11" creationId="{C43435A4-1559-D474-7D8E-EB0CB777AB97}"/>
          </ac:spMkLst>
        </pc:spChg>
        <pc:spChg chg="add del mod">
          <ac:chgData name="Soban Najam" userId="59c411b0-ccb7-4330-99a9-29cc04a2c185" providerId="ADAL" clId="{C100C759-35D2-4A7E-A874-B1F87BE01B6F}" dt="2023-07-04T17:33:03.925" v="250"/>
          <ac:spMkLst>
            <pc:docMk/>
            <pc:sldMk cId="3166587831" sldId="275"/>
            <ac:spMk id="14" creationId="{55E7A6F3-9F40-B7F9-403A-DCFA91A00D00}"/>
          </ac:spMkLst>
        </pc:spChg>
        <pc:spChg chg="add del mod">
          <ac:chgData name="Soban Najam" userId="59c411b0-ccb7-4330-99a9-29cc04a2c185" providerId="ADAL" clId="{C100C759-35D2-4A7E-A874-B1F87BE01B6F}" dt="2023-07-01T21:43:50.632" v="230"/>
          <ac:spMkLst>
            <pc:docMk/>
            <pc:sldMk cId="3166587831" sldId="275"/>
            <ac:spMk id="14" creationId="{AD44E2CB-4D13-CCDE-7890-81E06EF0EBEC}"/>
          </ac:spMkLst>
        </pc:spChg>
        <pc:spChg chg="add del mod">
          <ac:chgData name="Soban Najam" userId="59c411b0-ccb7-4330-99a9-29cc04a2c185" providerId="ADAL" clId="{C100C759-35D2-4A7E-A874-B1F87BE01B6F}" dt="2023-07-04T17:33:03.925" v="250"/>
          <ac:spMkLst>
            <pc:docMk/>
            <pc:sldMk cId="3166587831" sldId="275"/>
            <ac:spMk id="15" creationId="{287443FF-CD8D-DC8D-52D9-8ECC7816C97C}"/>
          </ac:spMkLst>
        </pc:spChg>
        <pc:spChg chg="add del mod">
          <ac:chgData name="Soban Najam" userId="59c411b0-ccb7-4330-99a9-29cc04a2c185" providerId="ADAL" clId="{C100C759-35D2-4A7E-A874-B1F87BE01B6F}" dt="2023-07-01T21:43:50.632" v="230"/>
          <ac:spMkLst>
            <pc:docMk/>
            <pc:sldMk cId="3166587831" sldId="275"/>
            <ac:spMk id="15" creationId="{F03C41D0-6AB9-870C-3111-3461AFAC3320}"/>
          </ac:spMkLst>
        </pc:spChg>
        <pc:spChg chg="add del mod">
          <ac:chgData name="Soban Najam" userId="59c411b0-ccb7-4330-99a9-29cc04a2c185" providerId="ADAL" clId="{C100C759-35D2-4A7E-A874-B1F87BE01B6F}" dt="2023-07-04T17:33:03.925" v="250"/>
          <ac:spMkLst>
            <pc:docMk/>
            <pc:sldMk cId="3166587831" sldId="275"/>
            <ac:spMk id="17" creationId="{82CE276C-AB5C-E7F2-54EA-EA4FD9B86FFB}"/>
          </ac:spMkLst>
        </pc:spChg>
        <pc:spChg chg="add del mod">
          <ac:chgData name="Soban Najam" userId="59c411b0-ccb7-4330-99a9-29cc04a2c185" providerId="ADAL" clId="{C100C759-35D2-4A7E-A874-B1F87BE01B6F}" dt="2023-07-01T21:43:50.632" v="230"/>
          <ac:spMkLst>
            <pc:docMk/>
            <pc:sldMk cId="3166587831" sldId="275"/>
            <ac:spMk id="17" creationId="{B07B1490-EE20-D4FE-84C8-F483FCA5B98D}"/>
          </ac:spMkLst>
        </pc:spChg>
        <pc:spChg chg="add del mod">
          <ac:chgData name="Soban Najam" userId="59c411b0-ccb7-4330-99a9-29cc04a2c185" providerId="ADAL" clId="{C100C759-35D2-4A7E-A874-B1F87BE01B6F}" dt="2023-07-04T17:33:03.925" v="250"/>
          <ac:spMkLst>
            <pc:docMk/>
            <pc:sldMk cId="3166587831" sldId="275"/>
            <ac:spMk id="22" creationId="{70C6F632-217E-D15D-4FEB-43D7C68EFE99}"/>
          </ac:spMkLst>
        </pc:spChg>
        <pc:spChg chg="add del mod">
          <ac:chgData name="Soban Najam" userId="59c411b0-ccb7-4330-99a9-29cc04a2c185" providerId="ADAL" clId="{C100C759-35D2-4A7E-A874-B1F87BE01B6F}" dt="2023-07-01T21:43:50.632" v="230"/>
          <ac:spMkLst>
            <pc:docMk/>
            <pc:sldMk cId="3166587831" sldId="275"/>
            <ac:spMk id="22" creationId="{8D65717F-B084-F3D9-AB9E-E398FB888B75}"/>
          </ac:spMkLst>
        </pc:spChg>
        <pc:spChg chg="add del mod">
          <ac:chgData name="Soban Najam" userId="59c411b0-ccb7-4330-99a9-29cc04a2c185" providerId="ADAL" clId="{C100C759-35D2-4A7E-A874-B1F87BE01B6F}" dt="2023-07-01T21:43:50.632" v="230"/>
          <ac:spMkLst>
            <pc:docMk/>
            <pc:sldMk cId="3166587831" sldId="275"/>
            <ac:spMk id="26" creationId="{0C2DCBFA-6BFA-2FD5-0AF5-E458230E48C1}"/>
          </ac:spMkLst>
        </pc:spChg>
        <pc:spChg chg="add del mod">
          <ac:chgData name="Soban Najam" userId="59c411b0-ccb7-4330-99a9-29cc04a2c185" providerId="ADAL" clId="{C100C759-35D2-4A7E-A874-B1F87BE01B6F}" dt="2023-07-04T17:33:03.925" v="250"/>
          <ac:spMkLst>
            <pc:docMk/>
            <pc:sldMk cId="3166587831" sldId="275"/>
            <ac:spMk id="26" creationId="{9056E2C9-5C0D-83F8-BF62-AFC475F69F91}"/>
          </ac:spMkLst>
        </pc:spChg>
        <pc:spChg chg="add del mod">
          <ac:chgData name="Soban Najam" userId="59c411b0-ccb7-4330-99a9-29cc04a2c185" providerId="ADAL" clId="{C100C759-35D2-4A7E-A874-B1F87BE01B6F}" dt="2023-07-01T21:43:50.632" v="230"/>
          <ac:spMkLst>
            <pc:docMk/>
            <pc:sldMk cId="3166587831" sldId="275"/>
            <ac:spMk id="27" creationId="{70B30DD3-B490-9B01-86B0-E10390A956D3}"/>
          </ac:spMkLst>
        </pc:spChg>
        <pc:spChg chg="add del mod">
          <ac:chgData name="Soban Najam" userId="59c411b0-ccb7-4330-99a9-29cc04a2c185" providerId="ADAL" clId="{C100C759-35D2-4A7E-A874-B1F87BE01B6F}" dt="2023-07-04T17:33:03.925" v="250"/>
          <ac:spMkLst>
            <pc:docMk/>
            <pc:sldMk cId="3166587831" sldId="275"/>
            <ac:spMk id="27" creationId="{893AB036-5DC1-562E-534D-E68960195025}"/>
          </ac:spMkLst>
        </pc:spChg>
        <pc:spChg chg="add del mod">
          <ac:chgData name="Soban Najam" userId="59c411b0-ccb7-4330-99a9-29cc04a2c185" providerId="ADAL" clId="{C100C759-35D2-4A7E-A874-B1F87BE01B6F}" dt="2023-07-01T21:43:50.632" v="230"/>
          <ac:spMkLst>
            <pc:docMk/>
            <pc:sldMk cId="3166587831" sldId="275"/>
            <ac:spMk id="35" creationId="{A63A8A80-B5ED-F280-9002-14C04B279497}"/>
          </ac:spMkLst>
        </pc:spChg>
        <pc:spChg chg="add del mod">
          <ac:chgData name="Soban Najam" userId="59c411b0-ccb7-4330-99a9-29cc04a2c185" providerId="ADAL" clId="{C100C759-35D2-4A7E-A874-B1F87BE01B6F}" dt="2023-07-04T17:33:03.925" v="250"/>
          <ac:spMkLst>
            <pc:docMk/>
            <pc:sldMk cId="3166587831" sldId="275"/>
            <ac:spMk id="35" creationId="{FFA68127-95B4-413B-AE33-DD5B4F5CCDCB}"/>
          </ac:spMkLst>
        </pc:spChg>
        <pc:spChg chg="add del mod">
          <ac:chgData name="Soban Najam" userId="59c411b0-ccb7-4330-99a9-29cc04a2c185" providerId="ADAL" clId="{C100C759-35D2-4A7E-A874-B1F87BE01B6F}" dt="2023-07-01T21:43:50.632" v="230"/>
          <ac:spMkLst>
            <pc:docMk/>
            <pc:sldMk cId="3166587831" sldId="275"/>
            <ac:spMk id="36" creationId="{68FBF551-BED8-1B75-2873-98518D0ADD4A}"/>
          </ac:spMkLst>
        </pc:spChg>
        <pc:spChg chg="add del mod">
          <ac:chgData name="Soban Najam" userId="59c411b0-ccb7-4330-99a9-29cc04a2c185" providerId="ADAL" clId="{C100C759-35D2-4A7E-A874-B1F87BE01B6F}" dt="2023-07-04T17:33:03.925" v="250"/>
          <ac:spMkLst>
            <pc:docMk/>
            <pc:sldMk cId="3166587831" sldId="275"/>
            <ac:spMk id="36" creationId="{DB213C39-EDEF-7352-8F01-52E6C22650DD}"/>
          </ac:spMkLst>
        </pc:spChg>
        <pc:spChg chg="add del mod">
          <ac:chgData name="Soban Najam" userId="59c411b0-ccb7-4330-99a9-29cc04a2c185" providerId="ADAL" clId="{C100C759-35D2-4A7E-A874-B1F87BE01B6F}" dt="2023-07-01T21:43:50.632" v="230"/>
          <ac:spMkLst>
            <pc:docMk/>
            <pc:sldMk cId="3166587831" sldId="275"/>
            <ac:spMk id="39" creationId="{0138DEFA-3C9C-EEA4-34A2-0BF99F301BB1}"/>
          </ac:spMkLst>
        </pc:spChg>
        <pc:spChg chg="add del mod">
          <ac:chgData name="Soban Najam" userId="59c411b0-ccb7-4330-99a9-29cc04a2c185" providerId="ADAL" clId="{C100C759-35D2-4A7E-A874-B1F87BE01B6F}" dt="2023-07-04T17:33:03.925" v="250"/>
          <ac:spMkLst>
            <pc:docMk/>
            <pc:sldMk cId="3166587831" sldId="275"/>
            <ac:spMk id="39" creationId="{FE000FBD-781E-E320-3322-EF8529509D01}"/>
          </ac:spMkLst>
        </pc:spChg>
        <pc:spChg chg="add del mod">
          <ac:chgData name="Soban Najam" userId="59c411b0-ccb7-4330-99a9-29cc04a2c185" providerId="ADAL" clId="{C100C759-35D2-4A7E-A874-B1F87BE01B6F}" dt="2023-07-04T17:33:03.925" v="250"/>
          <ac:spMkLst>
            <pc:docMk/>
            <pc:sldMk cId="3166587831" sldId="275"/>
            <ac:spMk id="41" creationId="{EE9DCB65-5D11-2AFA-F615-583DBE05D4FF}"/>
          </ac:spMkLst>
        </pc:spChg>
        <pc:spChg chg="add del mod">
          <ac:chgData name="Soban Najam" userId="59c411b0-ccb7-4330-99a9-29cc04a2c185" providerId="ADAL" clId="{C100C759-35D2-4A7E-A874-B1F87BE01B6F}" dt="2023-07-01T21:43:50.632" v="230"/>
          <ac:spMkLst>
            <pc:docMk/>
            <pc:sldMk cId="3166587831" sldId="275"/>
            <ac:spMk id="41" creationId="{FAB99826-50FA-7BBC-9F52-93D6D60A01D4}"/>
          </ac:spMkLst>
        </pc:spChg>
        <pc:spChg chg="add del mod">
          <ac:chgData name="Soban Najam" userId="59c411b0-ccb7-4330-99a9-29cc04a2c185" providerId="ADAL" clId="{C100C759-35D2-4A7E-A874-B1F87BE01B6F}" dt="2023-07-01T21:43:50.632" v="230"/>
          <ac:spMkLst>
            <pc:docMk/>
            <pc:sldMk cId="3166587831" sldId="275"/>
            <ac:spMk id="43" creationId="{7CD02B54-0F07-34AC-BC24-150D38ADE38E}"/>
          </ac:spMkLst>
        </pc:spChg>
        <pc:spChg chg="add del mod">
          <ac:chgData name="Soban Najam" userId="59c411b0-ccb7-4330-99a9-29cc04a2c185" providerId="ADAL" clId="{C100C759-35D2-4A7E-A874-B1F87BE01B6F}" dt="2023-07-04T17:33:03.925" v="250"/>
          <ac:spMkLst>
            <pc:docMk/>
            <pc:sldMk cId="3166587831" sldId="275"/>
            <ac:spMk id="43" creationId="{886A61D4-3C03-6F35-F73C-74AABB3A9BD4}"/>
          </ac:spMkLst>
        </pc:spChg>
        <pc:spChg chg="add del mod">
          <ac:chgData name="Soban Najam" userId="59c411b0-ccb7-4330-99a9-29cc04a2c185" providerId="ADAL" clId="{C100C759-35D2-4A7E-A874-B1F87BE01B6F}" dt="2023-07-01T21:43:50.632" v="230"/>
          <ac:spMkLst>
            <pc:docMk/>
            <pc:sldMk cId="3166587831" sldId="275"/>
            <ac:spMk id="49" creationId="{18AD7433-B75C-BA03-2E65-167A12971064}"/>
          </ac:spMkLst>
        </pc:spChg>
        <pc:spChg chg="add del mod">
          <ac:chgData name="Soban Najam" userId="59c411b0-ccb7-4330-99a9-29cc04a2c185" providerId="ADAL" clId="{C100C759-35D2-4A7E-A874-B1F87BE01B6F}" dt="2023-07-04T17:33:03.925" v="250"/>
          <ac:spMkLst>
            <pc:docMk/>
            <pc:sldMk cId="3166587831" sldId="275"/>
            <ac:spMk id="49" creationId="{9E2D9470-F574-BE2E-F256-CE78D92897EC}"/>
          </ac:spMkLst>
        </pc:spChg>
        <pc:spChg chg="mod">
          <ac:chgData name="Soban Najam" userId="59c411b0-ccb7-4330-99a9-29cc04a2c185" providerId="ADAL" clId="{C100C759-35D2-4A7E-A874-B1F87BE01B6F}" dt="2023-04-28T12:41:18.245" v="224" actId="1076"/>
          <ac:spMkLst>
            <pc:docMk/>
            <pc:sldMk cId="3166587831" sldId="275"/>
            <ac:spMk id="56" creationId="{FBC008B8-C973-4684-AF79-0B694A5D83E7}"/>
          </ac:spMkLst>
        </pc:spChg>
        <pc:picChg chg="add del">
          <ac:chgData name="Soban Najam" userId="59c411b0-ccb7-4330-99a9-29cc04a2c185" providerId="ADAL" clId="{C100C759-35D2-4A7E-A874-B1F87BE01B6F}" dt="2023-07-04T17:33:04.338" v="252" actId="21"/>
          <ac:picMkLst>
            <pc:docMk/>
            <pc:sldMk cId="3166587831" sldId="275"/>
            <ac:picMk id="50" creationId="{D08B869C-43D0-79A3-9EBF-372996CD5B4B}"/>
          </ac:picMkLst>
        </pc:picChg>
        <pc:picChg chg="add del">
          <ac:chgData name="Soban Najam" userId="59c411b0-ccb7-4330-99a9-29cc04a2c185" providerId="ADAL" clId="{C100C759-35D2-4A7E-A874-B1F87BE01B6F}" dt="2023-07-01T21:43:50.978" v="232" actId="21"/>
          <ac:picMkLst>
            <pc:docMk/>
            <pc:sldMk cId="3166587831" sldId="275"/>
            <ac:picMk id="50" creationId="{E55455EE-B6DE-E642-1022-535B32814EAE}"/>
          </ac:picMkLst>
        </pc:picChg>
        <pc:cxnChg chg="add del mod">
          <ac:chgData name="Soban Najam" userId="59c411b0-ccb7-4330-99a9-29cc04a2c185" providerId="ADAL" clId="{C100C759-35D2-4A7E-A874-B1F87BE01B6F}" dt="2023-07-01T21:43:50.632" v="230"/>
          <ac:cxnSpMkLst>
            <pc:docMk/>
            <pc:sldMk cId="3166587831" sldId="275"/>
            <ac:cxnSpMk id="13" creationId="{1CEE83D0-EA2A-A308-C471-0FA0ECAFB369}"/>
          </ac:cxnSpMkLst>
        </pc:cxnChg>
        <pc:cxnChg chg="add del mod">
          <ac:chgData name="Soban Najam" userId="59c411b0-ccb7-4330-99a9-29cc04a2c185" providerId="ADAL" clId="{C100C759-35D2-4A7E-A874-B1F87BE01B6F}" dt="2023-07-04T17:33:03.925" v="250"/>
          <ac:cxnSpMkLst>
            <pc:docMk/>
            <pc:sldMk cId="3166587831" sldId="275"/>
            <ac:cxnSpMk id="13" creationId="{EBF3C60D-3C14-9517-466A-0E0CF224BBDE}"/>
          </ac:cxnSpMkLst>
        </pc:cxnChg>
        <pc:cxnChg chg="add del mod">
          <ac:chgData name="Soban Najam" userId="59c411b0-ccb7-4330-99a9-29cc04a2c185" providerId="ADAL" clId="{C100C759-35D2-4A7E-A874-B1F87BE01B6F}" dt="2023-07-04T17:33:03.925" v="250"/>
          <ac:cxnSpMkLst>
            <pc:docMk/>
            <pc:sldMk cId="3166587831" sldId="275"/>
            <ac:cxnSpMk id="16" creationId="{65FD7D98-75E6-C0DE-6E5C-8E9D842AB5A5}"/>
          </ac:cxnSpMkLst>
        </pc:cxnChg>
        <pc:cxnChg chg="add del mod">
          <ac:chgData name="Soban Najam" userId="59c411b0-ccb7-4330-99a9-29cc04a2c185" providerId="ADAL" clId="{C100C759-35D2-4A7E-A874-B1F87BE01B6F}" dt="2023-07-01T21:43:50.632" v="230"/>
          <ac:cxnSpMkLst>
            <pc:docMk/>
            <pc:sldMk cId="3166587831" sldId="275"/>
            <ac:cxnSpMk id="16" creationId="{74C0A33A-56E4-77D9-14BF-F51D62330C99}"/>
          </ac:cxnSpMkLst>
        </pc:cxnChg>
        <pc:cxnChg chg="add del mod">
          <ac:chgData name="Soban Najam" userId="59c411b0-ccb7-4330-99a9-29cc04a2c185" providerId="ADAL" clId="{C100C759-35D2-4A7E-A874-B1F87BE01B6F}" dt="2023-07-04T17:33:03.925" v="250"/>
          <ac:cxnSpMkLst>
            <pc:docMk/>
            <pc:sldMk cId="3166587831" sldId="275"/>
            <ac:cxnSpMk id="18" creationId="{4C7DEB9A-741F-09D9-1128-09D2DFA0128C}"/>
          </ac:cxnSpMkLst>
        </pc:cxnChg>
        <pc:cxnChg chg="add del mod">
          <ac:chgData name="Soban Najam" userId="59c411b0-ccb7-4330-99a9-29cc04a2c185" providerId="ADAL" clId="{C100C759-35D2-4A7E-A874-B1F87BE01B6F}" dt="2023-07-01T21:43:50.632" v="230"/>
          <ac:cxnSpMkLst>
            <pc:docMk/>
            <pc:sldMk cId="3166587831" sldId="275"/>
            <ac:cxnSpMk id="18" creationId="{81065F8B-0DB0-4AD3-C64C-3C17E38D6D76}"/>
          </ac:cxnSpMkLst>
        </pc:cxnChg>
        <pc:cxnChg chg="add del mod">
          <ac:chgData name="Soban Najam" userId="59c411b0-ccb7-4330-99a9-29cc04a2c185" providerId="ADAL" clId="{C100C759-35D2-4A7E-A874-B1F87BE01B6F}" dt="2023-07-01T21:43:50.632" v="230"/>
          <ac:cxnSpMkLst>
            <pc:docMk/>
            <pc:sldMk cId="3166587831" sldId="275"/>
            <ac:cxnSpMk id="24" creationId="{58948EB8-57ED-DE8F-3770-0653522A3BC9}"/>
          </ac:cxnSpMkLst>
        </pc:cxnChg>
        <pc:cxnChg chg="add del mod">
          <ac:chgData name="Soban Najam" userId="59c411b0-ccb7-4330-99a9-29cc04a2c185" providerId="ADAL" clId="{C100C759-35D2-4A7E-A874-B1F87BE01B6F}" dt="2023-07-04T17:33:03.925" v="250"/>
          <ac:cxnSpMkLst>
            <pc:docMk/>
            <pc:sldMk cId="3166587831" sldId="275"/>
            <ac:cxnSpMk id="24" creationId="{B037E154-15BD-3BE1-CE85-F2C6F4FB2D2F}"/>
          </ac:cxnSpMkLst>
        </pc:cxnChg>
        <pc:cxnChg chg="add del mod">
          <ac:chgData name="Soban Najam" userId="59c411b0-ccb7-4330-99a9-29cc04a2c185" providerId="ADAL" clId="{C100C759-35D2-4A7E-A874-B1F87BE01B6F}" dt="2023-07-01T21:43:50.632" v="230"/>
          <ac:cxnSpMkLst>
            <pc:docMk/>
            <pc:sldMk cId="3166587831" sldId="275"/>
            <ac:cxnSpMk id="28" creationId="{5846F6F7-BCE4-B837-3845-AED18DA66407}"/>
          </ac:cxnSpMkLst>
        </pc:cxnChg>
        <pc:cxnChg chg="add del mod">
          <ac:chgData name="Soban Najam" userId="59c411b0-ccb7-4330-99a9-29cc04a2c185" providerId="ADAL" clId="{C100C759-35D2-4A7E-A874-B1F87BE01B6F}" dt="2023-07-04T17:33:03.925" v="250"/>
          <ac:cxnSpMkLst>
            <pc:docMk/>
            <pc:sldMk cId="3166587831" sldId="275"/>
            <ac:cxnSpMk id="28" creationId="{63375D29-B600-2559-7298-F4336C7D98D7}"/>
          </ac:cxnSpMkLst>
        </pc:cxnChg>
        <pc:cxnChg chg="add del mod">
          <ac:chgData name="Soban Najam" userId="59c411b0-ccb7-4330-99a9-29cc04a2c185" providerId="ADAL" clId="{C100C759-35D2-4A7E-A874-B1F87BE01B6F}" dt="2023-07-04T17:33:03.925" v="250"/>
          <ac:cxnSpMkLst>
            <pc:docMk/>
            <pc:sldMk cId="3166587831" sldId="275"/>
            <ac:cxnSpMk id="29" creationId="{19B19BEF-5487-6B20-65C5-73A134A6828F}"/>
          </ac:cxnSpMkLst>
        </pc:cxnChg>
        <pc:cxnChg chg="add del mod">
          <ac:chgData name="Soban Najam" userId="59c411b0-ccb7-4330-99a9-29cc04a2c185" providerId="ADAL" clId="{C100C759-35D2-4A7E-A874-B1F87BE01B6F}" dt="2023-07-01T21:43:50.632" v="230"/>
          <ac:cxnSpMkLst>
            <pc:docMk/>
            <pc:sldMk cId="3166587831" sldId="275"/>
            <ac:cxnSpMk id="29" creationId="{DD36133D-88FF-EA5F-03AB-C88F5575637A}"/>
          </ac:cxnSpMkLst>
        </pc:cxnChg>
        <pc:cxnChg chg="add del mod">
          <ac:chgData name="Soban Najam" userId="59c411b0-ccb7-4330-99a9-29cc04a2c185" providerId="ADAL" clId="{C100C759-35D2-4A7E-A874-B1F87BE01B6F}" dt="2023-07-01T21:43:50.632" v="230"/>
          <ac:cxnSpMkLst>
            <pc:docMk/>
            <pc:sldMk cId="3166587831" sldId="275"/>
            <ac:cxnSpMk id="40" creationId="{3BBB2174-068B-7205-62BC-ADCB110EB5F8}"/>
          </ac:cxnSpMkLst>
        </pc:cxnChg>
        <pc:cxnChg chg="add del mod">
          <ac:chgData name="Soban Najam" userId="59c411b0-ccb7-4330-99a9-29cc04a2c185" providerId="ADAL" clId="{C100C759-35D2-4A7E-A874-B1F87BE01B6F}" dt="2023-07-04T17:33:03.925" v="250"/>
          <ac:cxnSpMkLst>
            <pc:docMk/>
            <pc:sldMk cId="3166587831" sldId="275"/>
            <ac:cxnSpMk id="40" creationId="{A9D03334-5ADE-6F54-237D-87EF7B0A41EE}"/>
          </ac:cxnSpMkLst>
        </pc:cxnChg>
        <pc:cxnChg chg="add del mod">
          <ac:chgData name="Soban Najam" userId="59c411b0-ccb7-4330-99a9-29cc04a2c185" providerId="ADAL" clId="{C100C759-35D2-4A7E-A874-B1F87BE01B6F}" dt="2023-07-04T17:33:03.925" v="250"/>
          <ac:cxnSpMkLst>
            <pc:docMk/>
            <pc:sldMk cId="3166587831" sldId="275"/>
            <ac:cxnSpMk id="46" creationId="{3501B8C3-338E-074F-7C38-033485CC5C77}"/>
          </ac:cxnSpMkLst>
        </pc:cxnChg>
        <pc:cxnChg chg="add del mod">
          <ac:chgData name="Soban Najam" userId="59c411b0-ccb7-4330-99a9-29cc04a2c185" providerId="ADAL" clId="{C100C759-35D2-4A7E-A874-B1F87BE01B6F}" dt="2023-07-01T21:43:50.632" v="230"/>
          <ac:cxnSpMkLst>
            <pc:docMk/>
            <pc:sldMk cId="3166587831" sldId="275"/>
            <ac:cxnSpMk id="46" creationId="{ED0A9C39-5203-E262-735F-0BDD06347F0F}"/>
          </ac:cxnSpMkLst>
        </pc:cxnChg>
        <pc:cxnChg chg="add del mod">
          <ac:chgData name="Soban Najam" userId="59c411b0-ccb7-4330-99a9-29cc04a2c185" providerId="ADAL" clId="{C100C759-35D2-4A7E-A874-B1F87BE01B6F}" dt="2023-07-04T17:33:03.925" v="250"/>
          <ac:cxnSpMkLst>
            <pc:docMk/>
            <pc:sldMk cId="3166587831" sldId="275"/>
            <ac:cxnSpMk id="47" creationId="{BA783844-A6F1-B29B-2B7B-3C63B067D862}"/>
          </ac:cxnSpMkLst>
        </pc:cxnChg>
        <pc:cxnChg chg="add del mod">
          <ac:chgData name="Soban Najam" userId="59c411b0-ccb7-4330-99a9-29cc04a2c185" providerId="ADAL" clId="{C100C759-35D2-4A7E-A874-B1F87BE01B6F}" dt="2023-07-01T21:43:50.632" v="230"/>
          <ac:cxnSpMkLst>
            <pc:docMk/>
            <pc:sldMk cId="3166587831" sldId="275"/>
            <ac:cxnSpMk id="47" creationId="{C4BA12EB-1A7E-11F3-87DE-1963083E0596}"/>
          </ac:cxnSpMkLst>
        </pc:cxnChg>
        <pc:cxnChg chg="add del mod">
          <ac:chgData name="Soban Najam" userId="59c411b0-ccb7-4330-99a9-29cc04a2c185" providerId="ADAL" clId="{C100C759-35D2-4A7E-A874-B1F87BE01B6F}" dt="2023-07-01T21:43:50.632" v="230"/>
          <ac:cxnSpMkLst>
            <pc:docMk/>
            <pc:sldMk cId="3166587831" sldId="275"/>
            <ac:cxnSpMk id="48" creationId="{F5428220-F85B-4F2C-A442-69C8B38C4514}"/>
          </ac:cxnSpMkLst>
        </pc:cxnChg>
        <pc:cxnChg chg="add del mod">
          <ac:chgData name="Soban Najam" userId="59c411b0-ccb7-4330-99a9-29cc04a2c185" providerId="ADAL" clId="{C100C759-35D2-4A7E-A874-B1F87BE01B6F}" dt="2023-07-04T17:33:03.925" v="250"/>
          <ac:cxnSpMkLst>
            <pc:docMk/>
            <pc:sldMk cId="3166587831" sldId="275"/>
            <ac:cxnSpMk id="48" creationId="{FE01C358-2E39-010F-7ECB-439AEEDFC03D}"/>
          </ac:cxnSpMkLst>
        </pc:cxnChg>
        <pc:cxnChg chg="mod">
          <ac:chgData name="Soban Najam" userId="59c411b0-ccb7-4330-99a9-29cc04a2c185" providerId="ADAL" clId="{C100C759-35D2-4A7E-A874-B1F87BE01B6F}" dt="2023-04-28T12:41:18.245" v="224" actId="1076"/>
          <ac:cxnSpMkLst>
            <pc:docMk/>
            <pc:sldMk cId="3166587831" sldId="275"/>
            <ac:cxnSpMk id="58" creationId="{CFD234DB-5542-4A98-A6CE-CFDD414067E7}"/>
          </ac:cxnSpMkLst>
        </pc:cxnChg>
        <pc:cxnChg chg="mod">
          <ac:chgData name="Soban Najam" userId="59c411b0-ccb7-4330-99a9-29cc04a2c185" providerId="ADAL" clId="{C100C759-35D2-4A7E-A874-B1F87BE01B6F}" dt="2023-04-28T12:41:18.245" v="224" actId="1076"/>
          <ac:cxnSpMkLst>
            <pc:docMk/>
            <pc:sldMk cId="3166587831" sldId="275"/>
            <ac:cxnSpMk id="69" creationId="{05164612-41A2-4D76-8214-7E3060922F39}"/>
          </ac:cxnSpMkLst>
        </pc:cxnChg>
      </pc:sldChg>
      <pc:sldChg chg="addSp delSp modSp add mod">
        <pc:chgData name="Soban Najam" userId="59c411b0-ccb7-4330-99a9-29cc04a2c185" providerId="ADAL" clId="{C100C759-35D2-4A7E-A874-B1F87BE01B6F}" dt="2023-07-18T09:24:26.134" v="754" actId="1076"/>
        <pc:sldMkLst>
          <pc:docMk/>
          <pc:sldMk cId="1171523355" sldId="287"/>
        </pc:sldMkLst>
        <pc:spChg chg="mod">
          <ac:chgData name="Soban Najam" userId="59c411b0-ccb7-4330-99a9-29cc04a2c185" providerId="ADAL" clId="{C100C759-35D2-4A7E-A874-B1F87BE01B6F}" dt="2023-07-17T06:34:46.406" v="340" actId="404"/>
          <ac:spMkLst>
            <pc:docMk/>
            <pc:sldMk cId="1171523355" sldId="287"/>
            <ac:spMk id="2" creationId="{B9B22647-361E-4356-8224-54CEA6131DE7}"/>
          </ac:spMkLst>
        </pc:spChg>
        <pc:spChg chg="add del mod">
          <ac:chgData name="Soban Najam" userId="59c411b0-ccb7-4330-99a9-29cc04a2c185" providerId="ADAL" clId="{C100C759-35D2-4A7E-A874-B1F87BE01B6F}" dt="2023-07-18T08:41:17.301" v="699"/>
          <ac:spMkLst>
            <pc:docMk/>
            <pc:sldMk cId="1171523355" sldId="287"/>
            <ac:spMk id="3" creationId="{397DD85B-78FF-B339-424C-39643CF94E06}"/>
          </ac:spMkLst>
        </pc:spChg>
        <pc:spChg chg="add del mod">
          <ac:chgData name="Soban Najam" userId="59c411b0-ccb7-4330-99a9-29cc04a2c185" providerId="ADAL" clId="{C100C759-35D2-4A7E-A874-B1F87BE01B6F}" dt="2023-07-14T16:08:18.116" v="315"/>
          <ac:spMkLst>
            <pc:docMk/>
            <pc:sldMk cId="1171523355" sldId="287"/>
            <ac:spMk id="3" creationId="{544BFBF9-3EB0-9DE3-37B7-882260ED9F56}"/>
          </ac:spMkLst>
        </pc:spChg>
        <pc:spChg chg="add del mod">
          <ac:chgData name="Soban Najam" userId="59c411b0-ccb7-4330-99a9-29cc04a2c185" providerId="ADAL" clId="{C100C759-35D2-4A7E-A874-B1F87BE01B6F}" dt="2023-07-17T06:34:57.608" v="346"/>
          <ac:spMkLst>
            <pc:docMk/>
            <pc:sldMk cId="1171523355" sldId="287"/>
            <ac:spMk id="3" creationId="{9B412E11-4DE8-65C0-DAD4-317B7051B5E7}"/>
          </ac:spMkLst>
        </pc:spChg>
        <pc:spChg chg="add del mod">
          <ac:chgData name="Soban Najam" userId="59c411b0-ccb7-4330-99a9-29cc04a2c185" providerId="ADAL" clId="{C100C759-35D2-4A7E-A874-B1F87BE01B6F}" dt="2023-07-14T16:08:18.116" v="315"/>
          <ac:spMkLst>
            <pc:docMk/>
            <pc:sldMk cId="1171523355" sldId="287"/>
            <ac:spMk id="4" creationId="{39D9525B-4948-E6B3-832E-F1B0CB6B54A9}"/>
          </ac:spMkLst>
        </pc:spChg>
        <pc:spChg chg="add del mod">
          <ac:chgData name="Soban Najam" userId="59c411b0-ccb7-4330-99a9-29cc04a2c185" providerId="ADAL" clId="{C100C759-35D2-4A7E-A874-B1F87BE01B6F}" dt="2023-07-17T06:34:57.608" v="346"/>
          <ac:spMkLst>
            <pc:docMk/>
            <pc:sldMk cId="1171523355" sldId="287"/>
            <ac:spMk id="4" creationId="{75E02AF5-7494-9F43-4146-DAE1608D93AD}"/>
          </ac:spMkLst>
        </pc:spChg>
        <pc:spChg chg="add del mod">
          <ac:chgData name="Soban Najam" userId="59c411b0-ccb7-4330-99a9-29cc04a2c185" providerId="ADAL" clId="{C100C759-35D2-4A7E-A874-B1F87BE01B6F}" dt="2023-07-18T08:41:17.301" v="699"/>
          <ac:spMkLst>
            <pc:docMk/>
            <pc:sldMk cId="1171523355" sldId="287"/>
            <ac:spMk id="4" creationId="{7C294F05-4240-F348-6BFA-B1DE7BB95166}"/>
          </ac:spMkLst>
        </pc:spChg>
        <pc:spChg chg="add del mod">
          <ac:chgData name="Soban Najam" userId="59c411b0-ccb7-4330-99a9-29cc04a2c185" providerId="ADAL" clId="{C100C759-35D2-4A7E-A874-B1F87BE01B6F}" dt="2023-07-18T08:41:17.301" v="699"/>
          <ac:spMkLst>
            <pc:docMk/>
            <pc:sldMk cId="1171523355" sldId="287"/>
            <ac:spMk id="8" creationId="{31D779DE-F619-749D-E870-A441FE37882C}"/>
          </ac:spMkLst>
        </pc:spChg>
        <pc:spChg chg="add del mod">
          <ac:chgData name="Soban Najam" userId="59c411b0-ccb7-4330-99a9-29cc04a2c185" providerId="ADAL" clId="{C100C759-35D2-4A7E-A874-B1F87BE01B6F}" dt="2023-07-14T16:08:18.116" v="315"/>
          <ac:spMkLst>
            <pc:docMk/>
            <pc:sldMk cId="1171523355" sldId="287"/>
            <ac:spMk id="8" creationId="{C1BA984E-1321-9EC6-DBFD-EB51FA9D50CF}"/>
          </ac:spMkLst>
        </pc:spChg>
        <pc:spChg chg="add del mod">
          <ac:chgData name="Soban Najam" userId="59c411b0-ccb7-4330-99a9-29cc04a2c185" providerId="ADAL" clId="{C100C759-35D2-4A7E-A874-B1F87BE01B6F}" dt="2023-07-17T06:34:57.608" v="346"/>
          <ac:spMkLst>
            <pc:docMk/>
            <pc:sldMk cId="1171523355" sldId="287"/>
            <ac:spMk id="8" creationId="{E10EB2C5-CB0C-9E3C-B21F-9FBF0EF65ACF}"/>
          </ac:spMkLst>
        </pc:spChg>
        <pc:spChg chg="mod">
          <ac:chgData name="Soban Najam" userId="59c411b0-ccb7-4330-99a9-29cc04a2c185" providerId="ADAL" clId="{C100C759-35D2-4A7E-A874-B1F87BE01B6F}" dt="2023-07-18T09:24:07.396" v="752" actId="1076"/>
          <ac:spMkLst>
            <pc:docMk/>
            <pc:sldMk cId="1171523355" sldId="287"/>
            <ac:spMk id="9" creationId="{130832F0-F64A-4E00-A34E-2BC7C3576D1F}"/>
          </ac:spMkLst>
        </pc:spChg>
        <pc:spChg chg="add del mod">
          <ac:chgData name="Soban Najam" userId="59c411b0-ccb7-4330-99a9-29cc04a2c185" providerId="ADAL" clId="{C100C759-35D2-4A7E-A874-B1F87BE01B6F}" dt="2023-07-14T16:08:18.116" v="315"/>
          <ac:spMkLst>
            <pc:docMk/>
            <pc:sldMk cId="1171523355" sldId="287"/>
            <ac:spMk id="10" creationId="{26A96E04-7BEB-679C-C98F-67371C1DD0F2}"/>
          </ac:spMkLst>
        </pc:spChg>
        <pc:spChg chg="add del mod">
          <ac:chgData name="Soban Najam" userId="59c411b0-ccb7-4330-99a9-29cc04a2c185" providerId="ADAL" clId="{C100C759-35D2-4A7E-A874-B1F87BE01B6F}" dt="2023-07-18T08:41:17.301" v="699"/>
          <ac:spMkLst>
            <pc:docMk/>
            <pc:sldMk cId="1171523355" sldId="287"/>
            <ac:spMk id="10" creationId="{29B5C1D1-0CCE-B58A-8967-DE6042D904E5}"/>
          </ac:spMkLst>
        </pc:spChg>
        <pc:spChg chg="add del mod">
          <ac:chgData name="Soban Najam" userId="59c411b0-ccb7-4330-99a9-29cc04a2c185" providerId="ADAL" clId="{C100C759-35D2-4A7E-A874-B1F87BE01B6F}" dt="2023-07-17T06:34:57.608" v="346"/>
          <ac:spMkLst>
            <pc:docMk/>
            <pc:sldMk cId="1171523355" sldId="287"/>
            <ac:spMk id="10" creationId="{E0308126-271C-F741-EE27-77D1F5C1ACCD}"/>
          </ac:spMkLst>
        </pc:spChg>
        <pc:spChg chg="add del mod">
          <ac:chgData name="Soban Najam" userId="59c411b0-ccb7-4330-99a9-29cc04a2c185" providerId="ADAL" clId="{C100C759-35D2-4A7E-A874-B1F87BE01B6F}" dt="2023-07-14T16:08:18.116" v="315"/>
          <ac:spMkLst>
            <pc:docMk/>
            <pc:sldMk cId="1171523355" sldId="287"/>
            <ac:spMk id="11" creationId="{24D3D7CC-6060-22F9-5321-34BD82F70D86}"/>
          </ac:spMkLst>
        </pc:spChg>
        <pc:spChg chg="add del mod">
          <ac:chgData name="Soban Najam" userId="59c411b0-ccb7-4330-99a9-29cc04a2c185" providerId="ADAL" clId="{C100C759-35D2-4A7E-A874-B1F87BE01B6F}" dt="2023-07-18T08:41:17.301" v="699"/>
          <ac:spMkLst>
            <pc:docMk/>
            <pc:sldMk cId="1171523355" sldId="287"/>
            <ac:spMk id="11" creationId="{409D043E-0432-8BCC-B7EA-80DA1B1F7696}"/>
          </ac:spMkLst>
        </pc:spChg>
        <pc:spChg chg="add del mod">
          <ac:chgData name="Soban Najam" userId="59c411b0-ccb7-4330-99a9-29cc04a2c185" providerId="ADAL" clId="{C100C759-35D2-4A7E-A874-B1F87BE01B6F}" dt="2023-07-17T06:34:57.608" v="346"/>
          <ac:spMkLst>
            <pc:docMk/>
            <pc:sldMk cId="1171523355" sldId="287"/>
            <ac:spMk id="11" creationId="{A83768F0-D4E0-7577-BB47-E6CAA3C16AA8}"/>
          </ac:spMkLst>
        </pc:spChg>
        <pc:spChg chg="add del mod">
          <ac:chgData name="Soban Najam" userId="59c411b0-ccb7-4330-99a9-29cc04a2c185" providerId="ADAL" clId="{C100C759-35D2-4A7E-A874-B1F87BE01B6F}" dt="2023-07-17T06:34:57.608" v="346"/>
          <ac:spMkLst>
            <pc:docMk/>
            <pc:sldMk cId="1171523355" sldId="287"/>
            <ac:spMk id="14" creationId="{20078A4E-536D-2810-34FF-A66E7836DC17}"/>
          </ac:spMkLst>
        </pc:spChg>
        <pc:spChg chg="add del mod">
          <ac:chgData name="Soban Najam" userId="59c411b0-ccb7-4330-99a9-29cc04a2c185" providerId="ADAL" clId="{C100C759-35D2-4A7E-A874-B1F87BE01B6F}" dt="2023-07-18T08:41:17.301" v="699"/>
          <ac:spMkLst>
            <pc:docMk/>
            <pc:sldMk cId="1171523355" sldId="287"/>
            <ac:spMk id="14" creationId="{2497A922-CD57-F190-C16C-AA5D3430D2A0}"/>
          </ac:spMkLst>
        </pc:spChg>
        <pc:spChg chg="add del mod">
          <ac:chgData name="Soban Najam" userId="59c411b0-ccb7-4330-99a9-29cc04a2c185" providerId="ADAL" clId="{C100C759-35D2-4A7E-A874-B1F87BE01B6F}" dt="2023-07-14T16:08:18.116" v="315"/>
          <ac:spMkLst>
            <pc:docMk/>
            <pc:sldMk cId="1171523355" sldId="287"/>
            <ac:spMk id="14" creationId="{67F16A46-E4AE-9652-D639-A6CBAA5FBA20}"/>
          </ac:spMkLst>
        </pc:spChg>
        <pc:spChg chg="add del mod">
          <ac:chgData name="Soban Najam" userId="59c411b0-ccb7-4330-99a9-29cc04a2c185" providerId="ADAL" clId="{C100C759-35D2-4A7E-A874-B1F87BE01B6F}" dt="2023-07-17T06:34:57.608" v="346"/>
          <ac:spMkLst>
            <pc:docMk/>
            <pc:sldMk cId="1171523355" sldId="287"/>
            <ac:spMk id="15" creationId="{4665BEAB-D3A2-9CB1-BB83-87BAA5BD41FF}"/>
          </ac:spMkLst>
        </pc:spChg>
        <pc:spChg chg="add del mod">
          <ac:chgData name="Soban Najam" userId="59c411b0-ccb7-4330-99a9-29cc04a2c185" providerId="ADAL" clId="{C100C759-35D2-4A7E-A874-B1F87BE01B6F}" dt="2023-07-14T16:08:18.116" v="315"/>
          <ac:spMkLst>
            <pc:docMk/>
            <pc:sldMk cId="1171523355" sldId="287"/>
            <ac:spMk id="15" creationId="{C0106ED2-9E30-EAE6-EB30-7480FAA895A8}"/>
          </ac:spMkLst>
        </pc:spChg>
        <pc:spChg chg="add del mod">
          <ac:chgData name="Soban Najam" userId="59c411b0-ccb7-4330-99a9-29cc04a2c185" providerId="ADAL" clId="{C100C759-35D2-4A7E-A874-B1F87BE01B6F}" dt="2023-07-18T08:41:17.301" v="699"/>
          <ac:spMkLst>
            <pc:docMk/>
            <pc:sldMk cId="1171523355" sldId="287"/>
            <ac:spMk id="15" creationId="{D236D8C8-0203-D297-A149-1E7F19D09086}"/>
          </ac:spMkLst>
        </pc:spChg>
        <pc:spChg chg="add del mod">
          <ac:chgData name="Soban Najam" userId="59c411b0-ccb7-4330-99a9-29cc04a2c185" providerId="ADAL" clId="{C100C759-35D2-4A7E-A874-B1F87BE01B6F}" dt="2023-07-18T08:41:17.301" v="699"/>
          <ac:spMkLst>
            <pc:docMk/>
            <pc:sldMk cId="1171523355" sldId="287"/>
            <ac:spMk id="17" creationId="{3591BF88-40F1-079C-9207-C7FE1CB309F5}"/>
          </ac:spMkLst>
        </pc:spChg>
        <pc:spChg chg="add del mod">
          <ac:chgData name="Soban Najam" userId="59c411b0-ccb7-4330-99a9-29cc04a2c185" providerId="ADAL" clId="{C100C759-35D2-4A7E-A874-B1F87BE01B6F}" dt="2023-07-17T06:34:57.608" v="346"/>
          <ac:spMkLst>
            <pc:docMk/>
            <pc:sldMk cId="1171523355" sldId="287"/>
            <ac:spMk id="17" creationId="{5E3D5C0B-2FE7-B710-78BB-746061B3072B}"/>
          </ac:spMkLst>
        </pc:spChg>
        <pc:spChg chg="add del mod">
          <ac:chgData name="Soban Najam" userId="59c411b0-ccb7-4330-99a9-29cc04a2c185" providerId="ADAL" clId="{C100C759-35D2-4A7E-A874-B1F87BE01B6F}" dt="2023-07-14T16:08:18.116" v="315"/>
          <ac:spMkLst>
            <pc:docMk/>
            <pc:sldMk cId="1171523355" sldId="287"/>
            <ac:spMk id="17" creationId="{8C0719E3-1029-56C7-E1C3-6D32DA0BC0F7}"/>
          </ac:spMkLst>
        </pc:spChg>
        <pc:spChg chg="add del mod">
          <ac:chgData name="Soban Najam" userId="59c411b0-ccb7-4330-99a9-29cc04a2c185" providerId="ADAL" clId="{C100C759-35D2-4A7E-A874-B1F87BE01B6F}" dt="2023-07-17T06:34:57.608" v="346"/>
          <ac:spMkLst>
            <pc:docMk/>
            <pc:sldMk cId="1171523355" sldId="287"/>
            <ac:spMk id="22" creationId="{4FDE9DC8-5BFA-BBA5-74FC-10A8C6331D95}"/>
          </ac:spMkLst>
        </pc:spChg>
        <pc:spChg chg="add del mod">
          <ac:chgData name="Soban Najam" userId="59c411b0-ccb7-4330-99a9-29cc04a2c185" providerId="ADAL" clId="{C100C759-35D2-4A7E-A874-B1F87BE01B6F}" dt="2023-07-14T16:08:18.116" v="315"/>
          <ac:spMkLst>
            <pc:docMk/>
            <pc:sldMk cId="1171523355" sldId="287"/>
            <ac:spMk id="22" creationId="{50D97369-A929-A5BD-5D4C-985D99900473}"/>
          </ac:spMkLst>
        </pc:spChg>
        <pc:spChg chg="add del mod">
          <ac:chgData name="Soban Najam" userId="59c411b0-ccb7-4330-99a9-29cc04a2c185" providerId="ADAL" clId="{C100C759-35D2-4A7E-A874-B1F87BE01B6F}" dt="2023-07-18T08:41:17.301" v="699"/>
          <ac:spMkLst>
            <pc:docMk/>
            <pc:sldMk cId="1171523355" sldId="287"/>
            <ac:spMk id="22" creationId="{D806C581-0BE3-CCD0-1A18-6C18862BBD97}"/>
          </ac:spMkLst>
        </pc:spChg>
        <pc:spChg chg="mod">
          <ac:chgData name="Soban Najam" userId="59c411b0-ccb7-4330-99a9-29cc04a2c185" providerId="ADAL" clId="{C100C759-35D2-4A7E-A874-B1F87BE01B6F}" dt="2023-07-18T09:23:50.129" v="748" actId="1076"/>
          <ac:spMkLst>
            <pc:docMk/>
            <pc:sldMk cId="1171523355" sldId="287"/>
            <ac:spMk id="23" creationId="{91D2F530-83E0-4554-9699-10F320F69F7B}"/>
          </ac:spMkLst>
        </pc:spChg>
        <pc:spChg chg="mod">
          <ac:chgData name="Soban Najam" userId="59c411b0-ccb7-4330-99a9-29cc04a2c185" providerId="ADAL" clId="{C100C759-35D2-4A7E-A874-B1F87BE01B6F}" dt="2023-07-18T09:23:50.129" v="748" actId="1076"/>
          <ac:spMkLst>
            <pc:docMk/>
            <pc:sldMk cId="1171523355" sldId="287"/>
            <ac:spMk id="25" creationId="{B9FED0B3-F4E2-41F7-A5EA-8D4CD53ADABA}"/>
          </ac:spMkLst>
        </pc:spChg>
        <pc:spChg chg="add del mod">
          <ac:chgData name="Soban Najam" userId="59c411b0-ccb7-4330-99a9-29cc04a2c185" providerId="ADAL" clId="{C100C759-35D2-4A7E-A874-B1F87BE01B6F}" dt="2023-07-17T06:34:57.608" v="346"/>
          <ac:spMkLst>
            <pc:docMk/>
            <pc:sldMk cId="1171523355" sldId="287"/>
            <ac:spMk id="26" creationId="{31147B95-9973-EB38-183E-3578B4A0D903}"/>
          </ac:spMkLst>
        </pc:spChg>
        <pc:spChg chg="add del mod">
          <ac:chgData name="Soban Najam" userId="59c411b0-ccb7-4330-99a9-29cc04a2c185" providerId="ADAL" clId="{C100C759-35D2-4A7E-A874-B1F87BE01B6F}" dt="2023-07-18T08:41:17.301" v="699"/>
          <ac:spMkLst>
            <pc:docMk/>
            <pc:sldMk cId="1171523355" sldId="287"/>
            <ac:spMk id="26" creationId="{852CF113-F357-DE18-A9A8-7FC93E3BF294}"/>
          </ac:spMkLst>
        </pc:spChg>
        <pc:spChg chg="add del mod">
          <ac:chgData name="Soban Najam" userId="59c411b0-ccb7-4330-99a9-29cc04a2c185" providerId="ADAL" clId="{C100C759-35D2-4A7E-A874-B1F87BE01B6F}" dt="2023-07-14T16:08:18.116" v="315"/>
          <ac:spMkLst>
            <pc:docMk/>
            <pc:sldMk cId="1171523355" sldId="287"/>
            <ac:spMk id="26" creationId="{F1CD9F37-F8D0-686D-723B-615797FCEA50}"/>
          </ac:spMkLst>
        </pc:spChg>
        <pc:spChg chg="add del mod">
          <ac:chgData name="Soban Najam" userId="59c411b0-ccb7-4330-99a9-29cc04a2c185" providerId="ADAL" clId="{C100C759-35D2-4A7E-A874-B1F87BE01B6F}" dt="2023-07-17T06:34:57.608" v="346"/>
          <ac:spMkLst>
            <pc:docMk/>
            <pc:sldMk cId="1171523355" sldId="287"/>
            <ac:spMk id="27" creationId="{24FF4ECB-972B-704D-CEFA-E89E4B49CFD1}"/>
          </ac:spMkLst>
        </pc:spChg>
        <pc:spChg chg="add del mod">
          <ac:chgData name="Soban Najam" userId="59c411b0-ccb7-4330-99a9-29cc04a2c185" providerId="ADAL" clId="{C100C759-35D2-4A7E-A874-B1F87BE01B6F}" dt="2023-07-18T08:41:17.301" v="699"/>
          <ac:spMkLst>
            <pc:docMk/>
            <pc:sldMk cId="1171523355" sldId="287"/>
            <ac:spMk id="27" creationId="{2D294604-4C3B-E56E-107B-BA01AC6B93A2}"/>
          </ac:spMkLst>
        </pc:spChg>
        <pc:spChg chg="add del mod">
          <ac:chgData name="Soban Najam" userId="59c411b0-ccb7-4330-99a9-29cc04a2c185" providerId="ADAL" clId="{C100C759-35D2-4A7E-A874-B1F87BE01B6F}" dt="2023-07-14T16:08:18.116" v="315"/>
          <ac:spMkLst>
            <pc:docMk/>
            <pc:sldMk cId="1171523355" sldId="287"/>
            <ac:spMk id="27" creationId="{64695AC2-CF36-D607-C5B2-46206C9BDFEB}"/>
          </ac:spMkLst>
        </pc:spChg>
        <pc:spChg chg="add del mod">
          <ac:chgData name="Soban Najam" userId="59c411b0-ccb7-4330-99a9-29cc04a2c185" providerId="ADAL" clId="{C100C759-35D2-4A7E-A874-B1F87BE01B6F}" dt="2023-07-14T16:08:18.116" v="315"/>
          <ac:spMkLst>
            <pc:docMk/>
            <pc:sldMk cId="1171523355" sldId="287"/>
            <ac:spMk id="31" creationId="{25626F7A-1F42-4688-CE04-68E0D23B95B9}"/>
          </ac:spMkLst>
        </pc:spChg>
        <pc:spChg chg="add del mod">
          <ac:chgData name="Soban Najam" userId="59c411b0-ccb7-4330-99a9-29cc04a2c185" providerId="ADAL" clId="{C100C759-35D2-4A7E-A874-B1F87BE01B6F}" dt="2023-07-17T06:34:57.608" v="346"/>
          <ac:spMkLst>
            <pc:docMk/>
            <pc:sldMk cId="1171523355" sldId="287"/>
            <ac:spMk id="31" creationId="{2B4E297F-E9EC-C838-5739-5BE2870D87C2}"/>
          </ac:spMkLst>
        </pc:spChg>
        <pc:spChg chg="add del mod">
          <ac:chgData name="Soban Najam" userId="59c411b0-ccb7-4330-99a9-29cc04a2c185" providerId="ADAL" clId="{C100C759-35D2-4A7E-A874-B1F87BE01B6F}" dt="2023-07-18T08:41:17.301" v="699"/>
          <ac:spMkLst>
            <pc:docMk/>
            <pc:sldMk cId="1171523355" sldId="287"/>
            <ac:spMk id="31" creationId="{73EF3105-1B8A-20A7-6098-BFA815A6A377}"/>
          </ac:spMkLst>
        </pc:spChg>
        <pc:spChg chg="mod">
          <ac:chgData name="Soban Najam" userId="59c411b0-ccb7-4330-99a9-29cc04a2c185" providerId="ADAL" clId="{C100C759-35D2-4A7E-A874-B1F87BE01B6F}" dt="2023-07-18T09:24:26.134" v="754" actId="1076"/>
          <ac:spMkLst>
            <pc:docMk/>
            <pc:sldMk cId="1171523355" sldId="287"/>
            <ac:spMk id="32" creationId="{4C9586ED-93CF-4756-A262-730AC181283C}"/>
          </ac:spMkLst>
        </pc:spChg>
        <pc:spChg chg="add del mod">
          <ac:chgData name="Soban Najam" userId="59c411b0-ccb7-4330-99a9-29cc04a2c185" providerId="ADAL" clId="{C100C759-35D2-4A7E-A874-B1F87BE01B6F}" dt="2023-07-17T06:34:57.608" v="346"/>
          <ac:spMkLst>
            <pc:docMk/>
            <pc:sldMk cId="1171523355" sldId="287"/>
            <ac:spMk id="34" creationId="{79E9189C-7C19-D872-2F4C-71CFC590BA36}"/>
          </ac:spMkLst>
        </pc:spChg>
        <pc:spChg chg="add del mod">
          <ac:chgData name="Soban Najam" userId="59c411b0-ccb7-4330-99a9-29cc04a2c185" providerId="ADAL" clId="{C100C759-35D2-4A7E-A874-B1F87BE01B6F}" dt="2023-07-18T08:41:17.301" v="699"/>
          <ac:spMkLst>
            <pc:docMk/>
            <pc:sldMk cId="1171523355" sldId="287"/>
            <ac:spMk id="34" creationId="{E3EE06E7-519D-7CC9-A7B5-B0FD841A7B96}"/>
          </ac:spMkLst>
        </pc:spChg>
        <pc:spChg chg="add del mod">
          <ac:chgData name="Soban Najam" userId="59c411b0-ccb7-4330-99a9-29cc04a2c185" providerId="ADAL" clId="{C100C759-35D2-4A7E-A874-B1F87BE01B6F}" dt="2023-07-14T16:08:18.116" v="315"/>
          <ac:spMkLst>
            <pc:docMk/>
            <pc:sldMk cId="1171523355" sldId="287"/>
            <ac:spMk id="34" creationId="{FE8E2E0E-DA74-4039-59D0-7C858A3ED765}"/>
          </ac:spMkLst>
        </pc:spChg>
        <pc:spChg chg="add del mod">
          <ac:chgData name="Soban Najam" userId="59c411b0-ccb7-4330-99a9-29cc04a2c185" providerId="ADAL" clId="{C100C759-35D2-4A7E-A874-B1F87BE01B6F}" dt="2023-07-18T08:41:17.301" v="699"/>
          <ac:spMkLst>
            <pc:docMk/>
            <pc:sldMk cId="1171523355" sldId="287"/>
            <ac:spMk id="35" creationId="{427A1802-DC24-5723-3D4D-8A641CBDA5F5}"/>
          </ac:spMkLst>
        </pc:spChg>
        <pc:spChg chg="add del mod">
          <ac:chgData name="Soban Najam" userId="59c411b0-ccb7-4330-99a9-29cc04a2c185" providerId="ADAL" clId="{C100C759-35D2-4A7E-A874-B1F87BE01B6F}" dt="2023-07-14T16:08:18.116" v="315"/>
          <ac:spMkLst>
            <pc:docMk/>
            <pc:sldMk cId="1171523355" sldId="287"/>
            <ac:spMk id="35" creationId="{9249BDAF-EE3C-BE5A-9EB3-BD88046E8016}"/>
          </ac:spMkLst>
        </pc:spChg>
        <pc:spChg chg="add del mod">
          <ac:chgData name="Soban Najam" userId="59c411b0-ccb7-4330-99a9-29cc04a2c185" providerId="ADAL" clId="{C100C759-35D2-4A7E-A874-B1F87BE01B6F}" dt="2023-07-17T06:34:57.608" v="346"/>
          <ac:spMkLst>
            <pc:docMk/>
            <pc:sldMk cId="1171523355" sldId="287"/>
            <ac:spMk id="35" creationId="{E24D472B-A3FF-EBAA-400C-826D3813551A}"/>
          </ac:spMkLst>
        </pc:spChg>
        <pc:spChg chg="add del mod">
          <ac:chgData name="Soban Najam" userId="59c411b0-ccb7-4330-99a9-29cc04a2c185" providerId="ADAL" clId="{C100C759-35D2-4A7E-A874-B1F87BE01B6F}" dt="2023-07-14T16:08:18.116" v="315"/>
          <ac:spMkLst>
            <pc:docMk/>
            <pc:sldMk cId="1171523355" sldId="287"/>
            <ac:spMk id="39" creationId="{07EB426B-613E-A1FC-1FC3-0F0E482E314B}"/>
          </ac:spMkLst>
        </pc:spChg>
        <pc:spChg chg="add del mod">
          <ac:chgData name="Soban Najam" userId="59c411b0-ccb7-4330-99a9-29cc04a2c185" providerId="ADAL" clId="{C100C759-35D2-4A7E-A874-B1F87BE01B6F}" dt="2023-07-17T06:34:57.608" v="346"/>
          <ac:spMkLst>
            <pc:docMk/>
            <pc:sldMk cId="1171523355" sldId="287"/>
            <ac:spMk id="39" creationId="{82C56347-BACA-4386-2897-C6B25ABFF678}"/>
          </ac:spMkLst>
        </pc:spChg>
        <pc:spChg chg="add del mod">
          <ac:chgData name="Soban Najam" userId="59c411b0-ccb7-4330-99a9-29cc04a2c185" providerId="ADAL" clId="{C100C759-35D2-4A7E-A874-B1F87BE01B6F}" dt="2023-07-18T08:41:17.301" v="699"/>
          <ac:spMkLst>
            <pc:docMk/>
            <pc:sldMk cId="1171523355" sldId="287"/>
            <ac:spMk id="39" creationId="{9615CAFA-01FD-EC98-28E3-21AB71E10A47}"/>
          </ac:spMkLst>
        </pc:spChg>
        <pc:spChg chg="add del mod">
          <ac:chgData name="Soban Najam" userId="59c411b0-ccb7-4330-99a9-29cc04a2c185" providerId="ADAL" clId="{C100C759-35D2-4A7E-A874-B1F87BE01B6F}" dt="2023-07-18T08:41:17.301" v="699"/>
          <ac:spMkLst>
            <pc:docMk/>
            <pc:sldMk cId="1171523355" sldId="287"/>
            <ac:spMk id="40" creationId="{5C746348-0299-BE1F-5CD9-5D7BE1AD5B36}"/>
          </ac:spMkLst>
        </pc:spChg>
        <pc:spChg chg="add del mod">
          <ac:chgData name="Soban Najam" userId="59c411b0-ccb7-4330-99a9-29cc04a2c185" providerId="ADAL" clId="{C100C759-35D2-4A7E-A874-B1F87BE01B6F}" dt="2023-07-14T16:08:18.116" v="315"/>
          <ac:spMkLst>
            <pc:docMk/>
            <pc:sldMk cId="1171523355" sldId="287"/>
            <ac:spMk id="40" creationId="{6FAF010C-1383-C108-0F8D-09FDAC4FFAF6}"/>
          </ac:spMkLst>
        </pc:spChg>
        <pc:spChg chg="add del mod">
          <ac:chgData name="Soban Najam" userId="59c411b0-ccb7-4330-99a9-29cc04a2c185" providerId="ADAL" clId="{C100C759-35D2-4A7E-A874-B1F87BE01B6F}" dt="2023-07-17T06:34:57.608" v="346"/>
          <ac:spMkLst>
            <pc:docMk/>
            <pc:sldMk cId="1171523355" sldId="287"/>
            <ac:spMk id="40" creationId="{CBEA7B97-9E8F-25FF-56C1-D6A2FB405535}"/>
          </ac:spMkLst>
        </pc:spChg>
        <pc:spChg chg="mod">
          <ac:chgData name="Soban Najam" userId="59c411b0-ccb7-4330-99a9-29cc04a2c185" providerId="ADAL" clId="{C100C759-35D2-4A7E-A874-B1F87BE01B6F}" dt="2023-07-18T09:23:50.129" v="748" actId="1076"/>
          <ac:spMkLst>
            <pc:docMk/>
            <pc:sldMk cId="1171523355" sldId="287"/>
            <ac:spMk id="42" creationId="{135AAEBF-0A50-4D8B-9188-A1D2F0D26079}"/>
          </ac:spMkLst>
        </pc:spChg>
        <pc:spChg chg="mod">
          <ac:chgData name="Soban Najam" userId="59c411b0-ccb7-4330-99a9-29cc04a2c185" providerId="ADAL" clId="{C100C759-35D2-4A7E-A874-B1F87BE01B6F}" dt="2023-07-18T09:20:54.400" v="718" actId="20577"/>
          <ac:spMkLst>
            <pc:docMk/>
            <pc:sldMk cId="1171523355" sldId="287"/>
            <ac:spMk id="44" creationId="{883A7ED9-1578-4820-A683-422F9061F054}"/>
          </ac:spMkLst>
        </pc:spChg>
        <pc:spChg chg="add del mod">
          <ac:chgData name="Soban Najam" userId="59c411b0-ccb7-4330-99a9-29cc04a2c185" providerId="ADAL" clId="{C100C759-35D2-4A7E-A874-B1F87BE01B6F}" dt="2023-07-17T06:34:57.608" v="346"/>
          <ac:spMkLst>
            <pc:docMk/>
            <pc:sldMk cId="1171523355" sldId="287"/>
            <ac:spMk id="47" creationId="{520305DB-02C9-6B25-B537-C111D74B5065}"/>
          </ac:spMkLst>
        </pc:spChg>
        <pc:spChg chg="add del mod">
          <ac:chgData name="Soban Najam" userId="59c411b0-ccb7-4330-99a9-29cc04a2c185" providerId="ADAL" clId="{C100C759-35D2-4A7E-A874-B1F87BE01B6F}" dt="2023-07-14T16:08:18.116" v="315"/>
          <ac:spMkLst>
            <pc:docMk/>
            <pc:sldMk cId="1171523355" sldId="287"/>
            <ac:spMk id="47" creationId="{762130A5-02C3-6E66-4BE6-CC3271DDE797}"/>
          </ac:spMkLst>
        </pc:spChg>
        <pc:spChg chg="add del mod">
          <ac:chgData name="Soban Najam" userId="59c411b0-ccb7-4330-99a9-29cc04a2c185" providerId="ADAL" clId="{C100C759-35D2-4A7E-A874-B1F87BE01B6F}" dt="2023-07-18T08:41:17.301" v="699"/>
          <ac:spMkLst>
            <pc:docMk/>
            <pc:sldMk cId="1171523355" sldId="287"/>
            <ac:spMk id="47" creationId="{FCE74F0B-A69E-31D3-18B4-BDA3EB363B8F}"/>
          </ac:spMkLst>
        </pc:spChg>
        <pc:spChg chg="add del mod">
          <ac:chgData name="Soban Najam" userId="59c411b0-ccb7-4330-99a9-29cc04a2c185" providerId="ADAL" clId="{C100C759-35D2-4A7E-A874-B1F87BE01B6F}" dt="2023-07-18T08:44:47.088" v="703"/>
          <ac:spMkLst>
            <pc:docMk/>
            <pc:sldMk cId="1171523355" sldId="287"/>
            <ac:spMk id="49" creationId="{5CCD1D32-16C8-3A56-6A10-5F33A9B66767}"/>
          </ac:spMkLst>
        </pc:spChg>
        <pc:spChg chg="add del mod">
          <ac:chgData name="Soban Najam" userId="59c411b0-ccb7-4330-99a9-29cc04a2c185" providerId="ADAL" clId="{C100C759-35D2-4A7E-A874-B1F87BE01B6F}" dt="2023-07-18T08:44:47.088" v="703"/>
          <ac:spMkLst>
            <pc:docMk/>
            <pc:sldMk cId="1171523355" sldId="287"/>
            <ac:spMk id="50" creationId="{05242789-A943-FF9F-90EE-9DA7097BA55C}"/>
          </ac:spMkLst>
        </pc:spChg>
        <pc:spChg chg="add del mod">
          <ac:chgData name="Soban Najam" userId="59c411b0-ccb7-4330-99a9-29cc04a2c185" providerId="ADAL" clId="{C100C759-35D2-4A7E-A874-B1F87BE01B6F}" dt="2023-07-18T08:44:47.088" v="703"/>
          <ac:spMkLst>
            <pc:docMk/>
            <pc:sldMk cId="1171523355" sldId="287"/>
            <ac:spMk id="52" creationId="{CCA7DBF2-7A22-DB4F-F98D-8672369992DB}"/>
          </ac:spMkLst>
        </pc:spChg>
        <pc:spChg chg="add del mod">
          <ac:chgData name="Soban Najam" userId="59c411b0-ccb7-4330-99a9-29cc04a2c185" providerId="ADAL" clId="{C100C759-35D2-4A7E-A874-B1F87BE01B6F}" dt="2023-07-18T08:44:47.088" v="703"/>
          <ac:spMkLst>
            <pc:docMk/>
            <pc:sldMk cId="1171523355" sldId="287"/>
            <ac:spMk id="53" creationId="{8F10BC22-8E84-2F33-E851-BB271B7C221E}"/>
          </ac:spMkLst>
        </pc:spChg>
        <pc:spChg chg="mod">
          <ac:chgData name="Soban Najam" userId="59c411b0-ccb7-4330-99a9-29cc04a2c185" providerId="ADAL" clId="{C100C759-35D2-4A7E-A874-B1F87BE01B6F}" dt="2023-07-18T09:20:57.583" v="719" actId="20577"/>
          <ac:spMkLst>
            <pc:docMk/>
            <pc:sldMk cId="1171523355" sldId="287"/>
            <ac:spMk id="55" creationId="{65D87265-90EF-4726-A82A-F83CA27221BF}"/>
          </ac:spMkLst>
        </pc:spChg>
        <pc:spChg chg="mod">
          <ac:chgData name="Soban Najam" userId="59c411b0-ccb7-4330-99a9-29cc04a2c185" providerId="ADAL" clId="{C100C759-35D2-4A7E-A874-B1F87BE01B6F}" dt="2023-07-18T09:23:50.129" v="748" actId="1076"/>
          <ac:spMkLst>
            <pc:docMk/>
            <pc:sldMk cId="1171523355" sldId="287"/>
            <ac:spMk id="56" creationId="{FBC008B8-C973-4684-AF79-0B694A5D83E7}"/>
          </ac:spMkLst>
        </pc:spChg>
        <pc:spChg chg="add del mod">
          <ac:chgData name="Soban Najam" userId="59c411b0-ccb7-4330-99a9-29cc04a2c185" providerId="ADAL" clId="{C100C759-35D2-4A7E-A874-B1F87BE01B6F}" dt="2023-07-18T08:44:47.088" v="703"/>
          <ac:spMkLst>
            <pc:docMk/>
            <pc:sldMk cId="1171523355" sldId="287"/>
            <ac:spMk id="57" creationId="{67A574E1-F107-E3FC-04F5-A70DABF26045}"/>
          </ac:spMkLst>
        </pc:spChg>
        <pc:spChg chg="add del mod">
          <ac:chgData name="Soban Najam" userId="59c411b0-ccb7-4330-99a9-29cc04a2c185" providerId="ADAL" clId="{C100C759-35D2-4A7E-A874-B1F87BE01B6F}" dt="2023-07-18T08:44:47.088" v="703"/>
          <ac:spMkLst>
            <pc:docMk/>
            <pc:sldMk cId="1171523355" sldId="287"/>
            <ac:spMk id="60" creationId="{8133882C-129D-4C53-89B6-E03264BE6BD5}"/>
          </ac:spMkLst>
        </pc:spChg>
        <pc:spChg chg="add del mod">
          <ac:chgData name="Soban Najam" userId="59c411b0-ccb7-4330-99a9-29cc04a2c185" providerId="ADAL" clId="{C100C759-35D2-4A7E-A874-B1F87BE01B6F}" dt="2023-07-18T08:44:47.088" v="703"/>
          <ac:spMkLst>
            <pc:docMk/>
            <pc:sldMk cId="1171523355" sldId="287"/>
            <ac:spMk id="61" creationId="{1AB51F04-E73A-A895-E870-B946DD08DDB5}"/>
          </ac:spMkLst>
        </pc:spChg>
        <pc:spChg chg="mod">
          <ac:chgData name="Soban Najam" userId="59c411b0-ccb7-4330-99a9-29cc04a2c185" providerId="ADAL" clId="{C100C759-35D2-4A7E-A874-B1F87BE01B6F}" dt="2023-07-18T09:21:02.877" v="722" actId="20577"/>
          <ac:spMkLst>
            <pc:docMk/>
            <pc:sldMk cId="1171523355" sldId="287"/>
            <ac:spMk id="63" creationId="{63CBA9EE-64B4-4B74-AB86-F330FE18B454}"/>
          </ac:spMkLst>
        </pc:spChg>
        <pc:spChg chg="add del mod">
          <ac:chgData name="Soban Najam" userId="59c411b0-ccb7-4330-99a9-29cc04a2c185" providerId="ADAL" clId="{C100C759-35D2-4A7E-A874-B1F87BE01B6F}" dt="2023-07-18T08:44:47.088" v="703"/>
          <ac:spMkLst>
            <pc:docMk/>
            <pc:sldMk cId="1171523355" sldId="287"/>
            <ac:spMk id="64" creationId="{8EBAF9C4-262C-1CF0-D8B6-18FE4D0144FF}"/>
          </ac:spMkLst>
        </pc:spChg>
        <pc:spChg chg="mod">
          <ac:chgData name="Soban Najam" userId="59c411b0-ccb7-4330-99a9-29cc04a2c185" providerId="ADAL" clId="{C100C759-35D2-4A7E-A874-B1F87BE01B6F}" dt="2023-07-18T09:21:05.874" v="723" actId="20577"/>
          <ac:spMkLst>
            <pc:docMk/>
            <pc:sldMk cId="1171523355" sldId="287"/>
            <ac:spMk id="66" creationId="{D834D3DB-6304-4534-AD9E-90BFDBCE4EE6}"/>
          </ac:spMkLst>
        </pc:spChg>
        <pc:spChg chg="add del mod">
          <ac:chgData name="Soban Najam" userId="59c411b0-ccb7-4330-99a9-29cc04a2c185" providerId="ADAL" clId="{C100C759-35D2-4A7E-A874-B1F87BE01B6F}" dt="2023-07-18T08:44:47.088" v="703"/>
          <ac:spMkLst>
            <pc:docMk/>
            <pc:sldMk cId="1171523355" sldId="287"/>
            <ac:spMk id="67" creationId="{F74955A5-AA5D-A40B-CFD4-E9294307553B}"/>
          </ac:spMkLst>
        </pc:spChg>
        <pc:spChg chg="add del mod">
          <ac:chgData name="Soban Najam" userId="59c411b0-ccb7-4330-99a9-29cc04a2c185" providerId="ADAL" clId="{C100C759-35D2-4A7E-A874-B1F87BE01B6F}" dt="2023-07-18T08:44:47.088" v="703"/>
          <ac:spMkLst>
            <pc:docMk/>
            <pc:sldMk cId="1171523355" sldId="287"/>
            <ac:spMk id="71" creationId="{BFE12F2B-3B2F-B609-8B99-D2816C5E59BE}"/>
          </ac:spMkLst>
        </pc:spChg>
        <pc:spChg chg="add del mod">
          <ac:chgData name="Soban Najam" userId="59c411b0-ccb7-4330-99a9-29cc04a2c185" providerId="ADAL" clId="{C100C759-35D2-4A7E-A874-B1F87BE01B6F}" dt="2023-07-18T08:44:47.088" v="703"/>
          <ac:spMkLst>
            <pc:docMk/>
            <pc:sldMk cId="1171523355" sldId="287"/>
            <ac:spMk id="72" creationId="{F5D9ECF5-D740-F9E2-5E08-9DE24E183175}"/>
          </ac:spMkLst>
        </pc:spChg>
        <pc:spChg chg="add del mod">
          <ac:chgData name="Soban Najam" userId="59c411b0-ccb7-4330-99a9-29cc04a2c185" providerId="ADAL" clId="{C100C759-35D2-4A7E-A874-B1F87BE01B6F}" dt="2023-07-18T08:44:47.088" v="703"/>
          <ac:spMkLst>
            <pc:docMk/>
            <pc:sldMk cId="1171523355" sldId="287"/>
            <ac:spMk id="77" creationId="{A7634527-28D3-B582-629A-EC79752B79E1}"/>
          </ac:spMkLst>
        </pc:spChg>
        <pc:spChg chg="add del mod">
          <ac:chgData name="Soban Najam" userId="59c411b0-ccb7-4330-99a9-29cc04a2c185" providerId="ADAL" clId="{C100C759-35D2-4A7E-A874-B1F87BE01B6F}" dt="2023-07-18T08:44:47.088" v="703"/>
          <ac:spMkLst>
            <pc:docMk/>
            <pc:sldMk cId="1171523355" sldId="287"/>
            <ac:spMk id="78" creationId="{EAFB5646-DCB3-32D0-97B7-0721B37410B7}"/>
          </ac:spMkLst>
        </pc:spChg>
        <pc:spChg chg="add del mod">
          <ac:chgData name="Soban Najam" userId="59c411b0-ccb7-4330-99a9-29cc04a2c185" providerId="ADAL" clId="{C100C759-35D2-4A7E-A874-B1F87BE01B6F}" dt="2023-07-18T08:44:47.088" v="703"/>
          <ac:spMkLst>
            <pc:docMk/>
            <pc:sldMk cId="1171523355" sldId="287"/>
            <ac:spMk id="79" creationId="{57BD820F-724F-96FB-55EE-1FF41B1F17B6}"/>
          </ac:spMkLst>
        </pc:spChg>
        <pc:spChg chg="add del mod">
          <ac:chgData name="Soban Najam" userId="59c411b0-ccb7-4330-99a9-29cc04a2c185" providerId="ADAL" clId="{C100C759-35D2-4A7E-A874-B1F87BE01B6F}" dt="2023-07-18T08:44:47.088" v="703"/>
          <ac:spMkLst>
            <pc:docMk/>
            <pc:sldMk cId="1171523355" sldId="287"/>
            <ac:spMk id="81" creationId="{6F7DDC49-6A47-F887-605E-67AFD6043DA2}"/>
          </ac:spMkLst>
        </pc:spChg>
        <pc:spChg chg="add del mod">
          <ac:chgData name="Soban Najam" userId="59c411b0-ccb7-4330-99a9-29cc04a2c185" providerId="ADAL" clId="{C100C759-35D2-4A7E-A874-B1F87BE01B6F}" dt="2023-07-18T08:44:47.088" v="703"/>
          <ac:spMkLst>
            <pc:docMk/>
            <pc:sldMk cId="1171523355" sldId="287"/>
            <ac:spMk id="82" creationId="{CD903CF7-5F37-7151-399D-75E4C505D4D6}"/>
          </ac:spMkLst>
        </pc:spChg>
        <pc:spChg chg="add del mod">
          <ac:chgData name="Soban Najam" userId="59c411b0-ccb7-4330-99a9-29cc04a2c185" providerId="ADAL" clId="{C100C759-35D2-4A7E-A874-B1F87BE01B6F}" dt="2023-07-18T08:44:47.088" v="703"/>
          <ac:spMkLst>
            <pc:docMk/>
            <pc:sldMk cId="1171523355" sldId="287"/>
            <ac:spMk id="86" creationId="{718F1EA8-1D24-3ABD-DE67-4089B430C684}"/>
          </ac:spMkLst>
        </pc:spChg>
        <pc:spChg chg="add del mod">
          <ac:chgData name="Soban Najam" userId="59c411b0-ccb7-4330-99a9-29cc04a2c185" providerId="ADAL" clId="{C100C759-35D2-4A7E-A874-B1F87BE01B6F}" dt="2023-07-18T08:51:03.249" v="712"/>
          <ac:spMkLst>
            <pc:docMk/>
            <pc:sldMk cId="1171523355" sldId="287"/>
            <ac:spMk id="88" creationId="{54FF8E7D-8E40-928C-CCAC-46957F28AFD7}"/>
          </ac:spMkLst>
        </pc:spChg>
        <pc:spChg chg="add del mod">
          <ac:chgData name="Soban Najam" userId="59c411b0-ccb7-4330-99a9-29cc04a2c185" providerId="ADAL" clId="{C100C759-35D2-4A7E-A874-B1F87BE01B6F}" dt="2023-07-18T08:51:03.249" v="712"/>
          <ac:spMkLst>
            <pc:docMk/>
            <pc:sldMk cId="1171523355" sldId="287"/>
            <ac:spMk id="89" creationId="{12B0F31E-A51C-624C-D1D9-FEBD78C99AC6}"/>
          </ac:spMkLst>
        </pc:spChg>
        <pc:spChg chg="add del mod">
          <ac:chgData name="Soban Najam" userId="59c411b0-ccb7-4330-99a9-29cc04a2c185" providerId="ADAL" clId="{C100C759-35D2-4A7E-A874-B1F87BE01B6F}" dt="2023-07-18T08:51:03.249" v="712"/>
          <ac:spMkLst>
            <pc:docMk/>
            <pc:sldMk cId="1171523355" sldId="287"/>
            <ac:spMk id="90" creationId="{71B3BEB8-12FB-F52A-370A-0D8D1970BCD0}"/>
          </ac:spMkLst>
        </pc:spChg>
        <pc:spChg chg="add del mod">
          <ac:chgData name="Soban Najam" userId="59c411b0-ccb7-4330-99a9-29cc04a2c185" providerId="ADAL" clId="{C100C759-35D2-4A7E-A874-B1F87BE01B6F}" dt="2023-07-18T08:51:03.249" v="712"/>
          <ac:spMkLst>
            <pc:docMk/>
            <pc:sldMk cId="1171523355" sldId="287"/>
            <ac:spMk id="91" creationId="{037376DB-0C3A-2591-A8A2-AD688E7ECF0F}"/>
          </ac:spMkLst>
        </pc:spChg>
        <pc:spChg chg="add del mod">
          <ac:chgData name="Soban Najam" userId="59c411b0-ccb7-4330-99a9-29cc04a2c185" providerId="ADAL" clId="{C100C759-35D2-4A7E-A874-B1F87BE01B6F}" dt="2023-07-18T08:51:03.249" v="712"/>
          <ac:spMkLst>
            <pc:docMk/>
            <pc:sldMk cId="1171523355" sldId="287"/>
            <ac:spMk id="92" creationId="{0A29E8C4-B967-A681-7E58-52229C57F62B}"/>
          </ac:spMkLst>
        </pc:spChg>
        <pc:spChg chg="add del mod">
          <ac:chgData name="Soban Najam" userId="59c411b0-ccb7-4330-99a9-29cc04a2c185" providerId="ADAL" clId="{C100C759-35D2-4A7E-A874-B1F87BE01B6F}" dt="2023-07-18T08:51:03.249" v="712"/>
          <ac:spMkLst>
            <pc:docMk/>
            <pc:sldMk cId="1171523355" sldId="287"/>
            <ac:spMk id="94" creationId="{E78C2D41-6DFE-6276-E8C3-1CBD5BE7B2B2}"/>
          </ac:spMkLst>
        </pc:spChg>
        <pc:spChg chg="add del mod">
          <ac:chgData name="Soban Najam" userId="59c411b0-ccb7-4330-99a9-29cc04a2c185" providerId="ADAL" clId="{C100C759-35D2-4A7E-A874-B1F87BE01B6F}" dt="2023-07-18T08:51:03.249" v="712"/>
          <ac:spMkLst>
            <pc:docMk/>
            <pc:sldMk cId="1171523355" sldId="287"/>
            <ac:spMk id="95" creationId="{294B92ED-CB14-9F5C-04CC-BC5503A9823C}"/>
          </ac:spMkLst>
        </pc:spChg>
        <pc:spChg chg="add del mod">
          <ac:chgData name="Soban Najam" userId="59c411b0-ccb7-4330-99a9-29cc04a2c185" providerId="ADAL" clId="{C100C759-35D2-4A7E-A874-B1F87BE01B6F}" dt="2023-07-18T08:51:03.249" v="712"/>
          <ac:spMkLst>
            <pc:docMk/>
            <pc:sldMk cId="1171523355" sldId="287"/>
            <ac:spMk id="97" creationId="{D2374C1B-E0B4-6FE7-C20D-4B781B4B886E}"/>
          </ac:spMkLst>
        </pc:spChg>
        <pc:spChg chg="add del mod">
          <ac:chgData name="Soban Najam" userId="59c411b0-ccb7-4330-99a9-29cc04a2c185" providerId="ADAL" clId="{C100C759-35D2-4A7E-A874-B1F87BE01B6F}" dt="2023-07-18T08:51:03.249" v="712"/>
          <ac:spMkLst>
            <pc:docMk/>
            <pc:sldMk cId="1171523355" sldId="287"/>
            <ac:spMk id="99" creationId="{BBA92EB6-9A8F-E648-313C-CD8201C17A5C}"/>
          </ac:spMkLst>
        </pc:spChg>
        <pc:spChg chg="add del mod">
          <ac:chgData name="Soban Najam" userId="59c411b0-ccb7-4330-99a9-29cc04a2c185" providerId="ADAL" clId="{C100C759-35D2-4A7E-A874-B1F87BE01B6F}" dt="2023-07-18T08:51:03.249" v="712"/>
          <ac:spMkLst>
            <pc:docMk/>
            <pc:sldMk cId="1171523355" sldId="287"/>
            <ac:spMk id="101" creationId="{B9E28983-1D23-C58E-E212-246DF9BD7725}"/>
          </ac:spMkLst>
        </pc:spChg>
        <pc:spChg chg="add del mod">
          <ac:chgData name="Soban Najam" userId="59c411b0-ccb7-4330-99a9-29cc04a2c185" providerId="ADAL" clId="{C100C759-35D2-4A7E-A874-B1F87BE01B6F}" dt="2023-07-18T08:51:03.249" v="712"/>
          <ac:spMkLst>
            <pc:docMk/>
            <pc:sldMk cId="1171523355" sldId="287"/>
            <ac:spMk id="102" creationId="{E3F307B6-45B2-0669-D96A-F11E9DD81AC4}"/>
          </ac:spMkLst>
        </pc:spChg>
        <pc:spChg chg="add del mod">
          <ac:chgData name="Soban Najam" userId="59c411b0-ccb7-4330-99a9-29cc04a2c185" providerId="ADAL" clId="{C100C759-35D2-4A7E-A874-B1F87BE01B6F}" dt="2023-07-18T08:51:03.249" v="712"/>
          <ac:spMkLst>
            <pc:docMk/>
            <pc:sldMk cId="1171523355" sldId="287"/>
            <ac:spMk id="105" creationId="{61BA6BDB-33B9-58C9-D52B-DB84F87CC063}"/>
          </ac:spMkLst>
        </pc:spChg>
        <pc:spChg chg="add del mod">
          <ac:chgData name="Soban Najam" userId="59c411b0-ccb7-4330-99a9-29cc04a2c185" providerId="ADAL" clId="{C100C759-35D2-4A7E-A874-B1F87BE01B6F}" dt="2023-07-18T08:51:03.249" v="712"/>
          <ac:spMkLst>
            <pc:docMk/>
            <pc:sldMk cId="1171523355" sldId="287"/>
            <ac:spMk id="106" creationId="{3F6E0A00-555C-75F2-62ED-506C9AFC302F}"/>
          </ac:spMkLst>
        </pc:spChg>
        <pc:spChg chg="add del mod">
          <ac:chgData name="Soban Najam" userId="59c411b0-ccb7-4330-99a9-29cc04a2c185" providerId="ADAL" clId="{C100C759-35D2-4A7E-A874-B1F87BE01B6F}" dt="2023-07-18T08:51:03.249" v="712"/>
          <ac:spMkLst>
            <pc:docMk/>
            <pc:sldMk cId="1171523355" sldId="287"/>
            <ac:spMk id="107" creationId="{CD9E4013-58A2-9BC0-ED5B-5CD4D80892DF}"/>
          </ac:spMkLst>
        </pc:spChg>
        <pc:spChg chg="add del mod">
          <ac:chgData name="Soban Najam" userId="59c411b0-ccb7-4330-99a9-29cc04a2c185" providerId="ADAL" clId="{C100C759-35D2-4A7E-A874-B1F87BE01B6F}" dt="2023-07-18T08:51:03.249" v="712"/>
          <ac:spMkLst>
            <pc:docMk/>
            <pc:sldMk cId="1171523355" sldId="287"/>
            <ac:spMk id="109" creationId="{93678029-5818-5C24-50DF-A1E611304D19}"/>
          </ac:spMkLst>
        </pc:spChg>
        <pc:spChg chg="add del mod">
          <ac:chgData name="Soban Najam" userId="59c411b0-ccb7-4330-99a9-29cc04a2c185" providerId="ADAL" clId="{C100C759-35D2-4A7E-A874-B1F87BE01B6F}" dt="2023-07-18T08:51:03.249" v="712"/>
          <ac:spMkLst>
            <pc:docMk/>
            <pc:sldMk cId="1171523355" sldId="287"/>
            <ac:spMk id="110" creationId="{2FE855A7-89EE-C0A6-870E-0048DAA82161}"/>
          </ac:spMkLst>
        </pc:spChg>
        <pc:spChg chg="add del mod">
          <ac:chgData name="Soban Najam" userId="59c411b0-ccb7-4330-99a9-29cc04a2c185" providerId="ADAL" clId="{C100C759-35D2-4A7E-A874-B1F87BE01B6F}" dt="2023-07-18T08:51:03.249" v="712"/>
          <ac:spMkLst>
            <pc:docMk/>
            <pc:sldMk cId="1171523355" sldId="287"/>
            <ac:spMk id="114" creationId="{9FD2A8B2-AE04-3827-FBFB-CBBACACE5460}"/>
          </ac:spMkLst>
        </pc:spChg>
        <pc:spChg chg="add mod">
          <ac:chgData name="Soban Najam" userId="59c411b0-ccb7-4330-99a9-29cc04a2c185" providerId="ADAL" clId="{C100C759-35D2-4A7E-A874-B1F87BE01B6F}" dt="2023-07-18T09:21:56.915" v="747" actId="20577"/>
          <ac:spMkLst>
            <pc:docMk/>
            <pc:sldMk cId="1171523355" sldId="287"/>
            <ac:spMk id="116" creationId="{09624A5E-DCF2-D3F8-6AB6-34F6EEC8EEF8}"/>
          </ac:spMkLst>
        </pc:spChg>
        <pc:picChg chg="add del">
          <ac:chgData name="Soban Najam" userId="59c411b0-ccb7-4330-99a9-29cc04a2c185" providerId="ADAL" clId="{C100C759-35D2-4A7E-A874-B1F87BE01B6F}" dt="2023-07-17T06:34:58.099" v="348" actId="21"/>
          <ac:picMkLst>
            <pc:docMk/>
            <pc:sldMk cId="1171523355" sldId="287"/>
            <ac:picMk id="48" creationId="{0EF4A88C-9A09-5857-2BF0-916CF65C8ADB}"/>
          </ac:picMkLst>
        </pc:picChg>
        <pc:picChg chg="add del">
          <ac:chgData name="Soban Najam" userId="59c411b0-ccb7-4330-99a9-29cc04a2c185" providerId="ADAL" clId="{C100C759-35D2-4A7E-A874-B1F87BE01B6F}" dt="2023-07-18T08:41:18.808" v="701" actId="21"/>
          <ac:picMkLst>
            <pc:docMk/>
            <pc:sldMk cId="1171523355" sldId="287"/>
            <ac:picMk id="48" creationId="{86BCAED8-13CD-6F6B-6E4E-7767D8E46CDC}"/>
          </ac:picMkLst>
        </pc:picChg>
        <pc:picChg chg="add del">
          <ac:chgData name="Soban Najam" userId="59c411b0-ccb7-4330-99a9-29cc04a2c185" providerId="ADAL" clId="{C100C759-35D2-4A7E-A874-B1F87BE01B6F}" dt="2023-07-14T16:08:18.599" v="317" actId="21"/>
          <ac:picMkLst>
            <pc:docMk/>
            <pc:sldMk cId="1171523355" sldId="287"/>
            <ac:picMk id="48" creationId="{FBD44E3C-1EDF-F608-B550-FA12503E74FE}"/>
          </ac:picMkLst>
        </pc:picChg>
        <pc:picChg chg="add del">
          <ac:chgData name="Soban Najam" userId="59c411b0-ccb7-4330-99a9-29cc04a2c185" providerId="ADAL" clId="{C100C759-35D2-4A7E-A874-B1F87BE01B6F}" dt="2023-07-18T08:44:47.471" v="705" actId="21"/>
          <ac:picMkLst>
            <pc:docMk/>
            <pc:sldMk cId="1171523355" sldId="287"/>
            <ac:picMk id="87" creationId="{9ADBBF74-8845-CFA8-6496-5622E4C97CEC}"/>
          </ac:picMkLst>
        </pc:picChg>
        <pc:picChg chg="add del">
          <ac:chgData name="Soban Najam" userId="59c411b0-ccb7-4330-99a9-29cc04a2c185" providerId="ADAL" clId="{C100C759-35D2-4A7E-A874-B1F87BE01B6F}" dt="2023-07-18T08:51:03.667" v="714" actId="21"/>
          <ac:picMkLst>
            <pc:docMk/>
            <pc:sldMk cId="1171523355" sldId="287"/>
            <ac:picMk id="115" creationId="{30596943-380C-B92C-F57C-54587E96CDAC}"/>
          </ac:picMkLst>
        </pc:picChg>
        <pc:cxnChg chg="mod">
          <ac:chgData name="Soban Najam" userId="59c411b0-ccb7-4330-99a9-29cc04a2c185" providerId="ADAL" clId="{C100C759-35D2-4A7E-A874-B1F87BE01B6F}" dt="2023-07-18T09:24:07.396" v="752" actId="1076"/>
          <ac:cxnSpMkLst>
            <pc:docMk/>
            <pc:sldMk cId="1171523355" sldId="287"/>
            <ac:cxnSpMk id="12" creationId="{C1F97131-4E4B-4B53-9721-413AA3DB8173}"/>
          </ac:cxnSpMkLst>
        </pc:cxnChg>
        <pc:cxnChg chg="add del mod">
          <ac:chgData name="Soban Najam" userId="59c411b0-ccb7-4330-99a9-29cc04a2c185" providerId="ADAL" clId="{C100C759-35D2-4A7E-A874-B1F87BE01B6F}" dt="2023-07-17T06:34:57.608" v="346"/>
          <ac:cxnSpMkLst>
            <pc:docMk/>
            <pc:sldMk cId="1171523355" sldId="287"/>
            <ac:cxnSpMk id="13" creationId="{251B8F0B-D57C-D217-F894-B9455240B745}"/>
          </ac:cxnSpMkLst>
        </pc:cxnChg>
        <pc:cxnChg chg="add del mod">
          <ac:chgData name="Soban Najam" userId="59c411b0-ccb7-4330-99a9-29cc04a2c185" providerId="ADAL" clId="{C100C759-35D2-4A7E-A874-B1F87BE01B6F}" dt="2023-07-18T08:41:17.301" v="699"/>
          <ac:cxnSpMkLst>
            <pc:docMk/>
            <pc:sldMk cId="1171523355" sldId="287"/>
            <ac:cxnSpMk id="13" creationId="{AA792D9D-50E0-7E4D-4060-FCF1EDEB85A2}"/>
          </ac:cxnSpMkLst>
        </pc:cxnChg>
        <pc:cxnChg chg="add del mod">
          <ac:chgData name="Soban Najam" userId="59c411b0-ccb7-4330-99a9-29cc04a2c185" providerId="ADAL" clId="{C100C759-35D2-4A7E-A874-B1F87BE01B6F}" dt="2023-07-14T16:08:18.116" v="315"/>
          <ac:cxnSpMkLst>
            <pc:docMk/>
            <pc:sldMk cId="1171523355" sldId="287"/>
            <ac:cxnSpMk id="13" creationId="{E6AC2F33-892F-D64F-D906-57B19CAF21F4}"/>
          </ac:cxnSpMkLst>
        </pc:cxnChg>
        <pc:cxnChg chg="add del mod">
          <ac:chgData name="Soban Najam" userId="59c411b0-ccb7-4330-99a9-29cc04a2c185" providerId="ADAL" clId="{C100C759-35D2-4A7E-A874-B1F87BE01B6F}" dt="2023-07-17T06:34:57.608" v="346"/>
          <ac:cxnSpMkLst>
            <pc:docMk/>
            <pc:sldMk cId="1171523355" sldId="287"/>
            <ac:cxnSpMk id="16" creationId="{50B1290A-9B53-99E6-9AA0-8176CACF0BFA}"/>
          </ac:cxnSpMkLst>
        </pc:cxnChg>
        <pc:cxnChg chg="add del mod">
          <ac:chgData name="Soban Najam" userId="59c411b0-ccb7-4330-99a9-29cc04a2c185" providerId="ADAL" clId="{C100C759-35D2-4A7E-A874-B1F87BE01B6F}" dt="2023-07-18T08:41:17.301" v="699"/>
          <ac:cxnSpMkLst>
            <pc:docMk/>
            <pc:sldMk cId="1171523355" sldId="287"/>
            <ac:cxnSpMk id="16" creationId="{803975A7-6F57-F9C7-7D64-298581160351}"/>
          </ac:cxnSpMkLst>
        </pc:cxnChg>
        <pc:cxnChg chg="add del mod">
          <ac:chgData name="Soban Najam" userId="59c411b0-ccb7-4330-99a9-29cc04a2c185" providerId="ADAL" clId="{C100C759-35D2-4A7E-A874-B1F87BE01B6F}" dt="2023-07-14T16:08:18.116" v="315"/>
          <ac:cxnSpMkLst>
            <pc:docMk/>
            <pc:sldMk cId="1171523355" sldId="287"/>
            <ac:cxnSpMk id="16" creationId="{BA81D887-B343-0DAB-FA84-A017FF8A6F85}"/>
          </ac:cxnSpMkLst>
        </pc:cxnChg>
        <pc:cxnChg chg="add del mod">
          <ac:chgData name="Soban Najam" userId="59c411b0-ccb7-4330-99a9-29cc04a2c185" providerId="ADAL" clId="{C100C759-35D2-4A7E-A874-B1F87BE01B6F}" dt="2023-07-17T06:34:57.608" v="346"/>
          <ac:cxnSpMkLst>
            <pc:docMk/>
            <pc:sldMk cId="1171523355" sldId="287"/>
            <ac:cxnSpMk id="18" creationId="{50110AA4-8700-8316-0392-E6BB3CEDDA5B}"/>
          </ac:cxnSpMkLst>
        </pc:cxnChg>
        <pc:cxnChg chg="add del mod">
          <ac:chgData name="Soban Najam" userId="59c411b0-ccb7-4330-99a9-29cc04a2c185" providerId="ADAL" clId="{C100C759-35D2-4A7E-A874-B1F87BE01B6F}" dt="2023-07-14T16:08:18.116" v="315"/>
          <ac:cxnSpMkLst>
            <pc:docMk/>
            <pc:sldMk cId="1171523355" sldId="287"/>
            <ac:cxnSpMk id="18" creationId="{F6EF1917-E7E8-6A8B-D834-C605E7999C23}"/>
          </ac:cxnSpMkLst>
        </pc:cxnChg>
        <pc:cxnChg chg="add del mod">
          <ac:chgData name="Soban Najam" userId="59c411b0-ccb7-4330-99a9-29cc04a2c185" providerId="ADAL" clId="{C100C759-35D2-4A7E-A874-B1F87BE01B6F}" dt="2023-07-18T08:41:17.301" v="699"/>
          <ac:cxnSpMkLst>
            <pc:docMk/>
            <pc:sldMk cId="1171523355" sldId="287"/>
            <ac:cxnSpMk id="18" creationId="{F7404EA8-DD6E-9BFC-FB79-1BFC981A3394}"/>
          </ac:cxnSpMkLst>
        </pc:cxnChg>
        <pc:cxnChg chg="add del mod">
          <ac:chgData name="Soban Najam" userId="59c411b0-ccb7-4330-99a9-29cc04a2c185" providerId="ADAL" clId="{C100C759-35D2-4A7E-A874-B1F87BE01B6F}" dt="2023-07-18T08:41:17.301" v="699"/>
          <ac:cxnSpMkLst>
            <pc:docMk/>
            <pc:sldMk cId="1171523355" sldId="287"/>
            <ac:cxnSpMk id="24" creationId="{28FD5F05-B6CF-FD05-BFAA-133D8A0C2446}"/>
          </ac:cxnSpMkLst>
        </pc:cxnChg>
        <pc:cxnChg chg="add del mod">
          <ac:chgData name="Soban Najam" userId="59c411b0-ccb7-4330-99a9-29cc04a2c185" providerId="ADAL" clId="{C100C759-35D2-4A7E-A874-B1F87BE01B6F}" dt="2023-07-17T06:34:57.608" v="346"/>
          <ac:cxnSpMkLst>
            <pc:docMk/>
            <pc:sldMk cId="1171523355" sldId="287"/>
            <ac:cxnSpMk id="24" creationId="{F9EE571F-12D1-C1E2-8B69-529FEB5FE551}"/>
          </ac:cxnSpMkLst>
        </pc:cxnChg>
        <pc:cxnChg chg="add del mod">
          <ac:chgData name="Soban Najam" userId="59c411b0-ccb7-4330-99a9-29cc04a2c185" providerId="ADAL" clId="{C100C759-35D2-4A7E-A874-B1F87BE01B6F}" dt="2023-07-14T16:08:18.116" v="315"/>
          <ac:cxnSpMkLst>
            <pc:docMk/>
            <pc:sldMk cId="1171523355" sldId="287"/>
            <ac:cxnSpMk id="24" creationId="{FED179CA-B413-429A-77FF-EC036E341146}"/>
          </ac:cxnSpMkLst>
        </pc:cxnChg>
        <pc:cxnChg chg="add del mod">
          <ac:chgData name="Soban Najam" userId="59c411b0-ccb7-4330-99a9-29cc04a2c185" providerId="ADAL" clId="{C100C759-35D2-4A7E-A874-B1F87BE01B6F}" dt="2023-07-14T16:08:18.116" v="315"/>
          <ac:cxnSpMkLst>
            <pc:docMk/>
            <pc:sldMk cId="1171523355" sldId="287"/>
            <ac:cxnSpMk id="28" creationId="{52DF5587-C3E1-ABF7-F434-9257582CBE32}"/>
          </ac:cxnSpMkLst>
        </pc:cxnChg>
        <pc:cxnChg chg="add del mod">
          <ac:chgData name="Soban Najam" userId="59c411b0-ccb7-4330-99a9-29cc04a2c185" providerId="ADAL" clId="{C100C759-35D2-4A7E-A874-B1F87BE01B6F}" dt="2023-07-17T06:34:57.608" v="346"/>
          <ac:cxnSpMkLst>
            <pc:docMk/>
            <pc:sldMk cId="1171523355" sldId="287"/>
            <ac:cxnSpMk id="28" creationId="{C6E579F3-0442-CE48-9EB6-6BF811F01150}"/>
          </ac:cxnSpMkLst>
        </pc:cxnChg>
        <pc:cxnChg chg="add del mod">
          <ac:chgData name="Soban Najam" userId="59c411b0-ccb7-4330-99a9-29cc04a2c185" providerId="ADAL" clId="{C100C759-35D2-4A7E-A874-B1F87BE01B6F}" dt="2023-07-18T08:41:17.301" v="699"/>
          <ac:cxnSpMkLst>
            <pc:docMk/>
            <pc:sldMk cId="1171523355" sldId="287"/>
            <ac:cxnSpMk id="28" creationId="{F4EBAF86-9C1A-C68F-92EC-38D74595358B}"/>
          </ac:cxnSpMkLst>
        </pc:cxnChg>
        <pc:cxnChg chg="add del mod">
          <ac:chgData name="Soban Najam" userId="59c411b0-ccb7-4330-99a9-29cc04a2c185" providerId="ADAL" clId="{C100C759-35D2-4A7E-A874-B1F87BE01B6F}" dt="2023-07-18T08:41:17.301" v="699"/>
          <ac:cxnSpMkLst>
            <pc:docMk/>
            <pc:sldMk cId="1171523355" sldId="287"/>
            <ac:cxnSpMk id="29" creationId="{063435EE-504C-40CF-DD47-B2C54BF6F768}"/>
          </ac:cxnSpMkLst>
        </pc:cxnChg>
        <pc:cxnChg chg="add del mod">
          <ac:chgData name="Soban Najam" userId="59c411b0-ccb7-4330-99a9-29cc04a2c185" providerId="ADAL" clId="{C100C759-35D2-4A7E-A874-B1F87BE01B6F}" dt="2023-07-14T16:08:18.116" v="315"/>
          <ac:cxnSpMkLst>
            <pc:docMk/>
            <pc:sldMk cId="1171523355" sldId="287"/>
            <ac:cxnSpMk id="29" creationId="{C5DB4D60-9BD3-5DE0-FE8E-990E7F491EBA}"/>
          </ac:cxnSpMkLst>
        </pc:cxnChg>
        <pc:cxnChg chg="add del mod">
          <ac:chgData name="Soban Najam" userId="59c411b0-ccb7-4330-99a9-29cc04a2c185" providerId="ADAL" clId="{C100C759-35D2-4A7E-A874-B1F87BE01B6F}" dt="2023-07-17T06:34:57.608" v="346"/>
          <ac:cxnSpMkLst>
            <pc:docMk/>
            <pc:sldMk cId="1171523355" sldId="287"/>
            <ac:cxnSpMk id="29" creationId="{D1EA2DF5-B4AA-B9DC-36B7-B121AC1FEED1}"/>
          </ac:cxnSpMkLst>
        </pc:cxnChg>
        <pc:cxnChg chg="mod">
          <ac:chgData name="Soban Najam" userId="59c411b0-ccb7-4330-99a9-29cc04a2c185" providerId="ADAL" clId="{C100C759-35D2-4A7E-A874-B1F87BE01B6F}" dt="2023-07-18T09:24:07.396" v="752" actId="1076"/>
          <ac:cxnSpMkLst>
            <pc:docMk/>
            <pc:sldMk cId="1171523355" sldId="287"/>
            <ac:cxnSpMk id="30" creationId="{DFEEB6F3-8DDE-4407-90BA-0800D59C39E7}"/>
          </ac:cxnSpMkLst>
        </pc:cxnChg>
        <pc:cxnChg chg="mod">
          <ac:chgData name="Soban Najam" userId="59c411b0-ccb7-4330-99a9-29cc04a2c185" providerId="ADAL" clId="{C100C759-35D2-4A7E-A874-B1F87BE01B6F}" dt="2023-07-18T09:24:26.134" v="754" actId="1076"/>
          <ac:cxnSpMkLst>
            <pc:docMk/>
            <pc:sldMk cId="1171523355" sldId="287"/>
            <ac:cxnSpMk id="33" creationId="{7EAB9C73-6E44-4987-A4B8-D6ACA485F2AE}"/>
          </ac:cxnSpMkLst>
        </pc:cxnChg>
        <pc:cxnChg chg="add del mod">
          <ac:chgData name="Soban Najam" userId="59c411b0-ccb7-4330-99a9-29cc04a2c185" providerId="ADAL" clId="{C100C759-35D2-4A7E-A874-B1F87BE01B6F}" dt="2023-07-18T08:41:17.301" v="699"/>
          <ac:cxnSpMkLst>
            <pc:docMk/>
            <pc:sldMk cId="1171523355" sldId="287"/>
            <ac:cxnSpMk id="36" creationId="{B3E666BA-B865-1713-10FF-213026FA1162}"/>
          </ac:cxnSpMkLst>
        </pc:cxnChg>
        <pc:cxnChg chg="add del mod">
          <ac:chgData name="Soban Najam" userId="59c411b0-ccb7-4330-99a9-29cc04a2c185" providerId="ADAL" clId="{C100C759-35D2-4A7E-A874-B1F87BE01B6F}" dt="2023-07-14T16:08:18.116" v="315"/>
          <ac:cxnSpMkLst>
            <pc:docMk/>
            <pc:sldMk cId="1171523355" sldId="287"/>
            <ac:cxnSpMk id="36" creationId="{BB1D36E8-4E9D-35D9-1A22-C187084701B8}"/>
          </ac:cxnSpMkLst>
        </pc:cxnChg>
        <pc:cxnChg chg="add del mod">
          <ac:chgData name="Soban Najam" userId="59c411b0-ccb7-4330-99a9-29cc04a2c185" providerId="ADAL" clId="{C100C759-35D2-4A7E-A874-B1F87BE01B6F}" dt="2023-07-17T06:34:57.608" v="346"/>
          <ac:cxnSpMkLst>
            <pc:docMk/>
            <pc:sldMk cId="1171523355" sldId="287"/>
            <ac:cxnSpMk id="36" creationId="{E4B4C0E6-8E42-A76D-4836-8585A4AFD6A5}"/>
          </ac:cxnSpMkLst>
        </pc:cxnChg>
        <pc:cxnChg chg="mod">
          <ac:chgData name="Soban Najam" userId="59c411b0-ccb7-4330-99a9-29cc04a2c185" providerId="ADAL" clId="{C100C759-35D2-4A7E-A874-B1F87BE01B6F}" dt="2023-07-18T09:24:26.134" v="754" actId="1076"/>
          <ac:cxnSpMkLst>
            <pc:docMk/>
            <pc:sldMk cId="1171523355" sldId="287"/>
            <ac:cxnSpMk id="38" creationId="{A05B9ED4-36A5-4465-A22F-1F00B8C5A3CF}"/>
          </ac:cxnSpMkLst>
        </pc:cxnChg>
        <pc:cxnChg chg="add del mod">
          <ac:chgData name="Soban Najam" userId="59c411b0-ccb7-4330-99a9-29cc04a2c185" providerId="ADAL" clId="{C100C759-35D2-4A7E-A874-B1F87BE01B6F}" dt="2023-07-17T06:34:57.608" v="346"/>
          <ac:cxnSpMkLst>
            <pc:docMk/>
            <pc:sldMk cId="1171523355" sldId="287"/>
            <ac:cxnSpMk id="41" creationId="{1E036398-7A1B-B399-6221-AD809D58A0F4}"/>
          </ac:cxnSpMkLst>
        </pc:cxnChg>
        <pc:cxnChg chg="add del mod">
          <ac:chgData name="Soban Najam" userId="59c411b0-ccb7-4330-99a9-29cc04a2c185" providerId="ADAL" clId="{C100C759-35D2-4A7E-A874-B1F87BE01B6F}" dt="2023-07-18T08:41:17.301" v="699"/>
          <ac:cxnSpMkLst>
            <pc:docMk/>
            <pc:sldMk cId="1171523355" sldId="287"/>
            <ac:cxnSpMk id="41" creationId="{63D22316-3607-CA36-39F5-89F62B16B3E2}"/>
          </ac:cxnSpMkLst>
        </pc:cxnChg>
        <pc:cxnChg chg="add del mod">
          <ac:chgData name="Soban Najam" userId="59c411b0-ccb7-4330-99a9-29cc04a2c185" providerId="ADAL" clId="{C100C759-35D2-4A7E-A874-B1F87BE01B6F}" dt="2023-07-14T16:08:18.116" v="315"/>
          <ac:cxnSpMkLst>
            <pc:docMk/>
            <pc:sldMk cId="1171523355" sldId="287"/>
            <ac:cxnSpMk id="41" creationId="{7AB6AA35-4BC7-CFB0-118C-2FA0C979B656}"/>
          </ac:cxnSpMkLst>
        </pc:cxnChg>
        <pc:cxnChg chg="add del mod">
          <ac:chgData name="Soban Najam" userId="59c411b0-ccb7-4330-99a9-29cc04a2c185" providerId="ADAL" clId="{C100C759-35D2-4A7E-A874-B1F87BE01B6F}" dt="2023-07-17T06:34:57.608" v="346"/>
          <ac:cxnSpMkLst>
            <pc:docMk/>
            <pc:sldMk cId="1171523355" sldId="287"/>
            <ac:cxnSpMk id="43" creationId="{2991B7C8-DC6F-587D-614A-F964951D4865}"/>
          </ac:cxnSpMkLst>
        </pc:cxnChg>
        <pc:cxnChg chg="add del mod">
          <ac:chgData name="Soban Najam" userId="59c411b0-ccb7-4330-99a9-29cc04a2c185" providerId="ADAL" clId="{C100C759-35D2-4A7E-A874-B1F87BE01B6F}" dt="2023-07-14T16:08:18.116" v="315"/>
          <ac:cxnSpMkLst>
            <pc:docMk/>
            <pc:sldMk cId="1171523355" sldId="287"/>
            <ac:cxnSpMk id="43" creationId="{5BC11A87-8C44-6D67-7AE5-D374E27CAFD1}"/>
          </ac:cxnSpMkLst>
        </pc:cxnChg>
        <pc:cxnChg chg="add del mod">
          <ac:chgData name="Soban Najam" userId="59c411b0-ccb7-4330-99a9-29cc04a2c185" providerId="ADAL" clId="{C100C759-35D2-4A7E-A874-B1F87BE01B6F}" dt="2023-07-18T08:41:17.301" v="699"/>
          <ac:cxnSpMkLst>
            <pc:docMk/>
            <pc:sldMk cId="1171523355" sldId="287"/>
            <ac:cxnSpMk id="43" creationId="{849BE2A3-4272-710B-8C5A-7F7F4EF1EADB}"/>
          </ac:cxnSpMkLst>
        </pc:cxnChg>
        <pc:cxnChg chg="mod">
          <ac:chgData name="Soban Najam" userId="59c411b0-ccb7-4330-99a9-29cc04a2c185" providerId="ADAL" clId="{C100C759-35D2-4A7E-A874-B1F87BE01B6F}" dt="2023-07-18T09:23:50.129" v="748" actId="1076"/>
          <ac:cxnSpMkLst>
            <pc:docMk/>
            <pc:sldMk cId="1171523355" sldId="287"/>
            <ac:cxnSpMk id="45" creationId="{A825E0C3-E022-4B45-B6AB-EC9EAD92CA6E}"/>
          </ac:cxnSpMkLst>
        </pc:cxnChg>
        <pc:cxnChg chg="add del mod">
          <ac:chgData name="Soban Najam" userId="59c411b0-ccb7-4330-99a9-29cc04a2c185" providerId="ADAL" clId="{C100C759-35D2-4A7E-A874-B1F87BE01B6F}" dt="2023-07-17T06:34:57.608" v="346"/>
          <ac:cxnSpMkLst>
            <pc:docMk/>
            <pc:sldMk cId="1171523355" sldId="287"/>
            <ac:cxnSpMk id="46" creationId="{17E72933-282B-E7B5-898B-FC9DBC6B6A49}"/>
          </ac:cxnSpMkLst>
        </pc:cxnChg>
        <pc:cxnChg chg="add del mod">
          <ac:chgData name="Soban Najam" userId="59c411b0-ccb7-4330-99a9-29cc04a2c185" providerId="ADAL" clId="{C100C759-35D2-4A7E-A874-B1F87BE01B6F}" dt="2023-07-14T16:08:18.116" v="315"/>
          <ac:cxnSpMkLst>
            <pc:docMk/>
            <pc:sldMk cId="1171523355" sldId="287"/>
            <ac:cxnSpMk id="46" creationId="{3DD18AFE-9180-2F61-FCFC-9515805BB002}"/>
          </ac:cxnSpMkLst>
        </pc:cxnChg>
        <pc:cxnChg chg="add del mod">
          <ac:chgData name="Soban Najam" userId="59c411b0-ccb7-4330-99a9-29cc04a2c185" providerId="ADAL" clId="{C100C759-35D2-4A7E-A874-B1F87BE01B6F}" dt="2023-07-18T08:41:17.301" v="699"/>
          <ac:cxnSpMkLst>
            <pc:docMk/>
            <pc:sldMk cId="1171523355" sldId="287"/>
            <ac:cxnSpMk id="46" creationId="{C8BEFCEC-3911-B7D1-B9AB-DA0F1EBFE23E}"/>
          </ac:cxnSpMkLst>
        </pc:cxnChg>
        <pc:cxnChg chg="mod">
          <ac:chgData name="Soban Najam" userId="59c411b0-ccb7-4330-99a9-29cc04a2c185" providerId="ADAL" clId="{C100C759-35D2-4A7E-A874-B1F87BE01B6F}" dt="2023-07-18T09:23:50.129" v="748" actId="1076"/>
          <ac:cxnSpMkLst>
            <pc:docMk/>
            <pc:sldMk cId="1171523355" sldId="287"/>
            <ac:cxnSpMk id="51" creationId="{7157A52E-AB2A-47DD-97CA-A9F1C2FD442D}"/>
          </ac:cxnSpMkLst>
        </pc:cxnChg>
        <pc:cxnChg chg="mod">
          <ac:chgData name="Soban Najam" userId="59c411b0-ccb7-4330-99a9-29cc04a2c185" providerId="ADAL" clId="{C100C759-35D2-4A7E-A874-B1F87BE01B6F}" dt="2023-07-18T09:23:50.129" v="748" actId="1076"/>
          <ac:cxnSpMkLst>
            <pc:docMk/>
            <pc:sldMk cId="1171523355" sldId="287"/>
            <ac:cxnSpMk id="58" creationId="{CFD234DB-5542-4A98-A6CE-CFDD414067E7}"/>
          </ac:cxnSpMkLst>
        </pc:cxnChg>
        <pc:cxnChg chg="add del mod">
          <ac:chgData name="Soban Najam" userId="59c411b0-ccb7-4330-99a9-29cc04a2c185" providerId="ADAL" clId="{C100C759-35D2-4A7E-A874-B1F87BE01B6F}" dt="2023-07-18T08:44:47.088" v="703"/>
          <ac:cxnSpMkLst>
            <pc:docMk/>
            <pc:sldMk cId="1171523355" sldId="287"/>
            <ac:cxnSpMk id="59" creationId="{F4A41F96-A23E-3CD3-C17B-DAE57DF0B04A}"/>
          </ac:cxnSpMkLst>
        </pc:cxnChg>
        <pc:cxnChg chg="add del mod">
          <ac:chgData name="Soban Najam" userId="59c411b0-ccb7-4330-99a9-29cc04a2c185" providerId="ADAL" clId="{C100C759-35D2-4A7E-A874-B1F87BE01B6F}" dt="2023-07-18T08:44:47.088" v="703"/>
          <ac:cxnSpMkLst>
            <pc:docMk/>
            <pc:sldMk cId="1171523355" sldId="287"/>
            <ac:cxnSpMk id="62" creationId="{7267BE11-4A68-8B7F-ADAE-51BA8D34143D}"/>
          </ac:cxnSpMkLst>
        </pc:cxnChg>
        <pc:cxnChg chg="add del mod">
          <ac:chgData name="Soban Najam" userId="59c411b0-ccb7-4330-99a9-29cc04a2c185" providerId="ADAL" clId="{C100C759-35D2-4A7E-A874-B1F87BE01B6F}" dt="2023-07-18T08:44:47.088" v="703"/>
          <ac:cxnSpMkLst>
            <pc:docMk/>
            <pc:sldMk cId="1171523355" sldId="287"/>
            <ac:cxnSpMk id="65" creationId="{1FE448D3-20E4-7CF9-4CE5-F229E08D7D84}"/>
          </ac:cxnSpMkLst>
        </pc:cxnChg>
        <pc:cxnChg chg="mod">
          <ac:chgData name="Soban Najam" userId="59c411b0-ccb7-4330-99a9-29cc04a2c185" providerId="ADAL" clId="{C100C759-35D2-4A7E-A874-B1F87BE01B6F}" dt="2023-07-18T09:23:50.129" v="748" actId="1076"/>
          <ac:cxnSpMkLst>
            <pc:docMk/>
            <pc:sldMk cId="1171523355" sldId="287"/>
            <ac:cxnSpMk id="69" creationId="{05164612-41A2-4D76-8214-7E3060922F39}"/>
          </ac:cxnSpMkLst>
        </pc:cxnChg>
        <pc:cxnChg chg="add del mod">
          <ac:chgData name="Soban Najam" userId="59c411b0-ccb7-4330-99a9-29cc04a2c185" providerId="ADAL" clId="{C100C759-35D2-4A7E-A874-B1F87BE01B6F}" dt="2023-07-18T08:44:47.088" v="703"/>
          <ac:cxnSpMkLst>
            <pc:docMk/>
            <pc:sldMk cId="1171523355" sldId="287"/>
            <ac:cxnSpMk id="70" creationId="{85F73ED8-0F8F-8DCB-AD63-642E31F8C4D6}"/>
          </ac:cxnSpMkLst>
        </pc:cxnChg>
        <pc:cxnChg chg="add del mod">
          <ac:chgData name="Soban Najam" userId="59c411b0-ccb7-4330-99a9-29cc04a2c185" providerId="ADAL" clId="{C100C759-35D2-4A7E-A874-B1F87BE01B6F}" dt="2023-07-18T08:44:47.088" v="703"/>
          <ac:cxnSpMkLst>
            <pc:docMk/>
            <pc:sldMk cId="1171523355" sldId="287"/>
            <ac:cxnSpMk id="74" creationId="{93C619DB-4D33-DF63-6D0A-954A7D67DEDB}"/>
          </ac:cxnSpMkLst>
        </pc:cxnChg>
        <pc:cxnChg chg="add del mod">
          <ac:chgData name="Soban Najam" userId="59c411b0-ccb7-4330-99a9-29cc04a2c185" providerId="ADAL" clId="{C100C759-35D2-4A7E-A874-B1F87BE01B6F}" dt="2023-07-18T08:44:47.088" v="703"/>
          <ac:cxnSpMkLst>
            <pc:docMk/>
            <pc:sldMk cId="1171523355" sldId="287"/>
            <ac:cxnSpMk id="75" creationId="{9DD198CA-CFC1-37C7-BD1C-7BEA58EBD879}"/>
          </ac:cxnSpMkLst>
        </pc:cxnChg>
        <pc:cxnChg chg="add del mod">
          <ac:chgData name="Soban Najam" userId="59c411b0-ccb7-4330-99a9-29cc04a2c185" providerId="ADAL" clId="{C100C759-35D2-4A7E-A874-B1F87BE01B6F}" dt="2023-07-18T08:44:47.088" v="703"/>
          <ac:cxnSpMkLst>
            <pc:docMk/>
            <pc:sldMk cId="1171523355" sldId="287"/>
            <ac:cxnSpMk id="80" creationId="{171FC1D9-370A-84EA-8A26-8AFF7431DACC}"/>
          </ac:cxnSpMkLst>
        </pc:cxnChg>
        <pc:cxnChg chg="add del mod">
          <ac:chgData name="Soban Najam" userId="59c411b0-ccb7-4330-99a9-29cc04a2c185" providerId="ADAL" clId="{C100C759-35D2-4A7E-A874-B1F87BE01B6F}" dt="2023-07-18T08:44:47.088" v="703"/>
          <ac:cxnSpMkLst>
            <pc:docMk/>
            <pc:sldMk cId="1171523355" sldId="287"/>
            <ac:cxnSpMk id="83" creationId="{C7802BC5-21E8-3A1A-DCE0-CF5E7222C6B9}"/>
          </ac:cxnSpMkLst>
        </pc:cxnChg>
        <pc:cxnChg chg="add del mod">
          <ac:chgData name="Soban Najam" userId="59c411b0-ccb7-4330-99a9-29cc04a2c185" providerId="ADAL" clId="{C100C759-35D2-4A7E-A874-B1F87BE01B6F}" dt="2023-07-18T08:44:47.088" v="703"/>
          <ac:cxnSpMkLst>
            <pc:docMk/>
            <pc:sldMk cId="1171523355" sldId="287"/>
            <ac:cxnSpMk id="84" creationId="{CC9F188B-FB86-40C6-3333-CA91C49AC9BB}"/>
          </ac:cxnSpMkLst>
        </pc:cxnChg>
        <pc:cxnChg chg="add del mod">
          <ac:chgData name="Soban Najam" userId="59c411b0-ccb7-4330-99a9-29cc04a2c185" providerId="ADAL" clId="{C100C759-35D2-4A7E-A874-B1F87BE01B6F}" dt="2023-07-18T08:44:47.088" v="703"/>
          <ac:cxnSpMkLst>
            <pc:docMk/>
            <pc:sldMk cId="1171523355" sldId="287"/>
            <ac:cxnSpMk id="85" creationId="{DEF3C916-E79E-EE60-5E34-0672C9D7E5D9}"/>
          </ac:cxnSpMkLst>
        </pc:cxnChg>
        <pc:cxnChg chg="add del mod">
          <ac:chgData name="Soban Najam" userId="59c411b0-ccb7-4330-99a9-29cc04a2c185" providerId="ADAL" clId="{C100C759-35D2-4A7E-A874-B1F87BE01B6F}" dt="2023-07-18T08:51:03.249" v="712"/>
          <ac:cxnSpMkLst>
            <pc:docMk/>
            <pc:sldMk cId="1171523355" sldId="287"/>
            <ac:cxnSpMk id="93" creationId="{83DA9CA4-E51A-6560-2660-44461EAC7920}"/>
          </ac:cxnSpMkLst>
        </pc:cxnChg>
        <pc:cxnChg chg="add del mod">
          <ac:chgData name="Soban Najam" userId="59c411b0-ccb7-4330-99a9-29cc04a2c185" providerId="ADAL" clId="{C100C759-35D2-4A7E-A874-B1F87BE01B6F}" dt="2023-07-18T08:51:03.249" v="712"/>
          <ac:cxnSpMkLst>
            <pc:docMk/>
            <pc:sldMk cId="1171523355" sldId="287"/>
            <ac:cxnSpMk id="96" creationId="{439FE191-3A30-4E60-13DA-46867EB0B1DA}"/>
          </ac:cxnSpMkLst>
        </pc:cxnChg>
        <pc:cxnChg chg="add del mod">
          <ac:chgData name="Soban Najam" userId="59c411b0-ccb7-4330-99a9-29cc04a2c185" providerId="ADAL" clId="{C100C759-35D2-4A7E-A874-B1F87BE01B6F}" dt="2023-07-18T08:51:03.249" v="712"/>
          <ac:cxnSpMkLst>
            <pc:docMk/>
            <pc:sldMk cId="1171523355" sldId="287"/>
            <ac:cxnSpMk id="98" creationId="{20EC5D1D-0C8A-07DB-8379-0D423C5A2563}"/>
          </ac:cxnSpMkLst>
        </pc:cxnChg>
        <pc:cxnChg chg="add del mod">
          <ac:chgData name="Soban Najam" userId="59c411b0-ccb7-4330-99a9-29cc04a2c185" providerId="ADAL" clId="{C100C759-35D2-4A7E-A874-B1F87BE01B6F}" dt="2023-07-18T08:51:03.249" v="712"/>
          <ac:cxnSpMkLst>
            <pc:docMk/>
            <pc:sldMk cId="1171523355" sldId="287"/>
            <ac:cxnSpMk id="100" creationId="{C36DF7F2-1116-39CC-13C3-EDB106938411}"/>
          </ac:cxnSpMkLst>
        </pc:cxnChg>
        <pc:cxnChg chg="add del mod">
          <ac:chgData name="Soban Najam" userId="59c411b0-ccb7-4330-99a9-29cc04a2c185" providerId="ADAL" clId="{C100C759-35D2-4A7E-A874-B1F87BE01B6F}" dt="2023-07-18T08:51:03.249" v="712"/>
          <ac:cxnSpMkLst>
            <pc:docMk/>
            <pc:sldMk cId="1171523355" sldId="287"/>
            <ac:cxnSpMk id="103" creationId="{48C8417F-9750-E6EA-32E3-2DBC05525E44}"/>
          </ac:cxnSpMkLst>
        </pc:cxnChg>
        <pc:cxnChg chg="add del mod">
          <ac:chgData name="Soban Najam" userId="59c411b0-ccb7-4330-99a9-29cc04a2c185" providerId="ADAL" clId="{C100C759-35D2-4A7E-A874-B1F87BE01B6F}" dt="2023-07-18T08:51:03.249" v="712"/>
          <ac:cxnSpMkLst>
            <pc:docMk/>
            <pc:sldMk cId="1171523355" sldId="287"/>
            <ac:cxnSpMk id="104" creationId="{1A88915F-CE31-A6D2-6D1F-D5E2BBDB4E77}"/>
          </ac:cxnSpMkLst>
        </pc:cxnChg>
        <pc:cxnChg chg="add del mod">
          <ac:chgData name="Soban Najam" userId="59c411b0-ccb7-4330-99a9-29cc04a2c185" providerId="ADAL" clId="{C100C759-35D2-4A7E-A874-B1F87BE01B6F}" dt="2023-07-18T08:51:03.249" v="712"/>
          <ac:cxnSpMkLst>
            <pc:docMk/>
            <pc:sldMk cId="1171523355" sldId="287"/>
            <ac:cxnSpMk id="108" creationId="{D11A8714-97F1-CD8E-057F-87C7255312CF}"/>
          </ac:cxnSpMkLst>
        </pc:cxnChg>
        <pc:cxnChg chg="add del mod">
          <ac:chgData name="Soban Najam" userId="59c411b0-ccb7-4330-99a9-29cc04a2c185" providerId="ADAL" clId="{C100C759-35D2-4A7E-A874-B1F87BE01B6F}" dt="2023-07-18T08:51:03.249" v="712"/>
          <ac:cxnSpMkLst>
            <pc:docMk/>
            <pc:sldMk cId="1171523355" sldId="287"/>
            <ac:cxnSpMk id="111" creationId="{EC975B53-B071-E3AC-E5B3-E7C2F5B42D2E}"/>
          </ac:cxnSpMkLst>
        </pc:cxnChg>
        <pc:cxnChg chg="add del mod">
          <ac:chgData name="Soban Najam" userId="59c411b0-ccb7-4330-99a9-29cc04a2c185" providerId="ADAL" clId="{C100C759-35D2-4A7E-A874-B1F87BE01B6F}" dt="2023-07-18T08:51:03.249" v="712"/>
          <ac:cxnSpMkLst>
            <pc:docMk/>
            <pc:sldMk cId="1171523355" sldId="287"/>
            <ac:cxnSpMk id="112" creationId="{23E12E70-482A-252F-D03F-A127BB8D55B4}"/>
          </ac:cxnSpMkLst>
        </pc:cxnChg>
        <pc:cxnChg chg="add del mod">
          <ac:chgData name="Soban Najam" userId="59c411b0-ccb7-4330-99a9-29cc04a2c185" providerId="ADAL" clId="{C100C759-35D2-4A7E-A874-B1F87BE01B6F}" dt="2023-07-18T08:51:03.249" v="712"/>
          <ac:cxnSpMkLst>
            <pc:docMk/>
            <pc:sldMk cId="1171523355" sldId="287"/>
            <ac:cxnSpMk id="113" creationId="{75828999-15C6-01ED-4857-D8A55BF87594}"/>
          </ac:cxnSpMkLst>
        </pc:cxnChg>
        <pc:cxnChg chg="add mod">
          <ac:chgData name="Soban Najam" userId="59c411b0-ccb7-4330-99a9-29cc04a2c185" providerId="ADAL" clId="{C100C759-35D2-4A7E-A874-B1F87BE01B6F}" dt="2023-07-18T09:21:48.966" v="733" actId="1076"/>
          <ac:cxnSpMkLst>
            <pc:docMk/>
            <pc:sldMk cId="1171523355" sldId="287"/>
            <ac:cxnSpMk id="124" creationId="{37D0666B-B685-DBAF-030E-F445E5151C5C}"/>
          </ac:cxnSpMkLst>
        </pc:cxnChg>
      </pc:sldChg>
      <pc:sldChg chg="addSp delSp modSp add mod">
        <pc:chgData name="Soban Najam" userId="59c411b0-ccb7-4330-99a9-29cc04a2c185" providerId="ADAL" clId="{C100C759-35D2-4A7E-A874-B1F87BE01B6F}" dt="2023-07-18T10:59:03.272" v="758" actId="21"/>
        <pc:sldMkLst>
          <pc:docMk/>
          <pc:sldMk cId="1242839540" sldId="288"/>
        </pc:sldMkLst>
        <pc:spChg chg="mod">
          <ac:chgData name="Soban Najam" userId="59c411b0-ccb7-4330-99a9-29cc04a2c185" providerId="ADAL" clId="{C100C759-35D2-4A7E-A874-B1F87BE01B6F}" dt="2023-07-18T07:48:27.067" v="356" actId="404"/>
          <ac:spMkLst>
            <pc:docMk/>
            <pc:sldMk cId="1242839540" sldId="288"/>
            <ac:spMk id="2" creationId="{B9B22647-361E-4356-8224-54CEA6131DE7}"/>
          </ac:spMkLst>
        </pc:spChg>
        <pc:spChg chg="mod">
          <ac:chgData name="Soban Najam" userId="59c411b0-ccb7-4330-99a9-29cc04a2c185" providerId="ADAL" clId="{C100C759-35D2-4A7E-A874-B1F87BE01B6F}" dt="2023-07-18T07:49:02.248" v="365" actId="1076"/>
          <ac:spMkLst>
            <pc:docMk/>
            <pc:sldMk cId="1242839540" sldId="288"/>
            <ac:spMk id="9" creationId="{130832F0-F64A-4E00-A34E-2BC7C3576D1F}"/>
          </ac:spMkLst>
        </pc:spChg>
        <pc:spChg chg="add mod">
          <ac:chgData name="Soban Najam" userId="59c411b0-ccb7-4330-99a9-29cc04a2c185" providerId="ADAL" clId="{C100C759-35D2-4A7E-A874-B1F87BE01B6F}" dt="2023-07-18T08:39:49.367" v="624" actId="1035"/>
          <ac:spMkLst>
            <pc:docMk/>
            <pc:sldMk cId="1242839540" sldId="288"/>
            <ac:spMk id="14" creationId="{5902F286-6C00-49CB-ED02-3500B8736AAE}"/>
          </ac:spMkLst>
        </pc:spChg>
        <pc:spChg chg="add mod">
          <ac:chgData name="Soban Najam" userId="59c411b0-ccb7-4330-99a9-29cc04a2c185" providerId="ADAL" clId="{C100C759-35D2-4A7E-A874-B1F87BE01B6F}" dt="2023-07-18T08:35:14.686" v="461" actId="14100"/>
          <ac:spMkLst>
            <pc:docMk/>
            <pc:sldMk cId="1242839540" sldId="288"/>
            <ac:spMk id="22" creationId="{ABBCDD8F-3620-162C-6DED-D2E145043293}"/>
          </ac:spMkLst>
        </pc:spChg>
        <pc:spChg chg="del">
          <ac:chgData name="Soban Najam" userId="59c411b0-ccb7-4330-99a9-29cc04a2c185" providerId="ADAL" clId="{C100C759-35D2-4A7E-A874-B1F87BE01B6F}" dt="2023-07-18T07:48:50.094" v="361" actId="478"/>
          <ac:spMkLst>
            <pc:docMk/>
            <pc:sldMk cId="1242839540" sldId="288"/>
            <ac:spMk id="23" creationId="{91D2F530-83E0-4554-9699-10F320F69F7B}"/>
          </ac:spMkLst>
        </pc:spChg>
        <pc:spChg chg="mod">
          <ac:chgData name="Soban Najam" userId="59c411b0-ccb7-4330-99a9-29cc04a2c185" providerId="ADAL" clId="{C100C759-35D2-4A7E-A874-B1F87BE01B6F}" dt="2023-07-18T07:49:26.386" v="384" actId="20577"/>
          <ac:spMkLst>
            <pc:docMk/>
            <pc:sldMk cId="1242839540" sldId="288"/>
            <ac:spMk id="25" creationId="{B9FED0B3-F4E2-41F7-A5EA-8D4CD53ADABA}"/>
          </ac:spMkLst>
        </pc:spChg>
        <pc:spChg chg="del">
          <ac:chgData name="Soban Najam" userId="59c411b0-ccb7-4330-99a9-29cc04a2c185" providerId="ADAL" clId="{C100C759-35D2-4A7E-A874-B1F87BE01B6F}" dt="2023-07-18T07:48:50.094" v="361" actId="478"/>
          <ac:spMkLst>
            <pc:docMk/>
            <pc:sldMk cId="1242839540" sldId="288"/>
            <ac:spMk id="32" creationId="{4C9586ED-93CF-4756-A262-730AC181283C}"/>
          </ac:spMkLst>
        </pc:spChg>
        <pc:spChg chg="del">
          <ac:chgData name="Soban Najam" userId="59c411b0-ccb7-4330-99a9-29cc04a2c185" providerId="ADAL" clId="{C100C759-35D2-4A7E-A874-B1F87BE01B6F}" dt="2023-07-18T07:48:50.094" v="361" actId="478"/>
          <ac:spMkLst>
            <pc:docMk/>
            <pc:sldMk cId="1242839540" sldId="288"/>
            <ac:spMk id="34" creationId="{11CDFA78-24DE-4097-B322-1A94C44D5980}"/>
          </ac:spMkLst>
        </pc:spChg>
        <pc:spChg chg="del">
          <ac:chgData name="Soban Najam" userId="59c411b0-ccb7-4330-99a9-29cc04a2c185" providerId="ADAL" clId="{C100C759-35D2-4A7E-A874-B1F87BE01B6F}" dt="2023-07-18T07:48:50.094" v="361" actId="478"/>
          <ac:spMkLst>
            <pc:docMk/>
            <pc:sldMk cId="1242839540" sldId="288"/>
            <ac:spMk id="37" creationId="{FD9E499E-73D5-453A-B177-D58DDABC0432}"/>
          </ac:spMkLst>
        </pc:spChg>
        <pc:spChg chg="add mod">
          <ac:chgData name="Soban Najam" userId="59c411b0-ccb7-4330-99a9-29cc04a2c185" providerId="ADAL" clId="{C100C759-35D2-4A7E-A874-B1F87BE01B6F}" dt="2023-07-18T08:39:49.367" v="624" actId="1035"/>
          <ac:spMkLst>
            <pc:docMk/>
            <pc:sldMk cId="1242839540" sldId="288"/>
            <ac:spMk id="40" creationId="{C3E78731-36F5-D373-2A63-08A366EC9F85}"/>
          </ac:spMkLst>
        </pc:spChg>
        <pc:spChg chg="add mod">
          <ac:chgData name="Soban Najam" userId="59c411b0-ccb7-4330-99a9-29cc04a2c185" providerId="ADAL" clId="{C100C759-35D2-4A7E-A874-B1F87BE01B6F}" dt="2023-07-18T08:39:49.367" v="624" actId="1035"/>
          <ac:spMkLst>
            <pc:docMk/>
            <pc:sldMk cId="1242839540" sldId="288"/>
            <ac:spMk id="41" creationId="{87DD4EB8-D491-0F3C-1853-E29C55758AA1}"/>
          </ac:spMkLst>
        </pc:spChg>
        <pc:spChg chg="del">
          <ac:chgData name="Soban Najam" userId="59c411b0-ccb7-4330-99a9-29cc04a2c185" providerId="ADAL" clId="{C100C759-35D2-4A7E-A874-B1F87BE01B6F}" dt="2023-07-18T07:48:50.094" v="361" actId="478"/>
          <ac:spMkLst>
            <pc:docMk/>
            <pc:sldMk cId="1242839540" sldId="288"/>
            <ac:spMk id="42" creationId="{135AAEBF-0A50-4D8B-9188-A1D2F0D26079}"/>
          </ac:spMkLst>
        </pc:spChg>
        <pc:spChg chg="add mod">
          <ac:chgData name="Soban Najam" userId="59c411b0-ccb7-4330-99a9-29cc04a2c185" providerId="ADAL" clId="{C100C759-35D2-4A7E-A874-B1F87BE01B6F}" dt="2023-07-18T08:40:52.275" v="685" actId="20577"/>
          <ac:spMkLst>
            <pc:docMk/>
            <pc:sldMk cId="1242839540" sldId="288"/>
            <ac:spMk id="43" creationId="{FC7B983D-E733-DAC4-2DF0-069C87AC1401}"/>
          </ac:spMkLst>
        </pc:spChg>
        <pc:spChg chg="del">
          <ac:chgData name="Soban Najam" userId="59c411b0-ccb7-4330-99a9-29cc04a2c185" providerId="ADAL" clId="{C100C759-35D2-4A7E-A874-B1F87BE01B6F}" dt="2023-07-18T07:48:51.898" v="362" actId="478"/>
          <ac:spMkLst>
            <pc:docMk/>
            <pc:sldMk cId="1242839540" sldId="288"/>
            <ac:spMk id="44" creationId="{883A7ED9-1578-4820-A683-422F9061F054}"/>
          </ac:spMkLst>
        </pc:spChg>
        <pc:spChg chg="add mod">
          <ac:chgData name="Soban Najam" userId="59c411b0-ccb7-4330-99a9-29cc04a2c185" providerId="ADAL" clId="{C100C759-35D2-4A7E-A874-B1F87BE01B6F}" dt="2023-07-18T08:39:49.367" v="624" actId="1035"/>
          <ac:spMkLst>
            <pc:docMk/>
            <pc:sldMk cId="1242839540" sldId="288"/>
            <ac:spMk id="49" creationId="{1114C806-07DD-244C-31B4-F2476A41806D}"/>
          </ac:spMkLst>
        </pc:spChg>
        <pc:spChg chg="add mod">
          <ac:chgData name="Soban Najam" userId="59c411b0-ccb7-4330-99a9-29cc04a2c185" providerId="ADAL" clId="{C100C759-35D2-4A7E-A874-B1F87BE01B6F}" dt="2023-07-18T08:39:49.367" v="624" actId="1035"/>
          <ac:spMkLst>
            <pc:docMk/>
            <pc:sldMk cId="1242839540" sldId="288"/>
            <ac:spMk id="50" creationId="{9FE2D5AD-4863-FCD1-FBEA-2A270ECC46E7}"/>
          </ac:spMkLst>
        </pc:spChg>
        <pc:spChg chg="del">
          <ac:chgData name="Soban Najam" userId="59c411b0-ccb7-4330-99a9-29cc04a2c185" providerId="ADAL" clId="{C100C759-35D2-4A7E-A874-B1F87BE01B6F}" dt="2023-07-18T07:48:50.094" v="361" actId="478"/>
          <ac:spMkLst>
            <pc:docMk/>
            <pc:sldMk cId="1242839540" sldId="288"/>
            <ac:spMk id="54" creationId="{42960FB2-5B0C-4659-859F-BC87B2674244}"/>
          </ac:spMkLst>
        </pc:spChg>
        <pc:spChg chg="del">
          <ac:chgData name="Soban Najam" userId="59c411b0-ccb7-4330-99a9-29cc04a2c185" providerId="ADAL" clId="{C100C759-35D2-4A7E-A874-B1F87BE01B6F}" dt="2023-07-18T07:48:50.094" v="361" actId="478"/>
          <ac:spMkLst>
            <pc:docMk/>
            <pc:sldMk cId="1242839540" sldId="288"/>
            <ac:spMk id="55" creationId="{65D87265-90EF-4726-A82A-F83CA27221BF}"/>
          </ac:spMkLst>
        </pc:spChg>
        <pc:spChg chg="del">
          <ac:chgData name="Soban Najam" userId="59c411b0-ccb7-4330-99a9-29cc04a2c185" providerId="ADAL" clId="{C100C759-35D2-4A7E-A874-B1F87BE01B6F}" dt="2023-07-18T07:48:50.094" v="361" actId="478"/>
          <ac:spMkLst>
            <pc:docMk/>
            <pc:sldMk cId="1242839540" sldId="288"/>
            <ac:spMk id="56" creationId="{FBC008B8-C973-4684-AF79-0B694A5D83E7}"/>
          </ac:spMkLst>
        </pc:spChg>
        <pc:spChg chg="del">
          <ac:chgData name="Soban Najam" userId="59c411b0-ccb7-4330-99a9-29cc04a2c185" providerId="ADAL" clId="{C100C759-35D2-4A7E-A874-B1F87BE01B6F}" dt="2023-07-18T07:48:51.898" v="362" actId="478"/>
          <ac:spMkLst>
            <pc:docMk/>
            <pc:sldMk cId="1242839540" sldId="288"/>
            <ac:spMk id="63" creationId="{63CBA9EE-64B4-4B74-AB86-F330FE18B454}"/>
          </ac:spMkLst>
        </pc:spChg>
        <pc:spChg chg="del">
          <ac:chgData name="Soban Najam" userId="59c411b0-ccb7-4330-99a9-29cc04a2c185" providerId="ADAL" clId="{C100C759-35D2-4A7E-A874-B1F87BE01B6F}" dt="2023-07-18T07:48:51.898" v="362" actId="478"/>
          <ac:spMkLst>
            <pc:docMk/>
            <pc:sldMk cId="1242839540" sldId="288"/>
            <ac:spMk id="66" creationId="{D834D3DB-6304-4534-AD9E-90BFDBCE4EE6}"/>
          </ac:spMkLst>
        </pc:spChg>
        <pc:spChg chg="add mod">
          <ac:chgData name="Soban Najam" userId="59c411b0-ccb7-4330-99a9-29cc04a2c185" providerId="ADAL" clId="{C100C759-35D2-4A7E-A874-B1F87BE01B6F}" dt="2023-07-18T08:39:49.367" v="624" actId="1035"/>
          <ac:spMkLst>
            <pc:docMk/>
            <pc:sldMk cId="1242839540" sldId="288"/>
            <ac:spMk id="67" creationId="{6C9ADBEC-78F0-FEEB-7A63-BAB2FC9A91FA}"/>
          </ac:spMkLst>
        </pc:spChg>
        <pc:spChg chg="add mod">
          <ac:chgData name="Soban Najam" userId="59c411b0-ccb7-4330-99a9-29cc04a2c185" providerId="ADAL" clId="{C100C759-35D2-4A7E-A874-B1F87BE01B6F}" dt="2023-07-18T08:40:06.852" v="643" actId="20577"/>
          <ac:spMkLst>
            <pc:docMk/>
            <pc:sldMk cId="1242839540" sldId="288"/>
            <ac:spMk id="73" creationId="{17D0E319-F308-A0F9-206C-9419977E02FE}"/>
          </ac:spMkLst>
        </pc:spChg>
        <pc:spChg chg="add mod">
          <ac:chgData name="Soban Najam" userId="59c411b0-ccb7-4330-99a9-29cc04a2c185" providerId="ADAL" clId="{C100C759-35D2-4A7E-A874-B1F87BE01B6F}" dt="2023-07-18T08:40:59.257" v="691" actId="20577"/>
          <ac:spMkLst>
            <pc:docMk/>
            <pc:sldMk cId="1242839540" sldId="288"/>
            <ac:spMk id="74" creationId="{D0471520-5AEE-F33E-9DC6-A638FB7995F6}"/>
          </ac:spMkLst>
        </pc:spChg>
        <pc:spChg chg="mod">
          <ac:chgData name="Soban Najam" userId="59c411b0-ccb7-4330-99a9-29cc04a2c185" providerId="ADAL" clId="{C100C759-35D2-4A7E-A874-B1F87BE01B6F}" dt="2023-07-18T10:59:01.406" v="755"/>
          <ac:spMkLst>
            <pc:docMk/>
            <pc:sldMk cId="1242839540" sldId="288"/>
            <ac:spMk id="83" creationId="{DDDA3B37-442F-D2D7-D76B-A1AA469F80E6}"/>
          </ac:spMkLst>
        </pc:spChg>
        <pc:spChg chg="mod">
          <ac:chgData name="Soban Najam" userId="59c411b0-ccb7-4330-99a9-29cc04a2c185" providerId="ADAL" clId="{C100C759-35D2-4A7E-A874-B1F87BE01B6F}" dt="2023-07-18T10:59:01.406" v="755"/>
          <ac:spMkLst>
            <pc:docMk/>
            <pc:sldMk cId="1242839540" sldId="288"/>
            <ac:spMk id="84" creationId="{B096F9FD-4DCD-7B6C-EDC8-FEA508781070}"/>
          </ac:spMkLst>
        </pc:spChg>
        <pc:spChg chg="mod">
          <ac:chgData name="Soban Najam" userId="59c411b0-ccb7-4330-99a9-29cc04a2c185" providerId="ADAL" clId="{C100C759-35D2-4A7E-A874-B1F87BE01B6F}" dt="2023-07-18T10:59:01.406" v="755"/>
          <ac:spMkLst>
            <pc:docMk/>
            <pc:sldMk cId="1242839540" sldId="288"/>
            <ac:spMk id="85" creationId="{6FADF735-669B-8F72-71D3-47B7B732112E}"/>
          </ac:spMkLst>
        </pc:spChg>
        <pc:spChg chg="mod">
          <ac:chgData name="Soban Najam" userId="59c411b0-ccb7-4330-99a9-29cc04a2c185" providerId="ADAL" clId="{C100C759-35D2-4A7E-A874-B1F87BE01B6F}" dt="2023-07-18T10:59:01.406" v="755"/>
          <ac:spMkLst>
            <pc:docMk/>
            <pc:sldMk cId="1242839540" sldId="288"/>
            <ac:spMk id="86" creationId="{C986B5D0-4C94-B7F0-C852-7B9D382FF8F4}"/>
          </ac:spMkLst>
        </pc:spChg>
        <pc:spChg chg="mod">
          <ac:chgData name="Soban Najam" userId="59c411b0-ccb7-4330-99a9-29cc04a2c185" providerId="ADAL" clId="{C100C759-35D2-4A7E-A874-B1F87BE01B6F}" dt="2023-07-18T10:59:01.406" v="755"/>
          <ac:spMkLst>
            <pc:docMk/>
            <pc:sldMk cId="1242839540" sldId="288"/>
            <ac:spMk id="87" creationId="{83FF33E8-3A43-C257-FE96-8F98B0576D7C}"/>
          </ac:spMkLst>
        </pc:spChg>
        <pc:spChg chg="mod">
          <ac:chgData name="Soban Najam" userId="59c411b0-ccb7-4330-99a9-29cc04a2c185" providerId="ADAL" clId="{C100C759-35D2-4A7E-A874-B1F87BE01B6F}" dt="2023-07-18T10:59:01.406" v="755"/>
          <ac:spMkLst>
            <pc:docMk/>
            <pc:sldMk cId="1242839540" sldId="288"/>
            <ac:spMk id="89" creationId="{D2C7F6F0-DF27-1064-B600-EB51A4C4B11A}"/>
          </ac:spMkLst>
        </pc:spChg>
        <pc:spChg chg="mod">
          <ac:chgData name="Soban Najam" userId="59c411b0-ccb7-4330-99a9-29cc04a2c185" providerId="ADAL" clId="{C100C759-35D2-4A7E-A874-B1F87BE01B6F}" dt="2023-07-18T10:59:01.406" v="755"/>
          <ac:spMkLst>
            <pc:docMk/>
            <pc:sldMk cId="1242839540" sldId="288"/>
            <ac:spMk id="90" creationId="{99BA5F8A-5E44-6CCD-432C-8E61221D8E95}"/>
          </ac:spMkLst>
        </pc:spChg>
        <pc:spChg chg="mod">
          <ac:chgData name="Soban Najam" userId="59c411b0-ccb7-4330-99a9-29cc04a2c185" providerId="ADAL" clId="{C100C759-35D2-4A7E-A874-B1F87BE01B6F}" dt="2023-07-18T10:59:01.406" v="755"/>
          <ac:spMkLst>
            <pc:docMk/>
            <pc:sldMk cId="1242839540" sldId="288"/>
            <ac:spMk id="92" creationId="{B34FCCC0-DC3F-B4E9-2C81-48DD87051086}"/>
          </ac:spMkLst>
        </pc:spChg>
        <pc:spChg chg="mod">
          <ac:chgData name="Soban Najam" userId="59c411b0-ccb7-4330-99a9-29cc04a2c185" providerId="ADAL" clId="{C100C759-35D2-4A7E-A874-B1F87BE01B6F}" dt="2023-07-18T10:59:01.406" v="755"/>
          <ac:spMkLst>
            <pc:docMk/>
            <pc:sldMk cId="1242839540" sldId="288"/>
            <ac:spMk id="94" creationId="{0BDCC61E-084C-116F-2822-89369856998E}"/>
          </ac:spMkLst>
        </pc:spChg>
        <pc:spChg chg="mod">
          <ac:chgData name="Soban Najam" userId="59c411b0-ccb7-4330-99a9-29cc04a2c185" providerId="ADAL" clId="{C100C759-35D2-4A7E-A874-B1F87BE01B6F}" dt="2023-07-18T10:59:01.406" v="755"/>
          <ac:spMkLst>
            <pc:docMk/>
            <pc:sldMk cId="1242839540" sldId="288"/>
            <ac:spMk id="95" creationId="{DEE1012D-1C8F-6167-F3CA-EF9D69AE47E7}"/>
          </ac:spMkLst>
        </pc:spChg>
        <pc:spChg chg="mod">
          <ac:chgData name="Soban Najam" userId="59c411b0-ccb7-4330-99a9-29cc04a2c185" providerId="ADAL" clId="{C100C759-35D2-4A7E-A874-B1F87BE01B6F}" dt="2023-07-18T10:59:01.406" v="755"/>
          <ac:spMkLst>
            <pc:docMk/>
            <pc:sldMk cId="1242839540" sldId="288"/>
            <ac:spMk id="96" creationId="{1DCDFEA8-B246-813A-CA19-C3EE6B1EFC3C}"/>
          </ac:spMkLst>
        </pc:spChg>
        <pc:spChg chg="mod">
          <ac:chgData name="Soban Najam" userId="59c411b0-ccb7-4330-99a9-29cc04a2c185" providerId="ADAL" clId="{C100C759-35D2-4A7E-A874-B1F87BE01B6F}" dt="2023-07-18T10:59:01.406" v="755"/>
          <ac:spMkLst>
            <pc:docMk/>
            <pc:sldMk cId="1242839540" sldId="288"/>
            <ac:spMk id="98" creationId="{1B33CAAF-62F4-56A8-580D-26A8BF0862F2}"/>
          </ac:spMkLst>
        </pc:spChg>
        <pc:spChg chg="mod">
          <ac:chgData name="Soban Najam" userId="59c411b0-ccb7-4330-99a9-29cc04a2c185" providerId="ADAL" clId="{C100C759-35D2-4A7E-A874-B1F87BE01B6F}" dt="2023-07-18T10:59:01.406" v="755"/>
          <ac:spMkLst>
            <pc:docMk/>
            <pc:sldMk cId="1242839540" sldId="288"/>
            <ac:spMk id="99" creationId="{9ADC3C88-F6EB-3F90-F43A-BBD637FBE9AA}"/>
          </ac:spMkLst>
        </pc:spChg>
        <pc:spChg chg="mod">
          <ac:chgData name="Soban Najam" userId="59c411b0-ccb7-4330-99a9-29cc04a2c185" providerId="ADAL" clId="{C100C759-35D2-4A7E-A874-B1F87BE01B6F}" dt="2023-07-18T10:59:01.406" v="755"/>
          <ac:spMkLst>
            <pc:docMk/>
            <pc:sldMk cId="1242839540" sldId="288"/>
            <ac:spMk id="102" creationId="{2D72F371-7D10-F704-B40E-B86DC1BF428C}"/>
          </ac:spMkLst>
        </pc:spChg>
        <pc:spChg chg="mod">
          <ac:chgData name="Soban Najam" userId="59c411b0-ccb7-4330-99a9-29cc04a2c185" providerId="ADAL" clId="{C100C759-35D2-4A7E-A874-B1F87BE01B6F}" dt="2023-07-18T10:59:01.406" v="755"/>
          <ac:spMkLst>
            <pc:docMk/>
            <pc:sldMk cId="1242839540" sldId="288"/>
            <ac:spMk id="104" creationId="{EC24A7F0-220C-5753-FAA9-BB0D5877ECBB}"/>
          </ac:spMkLst>
        </pc:spChg>
        <pc:spChg chg="mod">
          <ac:chgData name="Soban Najam" userId="59c411b0-ccb7-4330-99a9-29cc04a2c185" providerId="ADAL" clId="{C100C759-35D2-4A7E-A874-B1F87BE01B6F}" dt="2023-07-18T10:59:01.406" v="755"/>
          <ac:spMkLst>
            <pc:docMk/>
            <pc:sldMk cId="1242839540" sldId="288"/>
            <ac:spMk id="105" creationId="{52D8E254-824F-078F-97A6-C9B942F67212}"/>
          </ac:spMkLst>
        </pc:spChg>
        <pc:grpChg chg="add del mod">
          <ac:chgData name="Soban Najam" userId="59c411b0-ccb7-4330-99a9-29cc04a2c185" providerId="ADAL" clId="{C100C759-35D2-4A7E-A874-B1F87BE01B6F}" dt="2023-07-18T10:59:02.831" v="756"/>
          <ac:grpSpMkLst>
            <pc:docMk/>
            <pc:sldMk cId="1242839540" sldId="288"/>
            <ac:grpSpMk id="82" creationId="{D77DB58F-09F7-B7A7-B8E9-638D9521BD1B}"/>
          </ac:grpSpMkLst>
        </pc:grpChg>
        <pc:picChg chg="add del">
          <ac:chgData name="Soban Najam" userId="59c411b0-ccb7-4330-99a9-29cc04a2c185" providerId="ADAL" clId="{C100C759-35D2-4A7E-A874-B1F87BE01B6F}" dt="2023-07-18T10:59:03.272" v="758" actId="21"/>
          <ac:picMkLst>
            <pc:docMk/>
            <pc:sldMk cId="1242839540" sldId="288"/>
            <ac:picMk id="108" creationId="{5A753139-6E62-A38B-E73B-D7813770D27A}"/>
          </ac:picMkLst>
        </pc:picChg>
        <pc:cxnChg chg="mod">
          <ac:chgData name="Soban Najam" userId="59c411b0-ccb7-4330-99a9-29cc04a2c185" providerId="ADAL" clId="{C100C759-35D2-4A7E-A874-B1F87BE01B6F}" dt="2023-07-18T07:49:02.248" v="365" actId="1076"/>
          <ac:cxnSpMkLst>
            <pc:docMk/>
            <pc:sldMk cId="1242839540" sldId="288"/>
            <ac:cxnSpMk id="12" creationId="{C1F97131-4E4B-4B53-9721-413AA3DB8173}"/>
          </ac:cxnSpMkLst>
        </pc:cxnChg>
        <pc:cxnChg chg="add mod">
          <ac:chgData name="Soban Najam" userId="59c411b0-ccb7-4330-99a9-29cc04a2c185" providerId="ADAL" clId="{C100C759-35D2-4A7E-A874-B1F87BE01B6F}" dt="2023-07-18T08:35:14.686" v="461" actId="14100"/>
          <ac:cxnSpMkLst>
            <pc:docMk/>
            <pc:sldMk cId="1242839540" sldId="288"/>
            <ac:cxnSpMk id="15" creationId="{A7230CA8-84C8-5BC3-9D0C-8C822F9B3D60}"/>
          </ac:cxnSpMkLst>
        </pc:cxnChg>
        <pc:cxnChg chg="del mod">
          <ac:chgData name="Soban Najam" userId="59c411b0-ccb7-4330-99a9-29cc04a2c185" providerId="ADAL" clId="{C100C759-35D2-4A7E-A874-B1F87BE01B6F}" dt="2023-07-18T07:48:53.734" v="363" actId="478"/>
          <ac:cxnSpMkLst>
            <pc:docMk/>
            <pc:sldMk cId="1242839540" sldId="288"/>
            <ac:cxnSpMk id="30" creationId="{DFEEB6F3-8DDE-4407-90BA-0800D59C39E7}"/>
          </ac:cxnSpMkLst>
        </pc:cxnChg>
        <pc:cxnChg chg="del">
          <ac:chgData name="Soban Najam" userId="59c411b0-ccb7-4330-99a9-29cc04a2c185" providerId="ADAL" clId="{C100C759-35D2-4A7E-A874-B1F87BE01B6F}" dt="2023-07-18T07:48:50.094" v="361" actId="478"/>
          <ac:cxnSpMkLst>
            <pc:docMk/>
            <pc:sldMk cId="1242839540" sldId="288"/>
            <ac:cxnSpMk id="31" creationId="{BE5B6C5D-DFA7-4A3B-B406-EC2D84E3BFFC}"/>
          </ac:cxnSpMkLst>
        </pc:cxnChg>
        <pc:cxnChg chg="del mod">
          <ac:chgData name="Soban Najam" userId="59c411b0-ccb7-4330-99a9-29cc04a2c185" providerId="ADAL" clId="{C100C759-35D2-4A7E-A874-B1F87BE01B6F}" dt="2023-07-18T07:48:50.094" v="361" actId="478"/>
          <ac:cxnSpMkLst>
            <pc:docMk/>
            <pc:sldMk cId="1242839540" sldId="288"/>
            <ac:cxnSpMk id="33" creationId="{7EAB9C73-6E44-4987-A4B8-D6ACA485F2AE}"/>
          </ac:cxnSpMkLst>
        </pc:cxnChg>
        <pc:cxnChg chg="add mod">
          <ac:chgData name="Soban Najam" userId="59c411b0-ccb7-4330-99a9-29cc04a2c185" providerId="ADAL" clId="{C100C759-35D2-4A7E-A874-B1F87BE01B6F}" dt="2023-07-18T08:39:49.367" v="624" actId="1035"/>
          <ac:cxnSpMkLst>
            <pc:docMk/>
            <pc:sldMk cId="1242839540" sldId="288"/>
            <ac:cxnSpMk id="35" creationId="{EB0AB4D4-14AE-FA47-9B4E-ACCE16F0F2C2}"/>
          </ac:cxnSpMkLst>
        </pc:cxnChg>
        <pc:cxnChg chg="del mod">
          <ac:chgData name="Soban Najam" userId="59c411b0-ccb7-4330-99a9-29cc04a2c185" providerId="ADAL" clId="{C100C759-35D2-4A7E-A874-B1F87BE01B6F}" dt="2023-07-18T07:48:50.094" v="361" actId="478"/>
          <ac:cxnSpMkLst>
            <pc:docMk/>
            <pc:sldMk cId="1242839540" sldId="288"/>
            <ac:cxnSpMk id="38" creationId="{A05B9ED4-36A5-4465-A22F-1F00B8C5A3CF}"/>
          </ac:cxnSpMkLst>
        </pc:cxnChg>
        <pc:cxnChg chg="del mod">
          <ac:chgData name="Soban Najam" userId="59c411b0-ccb7-4330-99a9-29cc04a2c185" providerId="ADAL" clId="{C100C759-35D2-4A7E-A874-B1F87BE01B6F}" dt="2023-07-18T07:48:50.094" v="361" actId="478"/>
          <ac:cxnSpMkLst>
            <pc:docMk/>
            <pc:sldMk cId="1242839540" sldId="288"/>
            <ac:cxnSpMk id="45" creationId="{A825E0C3-E022-4B45-B6AB-EC9EAD92CA6E}"/>
          </ac:cxnSpMkLst>
        </pc:cxnChg>
        <pc:cxnChg chg="add mod">
          <ac:chgData name="Soban Najam" userId="59c411b0-ccb7-4330-99a9-29cc04a2c185" providerId="ADAL" clId="{C100C759-35D2-4A7E-A874-B1F87BE01B6F}" dt="2023-07-18T08:39:49.367" v="624" actId="1035"/>
          <ac:cxnSpMkLst>
            <pc:docMk/>
            <pc:sldMk cId="1242839540" sldId="288"/>
            <ac:cxnSpMk id="46" creationId="{41D83676-28E7-FAD5-49E1-D22C20D16ECA}"/>
          </ac:cxnSpMkLst>
        </pc:cxnChg>
        <pc:cxnChg chg="del mod">
          <ac:chgData name="Soban Najam" userId="59c411b0-ccb7-4330-99a9-29cc04a2c185" providerId="ADAL" clId="{C100C759-35D2-4A7E-A874-B1F87BE01B6F}" dt="2023-07-18T07:48:51.898" v="362" actId="478"/>
          <ac:cxnSpMkLst>
            <pc:docMk/>
            <pc:sldMk cId="1242839540" sldId="288"/>
            <ac:cxnSpMk id="51" creationId="{7157A52E-AB2A-47DD-97CA-A9F1C2FD442D}"/>
          </ac:cxnSpMkLst>
        </pc:cxnChg>
        <pc:cxnChg chg="add mod">
          <ac:chgData name="Soban Najam" userId="59c411b0-ccb7-4330-99a9-29cc04a2c185" providerId="ADAL" clId="{C100C759-35D2-4A7E-A874-B1F87BE01B6F}" dt="2023-07-18T08:39:49.367" v="624" actId="1035"/>
          <ac:cxnSpMkLst>
            <pc:docMk/>
            <pc:sldMk cId="1242839540" sldId="288"/>
            <ac:cxnSpMk id="52" creationId="{4C920AEF-D2B6-196D-4C3D-5AF28EE8AE9E}"/>
          </ac:cxnSpMkLst>
        </pc:cxnChg>
        <pc:cxnChg chg="add mod">
          <ac:chgData name="Soban Najam" userId="59c411b0-ccb7-4330-99a9-29cc04a2c185" providerId="ADAL" clId="{C100C759-35D2-4A7E-A874-B1F87BE01B6F}" dt="2023-07-18T08:39:49.367" v="624" actId="1035"/>
          <ac:cxnSpMkLst>
            <pc:docMk/>
            <pc:sldMk cId="1242839540" sldId="288"/>
            <ac:cxnSpMk id="53" creationId="{B9EB231E-F572-35EE-3E4C-3A097AFCD90B}"/>
          </ac:cxnSpMkLst>
        </pc:cxnChg>
        <pc:cxnChg chg="del mod">
          <ac:chgData name="Soban Najam" userId="59c411b0-ccb7-4330-99a9-29cc04a2c185" providerId="ADAL" clId="{C100C759-35D2-4A7E-A874-B1F87BE01B6F}" dt="2023-07-18T07:48:50.094" v="361" actId="478"/>
          <ac:cxnSpMkLst>
            <pc:docMk/>
            <pc:sldMk cId="1242839540" sldId="288"/>
            <ac:cxnSpMk id="58" creationId="{CFD234DB-5542-4A98-A6CE-CFDD414067E7}"/>
          </ac:cxnSpMkLst>
        </pc:cxnChg>
        <pc:cxnChg chg="del mod">
          <ac:chgData name="Soban Najam" userId="59c411b0-ccb7-4330-99a9-29cc04a2c185" providerId="ADAL" clId="{C100C759-35D2-4A7E-A874-B1F87BE01B6F}" dt="2023-07-18T07:48:51.898" v="362" actId="478"/>
          <ac:cxnSpMkLst>
            <pc:docMk/>
            <pc:sldMk cId="1242839540" sldId="288"/>
            <ac:cxnSpMk id="68" creationId="{3007F309-E2E7-4B54-ACB4-3ABAC5EB392A}"/>
          </ac:cxnSpMkLst>
        </pc:cxnChg>
        <pc:cxnChg chg="del mod">
          <ac:chgData name="Soban Najam" userId="59c411b0-ccb7-4330-99a9-29cc04a2c185" providerId="ADAL" clId="{C100C759-35D2-4A7E-A874-B1F87BE01B6F}" dt="2023-07-18T07:48:51.898" v="362" actId="478"/>
          <ac:cxnSpMkLst>
            <pc:docMk/>
            <pc:sldMk cId="1242839540" sldId="288"/>
            <ac:cxnSpMk id="69" creationId="{05164612-41A2-4D76-8214-7E3060922F39}"/>
          </ac:cxnSpMkLst>
        </pc:cxnChg>
        <pc:cxnChg chg="add mod">
          <ac:chgData name="Soban Najam" userId="59c411b0-ccb7-4330-99a9-29cc04a2c185" providerId="ADAL" clId="{C100C759-35D2-4A7E-A874-B1F87BE01B6F}" dt="2023-07-18T08:39:49.367" v="624" actId="1035"/>
          <ac:cxnSpMkLst>
            <pc:docMk/>
            <pc:sldMk cId="1242839540" sldId="288"/>
            <ac:cxnSpMk id="70" creationId="{5BA8DAB3-510C-C40B-441C-70A1245AD609}"/>
          </ac:cxnSpMkLst>
        </pc:cxnChg>
        <pc:cxnChg chg="add mod">
          <ac:chgData name="Soban Najam" userId="59c411b0-ccb7-4330-99a9-29cc04a2c185" providerId="ADAL" clId="{C100C759-35D2-4A7E-A874-B1F87BE01B6F}" dt="2023-07-18T08:39:56.074" v="642" actId="1036"/>
          <ac:cxnSpMkLst>
            <pc:docMk/>
            <pc:sldMk cId="1242839540" sldId="288"/>
            <ac:cxnSpMk id="75" creationId="{2E76693B-D520-2E66-CE5B-EAA197C0B77A}"/>
          </ac:cxnSpMkLst>
        </pc:cxnChg>
        <pc:cxnChg chg="add mod">
          <ac:chgData name="Soban Najam" userId="59c411b0-ccb7-4330-99a9-29cc04a2c185" providerId="ADAL" clId="{C100C759-35D2-4A7E-A874-B1F87BE01B6F}" dt="2023-07-18T08:39:49.367" v="624" actId="1035"/>
          <ac:cxnSpMkLst>
            <pc:docMk/>
            <pc:sldMk cId="1242839540" sldId="288"/>
            <ac:cxnSpMk id="76" creationId="{2C272362-143C-1808-6DAF-72784E6C96D2}"/>
          </ac:cxnSpMkLst>
        </pc:cxnChg>
        <pc:cxnChg chg="mod">
          <ac:chgData name="Soban Najam" userId="59c411b0-ccb7-4330-99a9-29cc04a2c185" providerId="ADAL" clId="{C100C759-35D2-4A7E-A874-B1F87BE01B6F}" dt="2023-07-18T10:59:01.406" v="755"/>
          <ac:cxnSpMkLst>
            <pc:docMk/>
            <pc:sldMk cId="1242839540" sldId="288"/>
            <ac:cxnSpMk id="88" creationId="{AF28801B-09D0-B593-F638-48D957EC4340}"/>
          </ac:cxnSpMkLst>
        </pc:cxnChg>
        <pc:cxnChg chg="mod">
          <ac:chgData name="Soban Najam" userId="59c411b0-ccb7-4330-99a9-29cc04a2c185" providerId="ADAL" clId="{C100C759-35D2-4A7E-A874-B1F87BE01B6F}" dt="2023-07-18T10:59:01.406" v="755"/>
          <ac:cxnSpMkLst>
            <pc:docMk/>
            <pc:sldMk cId="1242839540" sldId="288"/>
            <ac:cxnSpMk id="91" creationId="{A3FA1DE1-F9F5-B437-9089-83E9DB26440E}"/>
          </ac:cxnSpMkLst>
        </pc:cxnChg>
        <pc:cxnChg chg="mod">
          <ac:chgData name="Soban Najam" userId="59c411b0-ccb7-4330-99a9-29cc04a2c185" providerId="ADAL" clId="{C100C759-35D2-4A7E-A874-B1F87BE01B6F}" dt="2023-07-18T10:59:01.406" v="755"/>
          <ac:cxnSpMkLst>
            <pc:docMk/>
            <pc:sldMk cId="1242839540" sldId="288"/>
            <ac:cxnSpMk id="93" creationId="{0136F0D5-1246-5B44-101E-728BEA303184}"/>
          </ac:cxnSpMkLst>
        </pc:cxnChg>
        <pc:cxnChg chg="mod">
          <ac:chgData name="Soban Najam" userId="59c411b0-ccb7-4330-99a9-29cc04a2c185" providerId="ADAL" clId="{C100C759-35D2-4A7E-A874-B1F87BE01B6F}" dt="2023-07-18T10:59:01.406" v="755"/>
          <ac:cxnSpMkLst>
            <pc:docMk/>
            <pc:sldMk cId="1242839540" sldId="288"/>
            <ac:cxnSpMk id="97" creationId="{39BD9F14-203A-65ED-74E6-16EA8C6A4BC5}"/>
          </ac:cxnSpMkLst>
        </pc:cxnChg>
        <pc:cxnChg chg="mod">
          <ac:chgData name="Soban Najam" userId="59c411b0-ccb7-4330-99a9-29cc04a2c185" providerId="ADAL" clId="{C100C759-35D2-4A7E-A874-B1F87BE01B6F}" dt="2023-07-18T10:59:01.406" v="755"/>
          <ac:cxnSpMkLst>
            <pc:docMk/>
            <pc:sldMk cId="1242839540" sldId="288"/>
            <ac:cxnSpMk id="100" creationId="{9E980260-B785-CB39-A05B-13DB61BB633E}"/>
          </ac:cxnSpMkLst>
        </pc:cxnChg>
        <pc:cxnChg chg="mod">
          <ac:chgData name="Soban Najam" userId="59c411b0-ccb7-4330-99a9-29cc04a2c185" providerId="ADAL" clId="{C100C759-35D2-4A7E-A874-B1F87BE01B6F}" dt="2023-07-18T10:59:01.406" v="755"/>
          <ac:cxnSpMkLst>
            <pc:docMk/>
            <pc:sldMk cId="1242839540" sldId="288"/>
            <ac:cxnSpMk id="101" creationId="{AEC9A378-F5D2-BC82-DE71-AA1DBA9A4C4B}"/>
          </ac:cxnSpMkLst>
        </pc:cxnChg>
        <pc:cxnChg chg="mod">
          <ac:chgData name="Soban Najam" userId="59c411b0-ccb7-4330-99a9-29cc04a2c185" providerId="ADAL" clId="{C100C759-35D2-4A7E-A874-B1F87BE01B6F}" dt="2023-07-18T10:59:01.406" v="755"/>
          <ac:cxnSpMkLst>
            <pc:docMk/>
            <pc:sldMk cId="1242839540" sldId="288"/>
            <ac:cxnSpMk id="103" creationId="{92AC2E6E-5B7E-7C6C-8F32-B090A33D4808}"/>
          </ac:cxnSpMkLst>
        </pc:cxnChg>
        <pc:cxnChg chg="mod">
          <ac:chgData name="Soban Najam" userId="59c411b0-ccb7-4330-99a9-29cc04a2c185" providerId="ADAL" clId="{C100C759-35D2-4A7E-A874-B1F87BE01B6F}" dt="2023-07-18T10:59:01.406" v="755"/>
          <ac:cxnSpMkLst>
            <pc:docMk/>
            <pc:sldMk cId="1242839540" sldId="288"/>
            <ac:cxnSpMk id="106" creationId="{78DAF56A-33FE-8054-895A-F43418BC29AF}"/>
          </ac:cxnSpMkLst>
        </pc:cxnChg>
        <pc:cxnChg chg="mod">
          <ac:chgData name="Soban Najam" userId="59c411b0-ccb7-4330-99a9-29cc04a2c185" providerId="ADAL" clId="{C100C759-35D2-4A7E-A874-B1F87BE01B6F}" dt="2023-07-18T10:59:01.406" v="755"/>
          <ac:cxnSpMkLst>
            <pc:docMk/>
            <pc:sldMk cId="1242839540" sldId="288"/>
            <ac:cxnSpMk id="107" creationId="{0F44A0F2-6020-1B59-E0C9-E3B1727BF02A}"/>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F4159-7FAB-40E4-8AC0-A1BA0013871D}" type="datetimeFigureOut">
              <a:rPr lang="x-none" smtClean="0"/>
              <a:t>10/02/2025</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01C65A-2F3C-493D-AD1E-AF0F13C18345}" type="slidenum">
              <a:rPr lang="x-none" smtClean="0"/>
              <a:t>‹#›</a:t>
            </a:fld>
            <a:endParaRPr lang="x-none"/>
          </a:p>
        </p:txBody>
      </p:sp>
    </p:spTree>
    <p:extLst>
      <p:ext uri="{BB962C8B-B14F-4D97-AF65-F5344CB8AC3E}">
        <p14:creationId xmlns:p14="http://schemas.microsoft.com/office/powerpoint/2010/main" val="4142639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AutoShape 3">
            <a:extLst>
              <a:ext uri="{FF2B5EF4-FFF2-40B4-BE49-F238E27FC236}">
                <a16:creationId xmlns:a16="http://schemas.microsoft.com/office/drawing/2014/main" xmlns="" id="{A81F1FF7-B781-4389-885D-9DF55DCF3033}"/>
              </a:ext>
            </a:extLst>
          </p:cNvPr>
          <p:cNvSpPr>
            <a:spLocks noChangeAspect="1" noChangeArrowheads="1" noTextEdit="1"/>
          </p:cNvSpPr>
          <p:nvPr userDrawn="1"/>
        </p:nvSpPr>
        <p:spPr bwMode="black">
          <a:xfrm>
            <a:off x="551942" y="453168"/>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8" name="AutoShape 3">
            <a:extLst>
              <a:ext uri="{FF2B5EF4-FFF2-40B4-BE49-F238E27FC236}">
                <a16:creationId xmlns:a16="http://schemas.microsoft.com/office/drawing/2014/main" xmlns="" id="{E59C4C79-01A6-463F-98E3-6906581776CD}"/>
              </a:ext>
            </a:extLst>
          </p:cNvPr>
          <p:cNvSpPr>
            <a:spLocks noChangeAspect="1" noChangeArrowheads="1" noTextEdit="1"/>
          </p:cNvSpPr>
          <p:nvPr userDrawn="1"/>
        </p:nvSpPr>
        <p:spPr bwMode="black">
          <a:xfrm>
            <a:off x="704342" y="605568"/>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Tree>
    <p:extLst>
      <p:ext uri="{BB962C8B-B14F-4D97-AF65-F5344CB8AC3E}">
        <p14:creationId xmlns:p14="http://schemas.microsoft.com/office/powerpoint/2010/main" val="27180486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961570"/>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microsoft.com/office/2007/relationships/hdphoto" Target="../media/hdphoto1.wd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3.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1.xml"/><Relationship Id="rId5" Type="http://schemas.openxmlformats.org/officeDocument/2006/relationships/tags" Target="../tags/tag8.xml"/><Relationship Id="rId4" Type="http://schemas.openxmlformats.org/officeDocument/2006/relationships/tags" Target="../tags/tag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1.xml"/><Relationship Id="rId7" Type="http://schemas.openxmlformats.org/officeDocument/2006/relationships/image" Target="../media/image5.sv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Layout" Target="../slideLayouts/slideLayout1.xml"/><Relationship Id="rId9"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emf"/><Relationship Id="rId3" Type="http://schemas.openxmlformats.org/officeDocument/2006/relationships/tags" Target="../tags/tag14.xml"/><Relationship Id="rId7" Type="http://schemas.openxmlformats.org/officeDocument/2006/relationships/image" Target="../media/image3.png"/><Relationship Id="rId12" Type="http://schemas.openxmlformats.org/officeDocument/2006/relationships/image" Target="../media/image10.png"/><Relationship Id="rId17" Type="http://schemas.openxmlformats.org/officeDocument/2006/relationships/image" Target="../media/image15.emf"/><Relationship Id="rId2" Type="http://schemas.openxmlformats.org/officeDocument/2006/relationships/tags" Target="../tags/tag13.xml"/><Relationship Id="rId16" Type="http://schemas.openxmlformats.org/officeDocument/2006/relationships/image" Target="../media/image14.emf"/><Relationship Id="rId1" Type="http://schemas.openxmlformats.org/officeDocument/2006/relationships/tags" Target="../tags/tag12.xml"/><Relationship Id="rId6" Type="http://schemas.openxmlformats.org/officeDocument/2006/relationships/slideLayout" Target="../slideLayouts/slideLayout1.xml"/><Relationship Id="rId11" Type="http://schemas.openxmlformats.org/officeDocument/2006/relationships/image" Target="../media/image9.png"/><Relationship Id="rId5" Type="http://schemas.openxmlformats.org/officeDocument/2006/relationships/tags" Target="../tags/tag16.xml"/><Relationship Id="rId15" Type="http://schemas.openxmlformats.org/officeDocument/2006/relationships/image" Target="../media/image13.emf"/><Relationship Id="rId10" Type="http://schemas.openxmlformats.org/officeDocument/2006/relationships/image" Target="../media/image8.png"/><Relationship Id="rId4" Type="http://schemas.openxmlformats.org/officeDocument/2006/relationships/tags" Target="../tags/tag15.xml"/><Relationship Id="rId9" Type="http://schemas.openxmlformats.org/officeDocument/2006/relationships/image" Target="../media/image7.png"/><Relationship Id="rId1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3" Type="http://schemas.openxmlformats.org/officeDocument/2006/relationships/tags" Target="../tags/tag19.xml"/><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emf"/><Relationship Id="rId2" Type="http://schemas.openxmlformats.org/officeDocument/2006/relationships/tags" Target="../tags/tag18.xml"/><Relationship Id="rId16" Type="http://schemas.openxmlformats.org/officeDocument/2006/relationships/image" Target="../media/image15.emf"/><Relationship Id="rId1" Type="http://schemas.openxmlformats.org/officeDocument/2006/relationships/tags" Target="../tags/tag17.xml"/><Relationship Id="rId6" Type="http://schemas.openxmlformats.org/officeDocument/2006/relationships/image" Target="../media/image3.png"/><Relationship Id="rId11" Type="http://schemas.openxmlformats.org/officeDocument/2006/relationships/image" Target="../media/image10.png"/><Relationship Id="rId5" Type="http://schemas.openxmlformats.org/officeDocument/2006/relationships/slideLayout" Target="../slideLayouts/slideLayout1.xml"/><Relationship Id="rId15" Type="http://schemas.openxmlformats.org/officeDocument/2006/relationships/image" Target="../media/image14.emf"/><Relationship Id="rId10" Type="http://schemas.openxmlformats.org/officeDocument/2006/relationships/image" Target="../media/image9.png"/><Relationship Id="rId4" Type="http://schemas.openxmlformats.org/officeDocument/2006/relationships/tags" Target="../tags/tag20.xml"/><Relationship Id="rId9" Type="http://schemas.openxmlformats.org/officeDocument/2006/relationships/image" Target="../media/image8.png"/><Relationship Id="rId14"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6229"/>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xmlns="" id="{0A3EA2A6-68C9-4903-8603-B6161A7EDB85}"/>
              </a:ext>
            </a:extLst>
          </p:cNvPr>
          <p:cNvSpPr txBox="1">
            <a:spLocks/>
          </p:cNvSpPr>
          <p:nvPr>
            <p:custDataLst>
              <p:tags r:id="rId1"/>
            </p:custDataLst>
          </p:nvPr>
        </p:nvSpPr>
        <p:spPr>
          <a:xfrm>
            <a:off x="768759" y="2377139"/>
            <a:ext cx="6147607" cy="2292138"/>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400" b="1" kern="1200" spc="0" baseline="0">
                <a:ln w="6350" cap="flat">
                  <a:noFill/>
                  <a:miter lim="800000"/>
                </a:ln>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w="6350" cap="flat">
                  <a:noFill/>
                  <a:miter lim="800000"/>
                </a:ln>
                <a:solidFill>
                  <a:srgbClr val="E5C747"/>
                </a:solidFill>
                <a:effectLst/>
                <a:uLnTx/>
                <a:uFillTx/>
                <a:latin typeface="Georgia"/>
                <a:ea typeface="+mj-ea"/>
                <a:cs typeface="+mj-cs"/>
              </a:rPr>
              <a:t>Adoption Of A National QR Code Standard</a:t>
            </a:r>
          </a:p>
        </p:txBody>
      </p:sp>
      <p:sp>
        <p:nvSpPr>
          <p:cNvPr id="9" name="Subtitle">
            <a:extLst>
              <a:ext uri="{FF2B5EF4-FFF2-40B4-BE49-F238E27FC236}">
                <a16:creationId xmlns:a16="http://schemas.microsoft.com/office/drawing/2014/main" xmlns="" id="{CD24ADC6-38DA-450E-9302-C391CE1B9E99}"/>
              </a:ext>
            </a:extLst>
          </p:cNvPr>
          <p:cNvSpPr txBox="1">
            <a:spLocks/>
          </p:cNvSpPr>
          <p:nvPr>
            <p:custDataLst>
              <p:tags r:id="rId2"/>
            </p:custDataLst>
          </p:nvPr>
        </p:nvSpPr>
        <p:spPr>
          <a:xfrm>
            <a:off x="768757" y="5159131"/>
            <a:ext cx="9412189" cy="606742"/>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2000" kern="1200">
                <a:solidFill>
                  <a:schemeClr val="tx1"/>
                </a:solidFill>
                <a:latin typeface="+mn-lt"/>
                <a:ea typeface="+mn-ea"/>
                <a:cs typeface="Arial" panose="020B0604020202020204" pitchFamily="34" charset="0"/>
              </a:defRPr>
            </a:lvl1pPr>
            <a:lvl2pPr marL="457200"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tx1"/>
                </a:solidFill>
                <a:latin typeface="+mn-lt"/>
                <a:ea typeface="+mn-ea"/>
                <a:cs typeface="Arial" panose="020B0604020202020204" pitchFamily="34" charset="0"/>
              </a:defRPr>
            </a:lvl2pPr>
            <a:lvl3pPr marL="914400"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1371600"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tx1"/>
                </a:solidFill>
                <a:latin typeface="+mn-lt"/>
                <a:ea typeface="+mn-ea"/>
                <a:cs typeface="Arial" panose="020B0604020202020204" pitchFamily="34" charset="0"/>
              </a:defRPr>
            </a:lvl4pPr>
            <a:lvl5pPr marL="18288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5pPr>
            <a:lvl6pPr marL="22860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2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4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6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400" b="0" i="1" u="none" strike="noStrike" kern="1200" cap="none" spc="0" normalizeH="0" baseline="0" noProof="0" dirty="0">
                <a:ln>
                  <a:noFill/>
                </a:ln>
                <a:solidFill>
                  <a:srgbClr val="E5C747"/>
                </a:solidFill>
                <a:effectLst/>
                <a:uLnTx/>
                <a:uFillTx/>
                <a:latin typeface="Arial"/>
                <a:ea typeface="+mn-ea"/>
                <a:cs typeface="Arial" panose="020B0604020202020204" pitchFamily="34" charset="0"/>
              </a:rPr>
              <a:t>Technical Brief on the </a:t>
            </a:r>
            <a:r>
              <a:rPr lang="en-US" sz="1400" i="1" dirty="0">
                <a:solidFill>
                  <a:srgbClr val="E5C747"/>
                </a:solidFill>
                <a:latin typeface="Arial"/>
              </a:rPr>
              <a:t>adoption of a National and Fully Interoperable QR Code Standard</a:t>
            </a:r>
            <a:endParaRPr kumimoji="0" lang="en-US" sz="1400" b="0" i="1" u="none" strike="noStrike" kern="1200" cap="none" spc="0" normalizeH="0" baseline="0" noProof="0" dirty="0">
              <a:ln>
                <a:noFill/>
              </a:ln>
              <a:solidFill>
                <a:srgbClr val="E5C747"/>
              </a:solidFill>
              <a:effectLst/>
              <a:uLnTx/>
              <a:uFillTx/>
              <a:latin typeface="Arial"/>
              <a:ea typeface="+mn-ea"/>
              <a:cs typeface="Arial" panose="020B0604020202020204" pitchFamily="34" charset="0"/>
            </a:endParaRPr>
          </a:p>
        </p:txBody>
      </p:sp>
      <p:pic>
        <p:nvPicPr>
          <p:cNvPr id="1028" name="Picture 4">
            <a:extLst>
              <a:ext uri="{FF2B5EF4-FFF2-40B4-BE49-F238E27FC236}">
                <a16:creationId xmlns:a16="http://schemas.microsoft.com/office/drawing/2014/main" xmlns="" id="{46D1C645-43EE-4A30-BC9A-F36CA79D63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58940" y="785699"/>
            <a:ext cx="3774759" cy="617330"/>
          </a:xfrm>
          <a:prstGeom prst="rect">
            <a:avLst/>
          </a:prstGeom>
          <a:noFill/>
        </p:spPr>
      </p:pic>
      <p:pic>
        <p:nvPicPr>
          <p:cNvPr id="3" name="Picture 2" descr="Home - National Bank">
            <a:extLst>
              <a:ext uri="{FF2B5EF4-FFF2-40B4-BE49-F238E27FC236}">
                <a16:creationId xmlns:a16="http://schemas.microsoft.com/office/drawing/2014/main" xmlns="" id="{360E91FA-E643-4C5F-A58D-B1F4FCBC4D35}"/>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768759" y="486735"/>
            <a:ext cx="4438712" cy="1215259"/>
          </a:xfrm>
          <a:prstGeom prst="rect">
            <a:avLst/>
          </a:prstGeom>
          <a:noFill/>
          <a:extLst>
            <a:ext uri="{909E8E84-426E-40DD-AFC4-6F175D3DCCD1}">
              <a14:hiddenFill xmlns:a14="http://schemas.microsoft.com/office/drawing/2010/main">
                <a:solidFill>
                  <a:srgbClr val="FFFFFF"/>
                </a:solidFill>
              </a14:hiddenFill>
            </a:ext>
          </a:extLst>
        </p:spPr>
      </p:pic>
      <p:sp>
        <p:nvSpPr>
          <p:cNvPr id="14" name="Subtitle">
            <a:extLst>
              <a:ext uri="{FF2B5EF4-FFF2-40B4-BE49-F238E27FC236}">
                <a16:creationId xmlns:a16="http://schemas.microsoft.com/office/drawing/2014/main" xmlns="" id="{6BC42FA8-0823-432D-8C4C-EF5BF53013EB}"/>
              </a:ext>
            </a:extLst>
          </p:cNvPr>
          <p:cNvSpPr txBox="1">
            <a:spLocks/>
          </p:cNvSpPr>
          <p:nvPr>
            <p:custDataLst>
              <p:tags r:id="rId3"/>
            </p:custDataLst>
          </p:nvPr>
        </p:nvSpPr>
        <p:spPr>
          <a:xfrm>
            <a:off x="768757" y="5765873"/>
            <a:ext cx="9412189" cy="796287"/>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None/>
              <a:defRPr sz="2000" kern="1200">
                <a:solidFill>
                  <a:schemeClr val="tx1"/>
                </a:solidFill>
                <a:latin typeface="+mn-lt"/>
                <a:ea typeface="+mn-ea"/>
                <a:cs typeface="Arial" panose="020B0604020202020204" pitchFamily="34" charset="0"/>
              </a:defRPr>
            </a:lvl1pPr>
            <a:lvl2pPr marL="457200"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chemeClr val="tx1"/>
                </a:solidFill>
                <a:latin typeface="+mn-lt"/>
                <a:ea typeface="+mn-ea"/>
                <a:cs typeface="Arial" panose="020B0604020202020204" pitchFamily="34" charset="0"/>
              </a:defRPr>
            </a:lvl2pPr>
            <a:lvl3pPr marL="914400" indent="0" algn="ctr" defTabSz="914400" rtl="0" eaLnBrk="1" latinLnBrk="0" hangingPunct="1">
              <a:lnSpc>
                <a:spcPct val="100000"/>
              </a:lnSpc>
              <a:spcBef>
                <a:spcPts val="0"/>
              </a:spcBef>
              <a:spcAft>
                <a:spcPts val="3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1371600" indent="0" algn="ctr" defTabSz="914400" rtl="0" eaLnBrk="1" latinLnBrk="0" hangingPunct="1">
              <a:lnSpc>
                <a:spcPct val="100000"/>
              </a:lnSpc>
              <a:spcBef>
                <a:spcPts val="0"/>
              </a:spcBef>
              <a:spcAft>
                <a:spcPts val="300"/>
              </a:spcAft>
              <a:buFont typeface="Arial" panose="020B0604020202020204" pitchFamily="34" charset="0"/>
              <a:buNone/>
              <a:defRPr sz="1600" kern="1200">
                <a:solidFill>
                  <a:schemeClr val="tx1"/>
                </a:solidFill>
                <a:latin typeface="+mn-lt"/>
                <a:ea typeface="+mn-ea"/>
                <a:cs typeface="Arial" panose="020B0604020202020204" pitchFamily="34" charset="0"/>
              </a:defRPr>
            </a:lvl4pPr>
            <a:lvl5pPr marL="18288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5pPr>
            <a:lvl6pPr marL="22860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27432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32004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3657600" indent="0" algn="ctr"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lang="en-US" sz="1200" dirty="0">
              <a:solidFill>
                <a:srgbClr val="E5C747"/>
              </a:solidFill>
              <a:latin typeface="Arial"/>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lang="en-US" sz="1200" dirty="0">
              <a:solidFill>
                <a:srgbClr val="E5C747"/>
              </a:solidFill>
              <a:latin typeface="Arial"/>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200" b="0" u="none" strike="noStrike" kern="1200" cap="none" spc="0" normalizeH="0" baseline="0" noProof="0" dirty="0">
                <a:ln>
                  <a:noFill/>
                </a:ln>
                <a:solidFill>
                  <a:srgbClr val="E5C747"/>
                </a:solidFill>
                <a:effectLst/>
                <a:uLnTx/>
                <a:uFillTx/>
                <a:latin typeface="Arial"/>
                <a:ea typeface="+mn-ea"/>
                <a:cs typeface="Arial" panose="020B0604020202020204" pitchFamily="34" charset="0"/>
              </a:rPr>
              <a:t>September 2023</a:t>
            </a:r>
          </a:p>
        </p:txBody>
      </p:sp>
      <p:pic>
        <p:nvPicPr>
          <p:cNvPr id="2" name="Picture 1" descr="A qr code with a flag&#10;&#10;Description automatically generated">
            <a:extLst>
              <a:ext uri="{FF2B5EF4-FFF2-40B4-BE49-F238E27FC236}">
                <a16:creationId xmlns:a16="http://schemas.microsoft.com/office/drawing/2014/main" xmlns="" id="{73496377-75DB-2B32-FB9A-6642B4BE0C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4954" y="346651"/>
            <a:ext cx="1495425" cy="1495425"/>
          </a:xfrm>
          <a:prstGeom prst="rect">
            <a:avLst/>
          </a:prstGeom>
        </p:spPr>
      </p:pic>
    </p:spTree>
    <p:extLst>
      <p:ext uri="{BB962C8B-B14F-4D97-AF65-F5344CB8AC3E}">
        <p14:creationId xmlns:p14="http://schemas.microsoft.com/office/powerpoint/2010/main" val="584424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a:solidFill>
                  <a:srgbClr val="006229"/>
                </a:solidFill>
                <a:latin typeface="Bahnschrift SemiBold SemiConden" panose="020B0502040204020203" pitchFamily="34" charset="0"/>
              </a:rPr>
              <a:t>WHAT WE'LL COVER TODAY</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Agenda for this Presentation and its Layout</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xmlns="" id="{A3C6A7EA-BB0F-AACC-83B1-E8C1D35BE40F}"/>
              </a:ext>
            </a:extLst>
          </p:cNvPr>
          <p:cNvSpPr txBox="1"/>
          <p:nvPr/>
        </p:nvSpPr>
        <p:spPr>
          <a:xfrm>
            <a:off x="327040" y="1249716"/>
            <a:ext cx="3388926" cy="5262979"/>
          </a:xfrm>
          <a:prstGeom prst="rect">
            <a:avLst/>
          </a:prstGeom>
          <a:noFill/>
        </p:spPr>
        <p:txBody>
          <a:bodyPr wrap="square">
            <a:spAutoFit/>
          </a:bodyPr>
          <a:lstStyle/>
          <a:p>
            <a:r>
              <a:rPr lang="en-US" sz="2800" i="0" dirty="0">
                <a:solidFill>
                  <a:schemeClr val="accent6"/>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As we aim to move towards a </a:t>
            </a:r>
            <a:r>
              <a:rPr lang="en-US" sz="2800" b="1" i="0" dirty="0">
                <a:solidFill>
                  <a:srgbClr val="006229"/>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cash-lite society</a:t>
            </a:r>
            <a:r>
              <a:rPr lang="en-US" sz="2800" i="0" dirty="0">
                <a:solidFill>
                  <a:schemeClr val="accent6"/>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 the need for a </a:t>
            </a:r>
            <a:r>
              <a:rPr lang="en-US" sz="2800" b="1" i="0" dirty="0">
                <a:solidFill>
                  <a:srgbClr val="006229"/>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unified</a:t>
            </a:r>
            <a:r>
              <a:rPr lang="en-US" sz="2800" i="0" dirty="0">
                <a:solidFill>
                  <a:schemeClr val="accent6">
                    <a:lumMod val="60000"/>
                    <a:lumOff val="40000"/>
                  </a:schemeClr>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 </a:t>
            </a:r>
            <a:r>
              <a:rPr lang="en-US" sz="2800" b="1" i="0" dirty="0">
                <a:solidFill>
                  <a:srgbClr val="006229"/>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secure</a:t>
            </a:r>
            <a:r>
              <a:rPr lang="en-US" sz="2800" i="0" dirty="0">
                <a:solidFill>
                  <a:schemeClr val="accent6"/>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 and </a:t>
            </a:r>
            <a:r>
              <a:rPr lang="en-US" sz="2800" b="1" i="0" dirty="0">
                <a:solidFill>
                  <a:srgbClr val="006229"/>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efficient</a:t>
            </a:r>
            <a:r>
              <a:rPr lang="en-US" sz="2800" i="0" dirty="0">
                <a:solidFill>
                  <a:schemeClr val="accent6">
                    <a:lumMod val="60000"/>
                    <a:lumOff val="40000"/>
                  </a:schemeClr>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 </a:t>
            </a:r>
            <a:r>
              <a:rPr lang="en-US" sz="2800" i="0" dirty="0">
                <a:solidFill>
                  <a:schemeClr val="accent6"/>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payment system has never been greater. </a:t>
            </a:r>
            <a:r>
              <a:rPr lang="en-US" sz="2800" b="1" i="0" dirty="0">
                <a:solidFill>
                  <a:srgbClr val="006229"/>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This standard</a:t>
            </a:r>
            <a:r>
              <a:rPr lang="en-US" sz="2800" i="0" dirty="0">
                <a:solidFill>
                  <a:schemeClr val="accent6">
                    <a:lumMod val="60000"/>
                    <a:lumOff val="40000"/>
                  </a:schemeClr>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 </a:t>
            </a:r>
            <a:r>
              <a:rPr lang="en-US" sz="2800" i="0" dirty="0">
                <a:solidFill>
                  <a:schemeClr val="accent6"/>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serves as a cornerstone in </a:t>
            </a:r>
            <a:r>
              <a:rPr lang="en-US" sz="2800" b="1" i="0" dirty="0">
                <a:solidFill>
                  <a:srgbClr val="006229"/>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achieving that vision</a:t>
            </a:r>
            <a:endParaRPr lang="x-none" sz="2800" b="1" dirty="0">
              <a:solidFill>
                <a:srgbClr val="006229"/>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13" name="Text Placeholder 2">
            <a:hlinkClick r:id="" action="ppaction://noaction"/>
            <a:extLst>
              <a:ext uri="{FF2B5EF4-FFF2-40B4-BE49-F238E27FC236}">
                <a16:creationId xmlns:a16="http://schemas.microsoft.com/office/drawing/2014/main" xmlns="" id="{B14FAC33-335E-DE90-0CA9-EFBCBC37B75C}"/>
              </a:ext>
            </a:extLst>
          </p:cNvPr>
          <p:cNvSpPr>
            <a:spLocks noGrp="1"/>
          </p:cNvSpPr>
          <p:nvPr>
            <p:custDataLst>
              <p:tags r:id="rId1"/>
            </p:custDataLst>
          </p:nvPr>
        </p:nvSpPr>
        <p:spPr bwMode="auto">
          <a:xfrm>
            <a:off x="4416357" y="2419585"/>
            <a:ext cx="7176605" cy="5080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01600" tIns="101600" rIns="0" bIns="10160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2000" dirty="0">
                <a:solidFill>
                  <a:srgbClr val="006229"/>
                </a:solidFill>
                <a:latin typeface="Arial Nova Light" panose="020B0304020202020204" pitchFamily="34" charset="0"/>
                <a:cs typeface="+mn-cs"/>
              </a:rPr>
              <a:t>2</a:t>
            </a:r>
            <a:r>
              <a:rPr lang="en-US" altLang="en-US" sz="2000" dirty="0" smtClean="0">
                <a:solidFill>
                  <a:srgbClr val="006229"/>
                </a:solidFill>
                <a:effectLst/>
                <a:latin typeface="Arial Nova Light" panose="020B0304020202020204" pitchFamily="34" charset="0"/>
                <a:cs typeface="+mn-cs"/>
              </a:rPr>
              <a:t>. Key </a:t>
            </a:r>
            <a:r>
              <a:rPr lang="en-US" altLang="en-US" sz="2000" dirty="0">
                <a:solidFill>
                  <a:srgbClr val="006229"/>
                </a:solidFill>
                <a:effectLst/>
                <a:latin typeface="Arial Nova Light" panose="020B0304020202020204" pitchFamily="34" charset="0"/>
                <a:cs typeface="+mn-cs"/>
              </a:rPr>
              <a:t>Features of the Standard and alignment with best practices.</a:t>
            </a:r>
          </a:p>
        </p:txBody>
      </p:sp>
      <p:sp>
        <p:nvSpPr>
          <p:cNvPr id="14" name="Text Placeholder 2">
            <a:hlinkClick r:id="" action="ppaction://noaction"/>
            <a:extLst>
              <a:ext uri="{FF2B5EF4-FFF2-40B4-BE49-F238E27FC236}">
                <a16:creationId xmlns:a16="http://schemas.microsoft.com/office/drawing/2014/main" xmlns="" id="{0E952256-C3E9-1D1E-8469-F80B16067122}"/>
              </a:ext>
            </a:extLst>
          </p:cNvPr>
          <p:cNvSpPr>
            <a:spLocks noGrp="1"/>
          </p:cNvSpPr>
          <p:nvPr>
            <p:custDataLst>
              <p:tags r:id="rId2"/>
            </p:custDataLst>
          </p:nvPr>
        </p:nvSpPr>
        <p:spPr bwMode="auto">
          <a:xfrm>
            <a:off x="4416357" y="2927585"/>
            <a:ext cx="7176605" cy="5080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01600" tIns="101600" rIns="0" bIns="10160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2000" dirty="0">
                <a:solidFill>
                  <a:srgbClr val="006229"/>
                </a:solidFill>
                <a:latin typeface="Arial Nova Light" panose="020B0304020202020204" pitchFamily="34" charset="0"/>
                <a:cs typeface="+mn-cs"/>
              </a:rPr>
              <a:t>3</a:t>
            </a:r>
            <a:r>
              <a:rPr lang="en-US" altLang="en-US" sz="2000" dirty="0" smtClean="0">
                <a:solidFill>
                  <a:srgbClr val="006229"/>
                </a:solidFill>
                <a:effectLst/>
                <a:latin typeface="Arial Nova Light" panose="020B0304020202020204" pitchFamily="34" charset="0"/>
                <a:cs typeface="+mn-cs"/>
              </a:rPr>
              <a:t>. </a:t>
            </a:r>
            <a:r>
              <a:rPr lang="en-US" altLang="en-US" sz="2000" dirty="0">
                <a:solidFill>
                  <a:srgbClr val="006229"/>
                </a:solidFill>
                <a:effectLst/>
                <a:latin typeface="Arial Nova Light" panose="020B0304020202020204" pitchFamily="34" charset="0"/>
                <a:cs typeface="+mn-cs"/>
              </a:rPr>
              <a:t>Current Use Cases covered by the Standard.</a:t>
            </a:r>
            <a:endParaRPr lang="en-US" sz="2000" dirty="0">
              <a:solidFill>
                <a:srgbClr val="006229"/>
              </a:solidFill>
              <a:latin typeface="Arial Nova Light" panose="020B0304020202020204" pitchFamily="34" charset="0"/>
              <a:cs typeface="+mn-cs"/>
            </a:endParaRPr>
          </a:p>
        </p:txBody>
      </p:sp>
      <p:sp>
        <p:nvSpPr>
          <p:cNvPr id="17" name="Text Placeholder 2">
            <a:hlinkClick r:id="" action="ppaction://noaction"/>
            <a:extLst>
              <a:ext uri="{FF2B5EF4-FFF2-40B4-BE49-F238E27FC236}">
                <a16:creationId xmlns:a16="http://schemas.microsoft.com/office/drawing/2014/main" xmlns="" id="{E68CFF3E-9B2F-3D06-75BE-DD9AB7FCC20B}"/>
              </a:ext>
            </a:extLst>
          </p:cNvPr>
          <p:cNvSpPr>
            <a:spLocks noGrp="1"/>
          </p:cNvSpPr>
          <p:nvPr>
            <p:custDataLst>
              <p:tags r:id="rId3"/>
            </p:custDataLst>
          </p:nvPr>
        </p:nvSpPr>
        <p:spPr bwMode="auto">
          <a:xfrm>
            <a:off x="4416357" y="3435585"/>
            <a:ext cx="7176605" cy="5080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01600" tIns="101600" rIns="0" bIns="10160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2000" dirty="0">
                <a:solidFill>
                  <a:srgbClr val="006229"/>
                </a:solidFill>
                <a:latin typeface="Arial Nova Light" panose="020B0304020202020204" pitchFamily="34" charset="0"/>
                <a:cs typeface="+mn-cs"/>
              </a:rPr>
              <a:t>4</a:t>
            </a:r>
            <a:r>
              <a:rPr lang="en-US" altLang="en-US" sz="2000" dirty="0" smtClean="0">
                <a:solidFill>
                  <a:srgbClr val="006229"/>
                </a:solidFill>
                <a:effectLst/>
                <a:latin typeface="Arial Nova Light" panose="020B0304020202020204" pitchFamily="34" charset="0"/>
                <a:cs typeface="+mn-cs"/>
              </a:rPr>
              <a:t>. </a:t>
            </a:r>
            <a:r>
              <a:rPr lang="en-US" altLang="en-US" sz="2000" dirty="0">
                <a:solidFill>
                  <a:srgbClr val="006229"/>
                </a:solidFill>
                <a:effectLst/>
                <a:latin typeface="Arial Nova Light" panose="020B0304020202020204" pitchFamily="34" charset="0"/>
                <a:cs typeface="+mn-cs"/>
              </a:rPr>
              <a:t>Next Steps for </a:t>
            </a:r>
            <a:r>
              <a:rPr lang="en-US" altLang="en-US" sz="2000" dirty="0" smtClean="0">
                <a:solidFill>
                  <a:srgbClr val="006229"/>
                </a:solidFill>
                <a:effectLst/>
                <a:latin typeface="Arial Nova Light" panose="020B0304020202020204" pitchFamily="34" charset="0"/>
                <a:cs typeface="+mn-cs"/>
              </a:rPr>
              <a:t>Payer and Payee FIs.</a:t>
            </a:r>
            <a:endParaRPr lang="en-US" altLang="en-US" sz="2000" dirty="0">
              <a:solidFill>
                <a:srgbClr val="006229"/>
              </a:solidFill>
              <a:effectLst/>
              <a:latin typeface="Arial Nova Light" panose="020B0304020202020204" pitchFamily="34" charset="0"/>
              <a:cs typeface="+mn-cs"/>
            </a:endParaRPr>
          </a:p>
        </p:txBody>
      </p:sp>
      <p:cxnSp>
        <p:nvCxnSpPr>
          <p:cNvPr id="19" name="Straight Connector 18">
            <a:extLst>
              <a:ext uri="{FF2B5EF4-FFF2-40B4-BE49-F238E27FC236}">
                <a16:creationId xmlns:a16="http://schemas.microsoft.com/office/drawing/2014/main" xmlns="" id="{EF4BE0C4-C246-2954-B927-7548F2E33CD3}"/>
              </a:ext>
            </a:extLst>
          </p:cNvPr>
          <p:cNvCxnSpPr>
            <a:cxnSpLocks/>
          </p:cNvCxnSpPr>
          <p:nvPr/>
        </p:nvCxnSpPr>
        <p:spPr>
          <a:xfrm>
            <a:off x="4066161" y="1249716"/>
            <a:ext cx="0" cy="5223753"/>
          </a:xfrm>
          <a:prstGeom prst="line">
            <a:avLst/>
          </a:prstGeom>
          <a:ln w="38100">
            <a:solidFill>
              <a:srgbClr val="006229"/>
            </a:solidFill>
          </a:ln>
        </p:spPr>
        <p:style>
          <a:lnRef idx="1">
            <a:schemeClr val="accent1"/>
          </a:lnRef>
          <a:fillRef idx="0">
            <a:schemeClr val="accent1"/>
          </a:fillRef>
          <a:effectRef idx="0">
            <a:schemeClr val="accent1"/>
          </a:effectRef>
          <a:fontRef idx="minor">
            <a:schemeClr val="tx1"/>
          </a:fontRef>
        </p:style>
      </p:cxnSp>
      <p:pic>
        <p:nvPicPr>
          <p:cNvPr id="25" name="Picture 24" descr="A qr code with a flag&#10;&#10;Description automatically generated">
            <a:extLst>
              <a:ext uri="{FF2B5EF4-FFF2-40B4-BE49-F238E27FC236}">
                <a16:creationId xmlns:a16="http://schemas.microsoft.com/office/drawing/2014/main" xmlns="" id="{07A12816-B49A-268F-43B0-DFD086459CD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sp>
        <p:nvSpPr>
          <p:cNvPr id="12" name="Text Placeholder 2">
            <a:hlinkClick r:id="" action="ppaction://noaction"/>
            <a:extLst>
              <a:ext uri="{FF2B5EF4-FFF2-40B4-BE49-F238E27FC236}">
                <a16:creationId xmlns:a16="http://schemas.microsoft.com/office/drawing/2014/main" xmlns="" id="{B14FAC33-335E-DE90-0CA9-EFBCBC37B75C}"/>
              </a:ext>
            </a:extLst>
          </p:cNvPr>
          <p:cNvSpPr>
            <a:spLocks noGrp="1"/>
          </p:cNvSpPr>
          <p:nvPr>
            <p:custDataLst>
              <p:tags r:id="rId4"/>
            </p:custDataLst>
          </p:nvPr>
        </p:nvSpPr>
        <p:spPr bwMode="auto">
          <a:xfrm>
            <a:off x="4416358" y="1925427"/>
            <a:ext cx="7329004" cy="5080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01600" tIns="101600" rIns="0" bIns="10160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2000" dirty="0" smtClean="0">
                <a:solidFill>
                  <a:srgbClr val="006229"/>
                </a:solidFill>
                <a:effectLst/>
                <a:latin typeface="Arial Nova Light" panose="020B0304020202020204" pitchFamily="34" charset="0"/>
                <a:cs typeface="+mn-cs"/>
              </a:rPr>
              <a:t>1. Introduction</a:t>
            </a:r>
            <a:endParaRPr lang="en-US" altLang="en-US" sz="2000" dirty="0">
              <a:solidFill>
                <a:srgbClr val="006229"/>
              </a:solidFill>
              <a:effectLst/>
              <a:latin typeface="Arial Nova Light" panose="020B0304020202020204" pitchFamily="34" charset="0"/>
              <a:cs typeface="+mn-cs"/>
            </a:endParaRPr>
          </a:p>
        </p:txBody>
      </p:sp>
      <p:sp>
        <p:nvSpPr>
          <p:cNvPr id="15" name="Text Placeholder 2">
            <a:hlinkClick r:id="" action="ppaction://noaction"/>
            <a:extLst>
              <a:ext uri="{FF2B5EF4-FFF2-40B4-BE49-F238E27FC236}">
                <a16:creationId xmlns:a16="http://schemas.microsoft.com/office/drawing/2014/main" xmlns="" id="{E68CFF3E-9B2F-3D06-75BE-DD9AB7FCC20B}"/>
              </a:ext>
            </a:extLst>
          </p:cNvPr>
          <p:cNvSpPr>
            <a:spLocks noGrp="1"/>
          </p:cNvSpPr>
          <p:nvPr>
            <p:custDataLst>
              <p:tags r:id="rId5"/>
            </p:custDataLst>
          </p:nvPr>
        </p:nvSpPr>
        <p:spPr bwMode="auto">
          <a:xfrm>
            <a:off x="4416358" y="3943585"/>
            <a:ext cx="7329003" cy="50800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01600" tIns="101600" rIns="0" bIns="10160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sz="2000" dirty="0" smtClean="0">
                <a:solidFill>
                  <a:srgbClr val="006229"/>
                </a:solidFill>
                <a:latin typeface="Arial Nova Light" panose="020B0304020202020204" pitchFamily="34" charset="0"/>
                <a:cs typeface="+mn-cs"/>
              </a:rPr>
              <a:t>5</a:t>
            </a:r>
            <a:r>
              <a:rPr lang="en-US" altLang="en-US" sz="2000" dirty="0" smtClean="0">
                <a:solidFill>
                  <a:srgbClr val="006229"/>
                </a:solidFill>
                <a:effectLst/>
                <a:latin typeface="Arial Nova Light" panose="020B0304020202020204" pitchFamily="34" charset="0"/>
                <a:cs typeface="+mn-cs"/>
              </a:rPr>
              <a:t>. Conclusion</a:t>
            </a:r>
            <a:endParaRPr lang="en-US" altLang="en-US" sz="2000" dirty="0">
              <a:solidFill>
                <a:srgbClr val="006229"/>
              </a:solidFill>
              <a:effectLst/>
              <a:latin typeface="Arial Nova Light" panose="020B0304020202020204" pitchFamily="34" charset="0"/>
              <a:cs typeface="+mn-cs"/>
            </a:endParaRPr>
          </a:p>
        </p:txBody>
      </p:sp>
    </p:spTree>
    <p:extLst>
      <p:ext uri="{BB962C8B-B14F-4D97-AF65-F5344CB8AC3E}">
        <p14:creationId xmlns:p14="http://schemas.microsoft.com/office/powerpoint/2010/main" val="4188539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599" y="399479"/>
            <a:ext cx="10330543" cy="523220"/>
          </a:xfrm>
          <a:prstGeom prst="rect">
            <a:avLst/>
          </a:prstGeom>
        </p:spPr>
        <p:txBody>
          <a:bodyPr wrap="square">
            <a:spAutoFit/>
          </a:bodyPr>
          <a:lstStyle/>
          <a:p>
            <a:r>
              <a:rPr lang="en-GB" sz="2800" dirty="0" smtClean="0">
                <a:solidFill>
                  <a:srgbClr val="006229"/>
                </a:solidFill>
                <a:latin typeface="Bahnschrift SemiBold SemiConden" panose="020B0502040204020203" pitchFamily="34" charset="0"/>
              </a:rPr>
              <a:t>1. Introduction</a:t>
            </a:r>
            <a:endParaRPr lang="en-US" sz="2800" dirty="0">
              <a:solidFill>
                <a:srgbClr val="006229"/>
              </a:solidFill>
              <a:latin typeface="Bahnschrift SemiBold SemiConden" panose="020B0502040204020203" pitchFamily="34" charset="0"/>
            </a:endParaRPr>
          </a:p>
        </p:txBody>
      </p:sp>
      <p:sp>
        <p:nvSpPr>
          <p:cNvPr id="3" name="Rectangle 2"/>
          <p:cNvSpPr/>
          <p:nvPr/>
        </p:nvSpPr>
        <p:spPr>
          <a:xfrm>
            <a:off x="805542" y="1676400"/>
            <a:ext cx="10330543" cy="2308324"/>
          </a:xfrm>
          <a:prstGeom prst="rect">
            <a:avLst/>
          </a:prstGeom>
        </p:spPr>
        <p:txBody>
          <a:bodyPr wrap="square">
            <a:spAutoFit/>
          </a:bodyPr>
          <a:lstStyle/>
          <a:p>
            <a:pPr marL="285750" indent="-285750">
              <a:buFont typeface="Wingdings" pitchFamily="2" charset="2"/>
              <a:buChar char="§"/>
            </a:pPr>
            <a:r>
              <a:rPr lang="en-GB" dirty="0">
                <a:latin typeface="Bahnschrift" pitchFamily="34" charset="0"/>
              </a:rPr>
              <a:t>Instant Payment System (IPS) QR Payment is a seamless and efficient digital payment solution designed to facilitate real-time transactions using QR codes. This system enhances financial inclusion by enabling individuals and businesses to make secure, instant, and cost-effective payments through mobile banking applications and other digital channels. </a:t>
            </a:r>
            <a:endParaRPr lang="en-GB" dirty="0" smtClean="0">
              <a:latin typeface="Bahnschrift" pitchFamily="34" charset="0"/>
            </a:endParaRPr>
          </a:p>
          <a:p>
            <a:pPr marL="285750" indent="-285750">
              <a:buFont typeface="Wingdings" pitchFamily="2" charset="2"/>
              <a:buChar char="§"/>
            </a:pPr>
            <a:r>
              <a:rPr lang="en-GB" dirty="0" smtClean="0">
                <a:latin typeface="Bahnschrift" pitchFamily="34" charset="0"/>
              </a:rPr>
              <a:t>By </a:t>
            </a:r>
            <a:r>
              <a:rPr lang="en-GB" dirty="0">
                <a:latin typeface="Bahnschrift" pitchFamily="34" charset="0"/>
              </a:rPr>
              <a:t>leveraging QR technology, IPS QR Payment eliminates the need for physical cash, providing a more convenient and accessible alternative for both customers and merchants. With interoperability at its core, this payment method supports cross-bank transactions, fostering a more connected and efficient digital payment ecosystem.</a:t>
            </a:r>
            <a:endParaRPr lang="en-US" dirty="0">
              <a:latin typeface="Bahnschrift" pitchFamily="34" charset="0"/>
            </a:endParaRPr>
          </a:p>
        </p:txBody>
      </p:sp>
    </p:spTree>
    <p:extLst>
      <p:ext uri="{BB962C8B-B14F-4D97-AF65-F5344CB8AC3E}">
        <p14:creationId xmlns:p14="http://schemas.microsoft.com/office/powerpoint/2010/main" val="223523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a:solidFill>
                  <a:srgbClr val="006229"/>
                </a:solidFill>
                <a:latin typeface="Bahnschrift SemiBold SemiConden" panose="020B0502040204020203" pitchFamily="34" charset="0"/>
              </a:rPr>
              <a:t>2</a:t>
            </a:r>
            <a:r>
              <a:rPr lang="en-US" sz="2800" dirty="0" smtClean="0">
                <a:solidFill>
                  <a:srgbClr val="006229"/>
                </a:solidFill>
                <a:latin typeface="Bahnschrift SemiBold SemiConden" panose="020B0502040204020203" pitchFamily="34" charset="0"/>
              </a:rPr>
              <a:t>. </a:t>
            </a:r>
            <a:r>
              <a:rPr lang="en-US" sz="2800" dirty="0">
                <a:solidFill>
                  <a:srgbClr val="006229"/>
                </a:solidFill>
                <a:latin typeface="Bahnschrift SemiBold SemiConden" panose="020B0502040204020203" pitchFamily="34" charset="0"/>
              </a:rPr>
              <a:t>KEY FEATURES OF THE STANDARD AND ALIGNMENT WITH BEST PRACTICES.</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What are the Main Features of our proposed Standard</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EE55D29C-5FC2-9CEC-0883-AAC1A4BA1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sp>
        <p:nvSpPr>
          <p:cNvPr id="8" name="TextBox 7">
            <a:extLst>
              <a:ext uri="{FF2B5EF4-FFF2-40B4-BE49-F238E27FC236}">
                <a16:creationId xmlns:a16="http://schemas.microsoft.com/office/drawing/2014/main" xmlns="" id="{6EDA276D-B4BE-B259-8587-E7DE132DBB0F}"/>
              </a:ext>
            </a:extLst>
          </p:cNvPr>
          <p:cNvSpPr txBox="1"/>
          <p:nvPr/>
        </p:nvSpPr>
        <p:spPr>
          <a:xfrm>
            <a:off x="192155" y="1520754"/>
            <a:ext cx="3802338" cy="830997"/>
          </a:xfrm>
          <a:prstGeom prst="rect">
            <a:avLst/>
          </a:prstGeom>
          <a:noFill/>
        </p:spPr>
        <p:txBody>
          <a:bodyPr wrap="square" rtlCol="0">
            <a:spAutoFit/>
          </a:bodyPr>
          <a:lstStyle/>
          <a:p>
            <a:pPr algn="ctr"/>
            <a:r>
              <a:rPr lang="en-US" sz="2400" b="1" dirty="0">
                <a:solidFill>
                  <a:srgbClr val="006229"/>
                </a:solidFill>
                <a:latin typeface="Arial Nova" panose="020B0504020202020204" pitchFamily="34" charset="0"/>
              </a:rPr>
              <a:t>COVERS BOTH STATIC </a:t>
            </a:r>
          </a:p>
          <a:p>
            <a:pPr algn="ctr"/>
            <a:r>
              <a:rPr lang="en-US" sz="2400" b="1" dirty="0">
                <a:solidFill>
                  <a:srgbClr val="006229"/>
                </a:solidFill>
                <a:latin typeface="Arial Nova" panose="020B0504020202020204" pitchFamily="34" charset="0"/>
              </a:rPr>
              <a:t>&amp; DYNAMIC QR CODES</a:t>
            </a:r>
            <a:endParaRPr lang="x-none" sz="2400" b="1" dirty="0">
              <a:solidFill>
                <a:srgbClr val="006229"/>
              </a:solidFill>
              <a:latin typeface="Arial Nova" panose="020B0504020202020204" pitchFamily="34" charset="0"/>
            </a:endParaRPr>
          </a:p>
        </p:txBody>
      </p:sp>
      <p:sp>
        <p:nvSpPr>
          <p:cNvPr id="9" name="TextBox 8">
            <a:extLst>
              <a:ext uri="{FF2B5EF4-FFF2-40B4-BE49-F238E27FC236}">
                <a16:creationId xmlns:a16="http://schemas.microsoft.com/office/drawing/2014/main" xmlns="" id="{9B1F7CE3-2026-7244-78E9-FA46D3928B6D}"/>
              </a:ext>
            </a:extLst>
          </p:cNvPr>
          <p:cNvSpPr txBox="1"/>
          <p:nvPr/>
        </p:nvSpPr>
        <p:spPr>
          <a:xfrm>
            <a:off x="4233562" y="1520755"/>
            <a:ext cx="3802338" cy="830997"/>
          </a:xfrm>
          <a:prstGeom prst="rect">
            <a:avLst/>
          </a:prstGeom>
          <a:noFill/>
        </p:spPr>
        <p:txBody>
          <a:bodyPr wrap="square" rtlCol="0">
            <a:spAutoFit/>
          </a:bodyPr>
          <a:lstStyle/>
          <a:p>
            <a:pPr algn="ctr"/>
            <a:r>
              <a:rPr lang="en-US" sz="2400" b="1" dirty="0">
                <a:solidFill>
                  <a:srgbClr val="006229"/>
                </a:solidFill>
                <a:latin typeface="Arial Nova" panose="020B0504020202020204" pitchFamily="34" charset="0"/>
              </a:rPr>
              <a:t>BASED ON </a:t>
            </a:r>
          </a:p>
          <a:p>
            <a:pPr algn="ctr"/>
            <a:r>
              <a:rPr lang="en-US" sz="2400" b="1" dirty="0">
                <a:solidFill>
                  <a:srgbClr val="006229"/>
                </a:solidFill>
                <a:latin typeface="Arial Nova" panose="020B0504020202020204" pitchFamily="34" charset="0"/>
              </a:rPr>
              <a:t>EMVCo STANDARDS</a:t>
            </a:r>
            <a:endParaRPr lang="x-none" sz="2400" b="1" dirty="0">
              <a:solidFill>
                <a:srgbClr val="006229"/>
              </a:solidFill>
              <a:latin typeface="Arial Nova" panose="020B0504020202020204" pitchFamily="34" charset="0"/>
            </a:endParaRPr>
          </a:p>
        </p:txBody>
      </p:sp>
      <p:sp>
        <p:nvSpPr>
          <p:cNvPr id="10" name="TextBox 9">
            <a:extLst>
              <a:ext uri="{FF2B5EF4-FFF2-40B4-BE49-F238E27FC236}">
                <a16:creationId xmlns:a16="http://schemas.microsoft.com/office/drawing/2014/main" xmlns="" id="{366DE7C7-D67A-CF92-3E35-292B3D701ED1}"/>
              </a:ext>
            </a:extLst>
          </p:cNvPr>
          <p:cNvSpPr txBox="1"/>
          <p:nvPr/>
        </p:nvSpPr>
        <p:spPr>
          <a:xfrm>
            <a:off x="8274969" y="1520754"/>
            <a:ext cx="3802338" cy="830997"/>
          </a:xfrm>
          <a:prstGeom prst="rect">
            <a:avLst/>
          </a:prstGeom>
          <a:noFill/>
        </p:spPr>
        <p:txBody>
          <a:bodyPr wrap="square" rtlCol="0">
            <a:spAutoFit/>
          </a:bodyPr>
          <a:lstStyle/>
          <a:p>
            <a:pPr algn="ctr"/>
            <a:r>
              <a:rPr lang="en-US" sz="2400" b="1" dirty="0">
                <a:solidFill>
                  <a:srgbClr val="006229"/>
                </a:solidFill>
                <a:latin typeface="Arial Nova" panose="020B0504020202020204" pitchFamily="34" charset="0"/>
              </a:rPr>
              <a:t>ADVANCED SECURITY PROTOCOLS</a:t>
            </a:r>
            <a:endParaRPr lang="x-none" sz="2400" b="1" dirty="0">
              <a:solidFill>
                <a:srgbClr val="006229"/>
              </a:solidFill>
              <a:latin typeface="Arial Nova" panose="020B0504020202020204" pitchFamily="34" charset="0"/>
            </a:endParaRPr>
          </a:p>
        </p:txBody>
      </p:sp>
      <p:sp>
        <p:nvSpPr>
          <p:cNvPr id="14" name="TextBox 13">
            <a:extLst>
              <a:ext uri="{FF2B5EF4-FFF2-40B4-BE49-F238E27FC236}">
                <a16:creationId xmlns:a16="http://schemas.microsoft.com/office/drawing/2014/main" xmlns="" id="{7DF0499A-57DC-512A-7A86-C0029D926836}"/>
              </a:ext>
            </a:extLst>
          </p:cNvPr>
          <p:cNvSpPr txBox="1"/>
          <p:nvPr/>
        </p:nvSpPr>
        <p:spPr>
          <a:xfrm>
            <a:off x="418872" y="2494852"/>
            <a:ext cx="3348904" cy="1200329"/>
          </a:xfrm>
          <a:prstGeom prst="rect">
            <a:avLst/>
          </a:prstGeom>
          <a:noFill/>
        </p:spPr>
        <p:txBody>
          <a:bodyPr wrap="square" rtlCol="0">
            <a:spAutoFit/>
          </a:bodyPr>
          <a:lstStyle/>
          <a:p>
            <a:pPr algn="ctr"/>
            <a:r>
              <a:rPr lang="en-US"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rPr>
              <a:t>Our standard supports both static and dynamic QR codes, catering to a variety of payment scenarios.</a:t>
            </a:r>
            <a:endParaRPr lang="x-none"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15" name="TextBox 14">
            <a:extLst>
              <a:ext uri="{FF2B5EF4-FFF2-40B4-BE49-F238E27FC236}">
                <a16:creationId xmlns:a16="http://schemas.microsoft.com/office/drawing/2014/main" xmlns="" id="{BEA7CE72-AC4C-E5EB-7090-CAC48AA8CF8E}"/>
              </a:ext>
            </a:extLst>
          </p:cNvPr>
          <p:cNvSpPr txBox="1"/>
          <p:nvPr/>
        </p:nvSpPr>
        <p:spPr>
          <a:xfrm>
            <a:off x="4509106" y="2494852"/>
            <a:ext cx="3348904" cy="1200329"/>
          </a:xfrm>
          <a:prstGeom prst="rect">
            <a:avLst/>
          </a:prstGeom>
          <a:noFill/>
        </p:spPr>
        <p:txBody>
          <a:bodyPr wrap="square" rtlCol="0">
            <a:spAutoFit/>
          </a:bodyPr>
          <a:lstStyle/>
          <a:p>
            <a:pPr algn="ctr"/>
            <a:r>
              <a:rPr lang="en-US"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rPr>
              <a:t>Our QR Code Standard is based on EMVCo standards, ensuring international compatibility and security.</a:t>
            </a:r>
            <a:endParaRPr lang="x-none"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16" name="TextBox 15">
            <a:extLst>
              <a:ext uri="{FF2B5EF4-FFF2-40B4-BE49-F238E27FC236}">
                <a16:creationId xmlns:a16="http://schemas.microsoft.com/office/drawing/2014/main" xmlns="" id="{F26F687E-BFBB-D24B-C976-17DC16B32043}"/>
              </a:ext>
            </a:extLst>
          </p:cNvPr>
          <p:cNvSpPr txBox="1"/>
          <p:nvPr/>
        </p:nvSpPr>
        <p:spPr>
          <a:xfrm>
            <a:off x="8501688" y="2494852"/>
            <a:ext cx="3348904" cy="1200329"/>
          </a:xfrm>
          <a:prstGeom prst="rect">
            <a:avLst/>
          </a:prstGeom>
          <a:noFill/>
        </p:spPr>
        <p:txBody>
          <a:bodyPr wrap="square" rtlCol="0">
            <a:spAutoFit/>
          </a:bodyPr>
          <a:lstStyle/>
          <a:p>
            <a:pPr algn="ctr"/>
            <a:r>
              <a:rPr lang="en-US"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rPr>
              <a:t>Incorporates advanced security measures to protect against fraud and unauthorized transactions.</a:t>
            </a:r>
            <a:endParaRPr lang="x-none"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17" name="TextBox 16">
            <a:extLst>
              <a:ext uri="{FF2B5EF4-FFF2-40B4-BE49-F238E27FC236}">
                <a16:creationId xmlns:a16="http://schemas.microsoft.com/office/drawing/2014/main" xmlns="" id="{950EE33D-A0BE-B769-11B4-00BF573BB933}"/>
              </a:ext>
            </a:extLst>
          </p:cNvPr>
          <p:cNvSpPr txBox="1"/>
          <p:nvPr/>
        </p:nvSpPr>
        <p:spPr>
          <a:xfrm>
            <a:off x="1985096" y="4237637"/>
            <a:ext cx="3802338" cy="830997"/>
          </a:xfrm>
          <a:prstGeom prst="rect">
            <a:avLst/>
          </a:prstGeom>
          <a:noFill/>
        </p:spPr>
        <p:txBody>
          <a:bodyPr wrap="square" rtlCol="0">
            <a:spAutoFit/>
          </a:bodyPr>
          <a:lstStyle/>
          <a:p>
            <a:pPr algn="ctr"/>
            <a:r>
              <a:rPr lang="en-US" sz="2400" b="1" dirty="0">
                <a:solidFill>
                  <a:srgbClr val="006229"/>
                </a:solidFill>
                <a:latin typeface="Arial Nova" panose="020B0504020202020204" pitchFamily="34" charset="0"/>
              </a:rPr>
              <a:t>PROVIDES FULL INTEROPERABILITY</a:t>
            </a:r>
            <a:endParaRPr lang="x-none" sz="2400" b="1" dirty="0">
              <a:solidFill>
                <a:srgbClr val="006229"/>
              </a:solidFill>
              <a:latin typeface="Arial Nova" panose="020B0504020202020204" pitchFamily="34" charset="0"/>
            </a:endParaRPr>
          </a:p>
        </p:txBody>
      </p:sp>
      <p:sp>
        <p:nvSpPr>
          <p:cNvPr id="18" name="TextBox 17">
            <a:extLst>
              <a:ext uri="{FF2B5EF4-FFF2-40B4-BE49-F238E27FC236}">
                <a16:creationId xmlns:a16="http://schemas.microsoft.com/office/drawing/2014/main" xmlns="" id="{4AB36CF7-6411-B4EC-B581-FFA55756EFCC}"/>
              </a:ext>
            </a:extLst>
          </p:cNvPr>
          <p:cNvSpPr txBox="1"/>
          <p:nvPr/>
        </p:nvSpPr>
        <p:spPr>
          <a:xfrm>
            <a:off x="6026503" y="4237638"/>
            <a:ext cx="3802338" cy="830997"/>
          </a:xfrm>
          <a:prstGeom prst="rect">
            <a:avLst/>
          </a:prstGeom>
          <a:noFill/>
        </p:spPr>
        <p:txBody>
          <a:bodyPr wrap="square" rtlCol="0">
            <a:spAutoFit/>
          </a:bodyPr>
          <a:lstStyle/>
          <a:p>
            <a:pPr algn="ctr"/>
            <a:r>
              <a:rPr lang="en-US" sz="2400" b="1" dirty="0">
                <a:solidFill>
                  <a:srgbClr val="006229"/>
                </a:solidFill>
                <a:latin typeface="Arial Nova" panose="020B0504020202020204" pitchFamily="34" charset="0"/>
              </a:rPr>
              <a:t>ADAPTED TO ETHIOPIAN CONTEXT</a:t>
            </a:r>
            <a:endParaRPr lang="x-none" sz="2400" b="1" dirty="0">
              <a:solidFill>
                <a:srgbClr val="006229"/>
              </a:solidFill>
              <a:latin typeface="Arial Nova" panose="020B0504020202020204" pitchFamily="34" charset="0"/>
            </a:endParaRPr>
          </a:p>
        </p:txBody>
      </p:sp>
      <p:sp>
        <p:nvSpPr>
          <p:cNvPr id="19" name="TextBox 18">
            <a:extLst>
              <a:ext uri="{FF2B5EF4-FFF2-40B4-BE49-F238E27FC236}">
                <a16:creationId xmlns:a16="http://schemas.microsoft.com/office/drawing/2014/main" xmlns="" id="{036827AB-BBF8-D83B-C2B5-678F762BB2A1}"/>
              </a:ext>
            </a:extLst>
          </p:cNvPr>
          <p:cNvSpPr txBox="1"/>
          <p:nvPr/>
        </p:nvSpPr>
        <p:spPr>
          <a:xfrm>
            <a:off x="2211813" y="5211735"/>
            <a:ext cx="3348904" cy="1477328"/>
          </a:xfrm>
          <a:prstGeom prst="rect">
            <a:avLst/>
          </a:prstGeom>
          <a:noFill/>
        </p:spPr>
        <p:txBody>
          <a:bodyPr wrap="square" rtlCol="0">
            <a:spAutoFit/>
          </a:bodyPr>
          <a:lstStyle/>
          <a:p>
            <a:pPr algn="ctr"/>
            <a:r>
              <a:rPr lang="en-US"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rPr>
              <a:t>Designed to work seamlessly through integration with Real Time Payments System, ensuring a smooth transition for all stakeholders.</a:t>
            </a:r>
            <a:endParaRPr lang="x-none"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20" name="TextBox 19">
            <a:extLst>
              <a:ext uri="{FF2B5EF4-FFF2-40B4-BE49-F238E27FC236}">
                <a16:creationId xmlns:a16="http://schemas.microsoft.com/office/drawing/2014/main" xmlns="" id="{9183A7AF-2400-493C-90B7-898A737B0126}"/>
              </a:ext>
            </a:extLst>
          </p:cNvPr>
          <p:cNvSpPr txBox="1"/>
          <p:nvPr/>
        </p:nvSpPr>
        <p:spPr>
          <a:xfrm>
            <a:off x="6302047" y="5211735"/>
            <a:ext cx="3348904" cy="1477328"/>
          </a:xfrm>
          <a:prstGeom prst="rect">
            <a:avLst/>
          </a:prstGeom>
          <a:noFill/>
        </p:spPr>
        <p:txBody>
          <a:bodyPr wrap="square" rtlCol="0">
            <a:spAutoFit/>
          </a:bodyPr>
          <a:lstStyle/>
          <a:p>
            <a:pPr algn="ctr"/>
            <a:r>
              <a:rPr lang="en-US"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rPr>
              <a:t>While aligned with global standards, the system is adapted to the unique needs and challenges of the Ethiopian market.</a:t>
            </a:r>
            <a:endParaRPr lang="x-none" dirty="0">
              <a:solidFill>
                <a:schemeClr val="accent6">
                  <a:lumMod val="75000"/>
                </a:schemeClr>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Tree>
    <p:extLst>
      <p:ext uri="{BB962C8B-B14F-4D97-AF65-F5344CB8AC3E}">
        <p14:creationId xmlns:p14="http://schemas.microsoft.com/office/powerpoint/2010/main" val="17955676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2. </a:t>
            </a:r>
            <a:r>
              <a:rPr lang="en-US" sz="2800" dirty="0">
                <a:solidFill>
                  <a:srgbClr val="006229"/>
                </a:solidFill>
                <a:latin typeface="Bahnschrift SemiBold SemiConden" panose="020B0502040204020203" pitchFamily="34" charset="0"/>
              </a:rPr>
              <a:t>KEY FEATURES OF THE STANDARD AND ALIGNMENT WITH BEST PRACTICES.</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Deep Dive into the Adaptations for Ethiopian Context</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EE55D29C-5FC2-9CEC-0883-AAC1A4BA1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pic>
        <p:nvPicPr>
          <p:cNvPr id="3" name="Picture 2" descr="A qr code with a flag&#10;&#10;Description automatically generated">
            <a:extLst>
              <a:ext uri="{FF2B5EF4-FFF2-40B4-BE49-F238E27FC236}">
                <a16:creationId xmlns:a16="http://schemas.microsoft.com/office/drawing/2014/main" xmlns="" id="{E10F8369-3076-686D-72C3-5986D0733D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562" y="1212977"/>
            <a:ext cx="1495425" cy="1495425"/>
          </a:xfrm>
          <a:prstGeom prst="rect">
            <a:avLst/>
          </a:prstGeom>
        </p:spPr>
      </p:pic>
      <p:sp>
        <p:nvSpPr>
          <p:cNvPr id="11" name="TextBox 10">
            <a:extLst>
              <a:ext uri="{FF2B5EF4-FFF2-40B4-BE49-F238E27FC236}">
                <a16:creationId xmlns:a16="http://schemas.microsoft.com/office/drawing/2014/main" xmlns="" id="{C7EBF083-5959-F7EE-AEF8-55570FB5B3A0}"/>
              </a:ext>
            </a:extLst>
          </p:cNvPr>
          <p:cNvSpPr txBox="1"/>
          <p:nvPr/>
        </p:nvSpPr>
        <p:spPr>
          <a:xfrm>
            <a:off x="703562" y="2708402"/>
            <a:ext cx="1495425" cy="4154984"/>
          </a:xfrm>
          <a:prstGeom prst="rect">
            <a:avLst/>
          </a:prstGeom>
          <a:noFill/>
        </p:spPr>
        <p:txBody>
          <a:bodyPr wrap="square">
            <a:spAutoFit/>
          </a:bodyPr>
          <a:lstStyle/>
          <a:p>
            <a:r>
              <a:rPr lang="en-US" sz="1200" kern="0" dirty="0">
                <a:solidFill>
                  <a:srgbClr val="FF0000"/>
                </a:solidFill>
                <a:effectLst/>
                <a:latin typeface="Microsoft GothicNeo" panose="020B0500000101010101" pitchFamily="34" charset="-127"/>
              </a:rPr>
              <a:t>00</a:t>
            </a:r>
            <a:r>
              <a:rPr lang="en-US" sz="1200" kern="0" dirty="0">
                <a:solidFill>
                  <a:srgbClr val="1F4E79"/>
                </a:solidFill>
                <a:effectLst/>
                <a:latin typeface="Microsoft GothicNeo" panose="020B0500000101010101" pitchFamily="34" charset="-127"/>
              </a:rPr>
              <a:t>02</a:t>
            </a:r>
            <a:r>
              <a:rPr lang="en-US" sz="1200" kern="0" dirty="0">
                <a:solidFill>
                  <a:srgbClr val="528135"/>
                </a:solidFill>
                <a:effectLst/>
                <a:latin typeface="Microsoft GothicNeo" panose="020B0500000101010101" pitchFamily="34" charset="-127"/>
              </a:rPr>
              <a:t>01</a:t>
            </a:r>
            <a:r>
              <a:rPr lang="en-US" sz="1200" kern="0" dirty="0">
                <a:solidFill>
                  <a:srgbClr val="FF0000"/>
                </a:solidFill>
                <a:effectLst/>
                <a:latin typeface="Microsoft GothicNeo" panose="020B0500000101010101" pitchFamily="34" charset="-127"/>
              </a:rPr>
              <a:t>01</a:t>
            </a:r>
            <a:r>
              <a:rPr lang="en-US" sz="1200" kern="0" dirty="0">
                <a:solidFill>
                  <a:srgbClr val="1F4E79"/>
                </a:solidFill>
                <a:effectLst/>
                <a:latin typeface="Microsoft GothicNeo" panose="020B0500000101010101" pitchFamily="34" charset="-127"/>
              </a:rPr>
              <a:t>02</a:t>
            </a:r>
            <a:r>
              <a:rPr lang="en-US" sz="1200" kern="0" dirty="0">
                <a:solidFill>
                  <a:srgbClr val="528135"/>
                </a:solidFill>
                <a:effectLst/>
                <a:latin typeface="Microsoft GothicNeo" panose="020B0500000101010101" pitchFamily="34" charset="-127"/>
              </a:rPr>
              <a:t>12</a:t>
            </a:r>
            <a:r>
              <a:rPr lang="en-US" sz="1200" kern="0" dirty="0">
                <a:solidFill>
                  <a:srgbClr val="FF0000"/>
                </a:solidFill>
                <a:effectLst/>
                <a:latin typeface="Microsoft GothicNeo" panose="020B0500000101010101" pitchFamily="34" charset="-127"/>
              </a:rPr>
              <a:t>02</a:t>
            </a:r>
            <a:r>
              <a:rPr lang="en-US" sz="1200" kern="0" dirty="0">
                <a:solidFill>
                  <a:srgbClr val="1F4E79"/>
                </a:solidFill>
                <a:effectLst/>
                <a:latin typeface="Microsoft GothicNeo" panose="020B0500000101010101" pitchFamily="34" charset="-127"/>
              </a:rPr>
              <a:t>16</a:t>
            </a:r>
            <a:r>
              <a:rPr lang="en-US" sz="1200" kern="0" dirty="0">
                <a:solidFill>
                  <a:srgbClr val="00AF50"/>
                </a:solidFill>
                <a:effectLst/>
                <a:latin typeface="Microsoft GothicNeo" panose="020B0500000101010101" pitchFamily="34" charset="-127"/>
              </a:rPr>
              <a:t>4000123456789012</a:t>
            </a:r>
            <a:r>
              <a:rPr lang="en-US" sz="1200" kern="0" dirty="0">
                <a:solidFill>
                  <a:srgbClr val="FF0000"/>
                </a:solidFill>
                <a:effectLst/>
                <a:latin typeface="Microsoft GothicNeo" panose="020B0500000101010101" pitchFamily="34" charset="-127"/>
              </a:rPr>
              <a:t>04</a:t>
            </a:r>
            <a:r>
              <a:rPr lang="en-US" sz="1200" kern="0" dirty="0">
                <a:solidFill>
                  <a:srgbClr val="1F4E79"/>
                </a:solidFill>
                <a:effectLst/>
                <a:latin typeface="Microsoft GothicNeo" panose="020B0500000101010101" pitchFamily="34" charset="-127"/>
              </a:rPr>
              <a:t>16</a:t>
            </a:r>
            <a:r>
              <a:rPr lang="en-US" sz="1200" kern="0" dirty="0">
                <a:solidFill>
                  <a:srgbClr val="00AF50"/>
                </a:solidFill>
                <a:effectLst/>
                <a:latin typeface="Microsoft GothicNeo" panose="020B0500000101010101" pitchFamily="34" charset="-127"/>
              </a:rPr>
              <a:t>5345123456789012</a:t>
            </a:r>
            <a:r>
              <a:rPr lang="en-US" sz="1200" kern="0" dirty="0">
                <a:solidFill>
                  <a:srgbClr val="FF0000"/>
                </a:solidFill>
                <a:effectLst/>
                <a:latin typeface="Microsoft GothicNeo" panose="020B0500000101010101" pitchFamily="34" charset="-127"/>
              </a:rPr>
              <a:t>15</a:t>
            </a:r>
            <a:r>
              <a:rPr lang="en-US" sz="1200" kern="0" dirty="0">
                <a:solidFill>
                  <a:srgbClr val="1F4E79"/>
                </a:solidFill>
                <a:effectLst/>
                <a:latin typeface="Microsoft GothicNeo" panose="020B0500000101010101" pitchFamily="34" charset="-127"/>
              </a:rPr>
              <a:t>16</a:t>
            </a:r>
            <a:r>
              <a:rPr lang="en-US" sz="1200" kern="0" dirty="0">
                <a:solidFill>
                  <a:srgbClr val="00AF50"/>
                </a:solidFill>
                <a:effectLst/>
                <a:latin typeface="Microsoft GothicNeo" panose="020B0500000101010101" pitchFamily="34" charset="-127"/>
              </a:rPr>
              <a:t>6345123456789012</a:t>
            </a:r>
            <a:r>
              <a:rPr lang="en-US" sz="1200" kern="0" dirty="0">
                <a:solidFill>
                  <a:srgbClr val="FF0000"/>
                </a:solidFill>
                <a:effectLst/>
                <a:latin typeface="Microsoft GothicNeo" panose="020B0500000101010101" pitchFamily="34" charset="-127"/>
              </a:rPr>
              <a:t>28</a:t>
            </a:r>
            <a:r>
              <a:rPr lang="en-US" sz="1200" kern="0" dirty="0">
                <a:solidFill>
                  <a:srgbClr val="1F4E79"/>
                </a:solidFill>
                <a:effectLst/>
                <a:latin typeface="Microsoft GothicNeo" panose="020B0500000101010101" pitchFamily="34" charset="-127"/>
              </a:rPr>
              <a:t>76</a:t>
            </a:r>
            <a:r>
              <a:rPr lang="en-US" sz="1200" kern="0" dirty="0">
                <a:solidFill>
                  <a:srgbClr val="DF6666"/>
                </a:solidFill>
                <a:effectLst/>
                <a:latin typeface="Microsoft GothicNeo" panose="020B0500000101010101" pitchFamily="34" charset="-127"/>
              </a:rPr>
              <a:t>00</a:t>
            </a:r>
            <a:r>
              <a:rPr lang="en-US" sz="1200" kern="0" dirty="0">
                <a:solidFill>
                  <a:srgbClr val="6C9EEB"/>
                </a:solidFill>
                <a:effectLst/>
                <a:latin typeface="Microsoft GothicNeo" panose="020B0500000101010101" pitchFamily="34" charset="-127"/>
              </a:rPr>
              <a:t>32</a:t>
            </a:r>
            <a:r>
              <a:rPr lang="en-US" sz="1200" kern="0" dirty="0">
                <a:solidFill>
                  <a:srgbClr val="00B050"/>
                </a:solidFill>
                <a:effectLst/>
                <a:latin typeface="Microsoft GothicNeo" panose="020B0500000101010101" pitchFamily="34" charset="-127"/>
              </a:rPr>
              <a:t>581b314e257f41bfbbdc6384daa31d16</a:t>
            </a:r>
            <a:r>
              <a:rPr lang="en-US" sz="1200" kern="0" dirty="0">
                <a:solidFill>
                  <a:srgbClr val="DF6666"/>
                </a:solidFill>
                <a:effectLst/>
                <a:latin typeface="Microsoft GothicNeo" panose="020B0500000101010101" pitchFamily="34" charset="-127"/>
              </a:rPr>
              <a:t>01</a:t>
            </a:r>
            <a:r>
              <a:rPr lang="en-US" sz="1200" kern="0" dirty="0">
                <a:solidFill>
                  <a:srgbClr val="6C9EEB"/>
                </a:solidFill>
                <a:effectLst/>
                <a:latin typeface="Microsoft GothicNeo" panose="020B0500000101010101" pitchFamily="34" charset="-127"/>
                <a:ea typeface="Calibri" panose="020F0502020204030204" pitchFamily="34" charset="0"/>
              </a:rPr>
              <a:t>08</a:t>
            </a:r>
            <a:r>
              <a:rPr lang="en-US" sz="1200" kern="0" dirty="0">
                <a:solidFill>
                  <a:srgbClr val="00B050"/>
                </a:solidFill>
                <a:effectLst/>
                <a:latin typeface="Microsoft GothicNeo" panose="020B0500000101010101" pitchFamily="34" charset="-127"/>
                <a:ea typeface="Calibri" panose="020F0502020204030204" pitchFamily="34" charset="0"/>
              </a:rPr>
              <a:t>CBETETAA</a:t>
            </a:r>
            <a:r>
              <a:rPr lang="en-US" sz="1200" kern="0" dirty="0">
                <a:solidFill>
                  <a:srgbClr val="DF6666"/>
                </a:solidFill>
                <a:effectLst/>
                <a:latin typeface="Microsoft GothicNeo" panose="020B0500000101010101" pitchFamily="34" charset="-127"/>
                <a:ea typeface="Calibri" panose="020F0502020204030204" pitchFamily="34" charset="0"/>
              </a:rPr>
              <a:t>02</a:t>
            </a:r>
            <a:r>
              <a:rPr lang="en-US" sz="1200" kern="0" dirty="0">
                <a:solidFill>
                  <a:srgbClr val="6C9EEB"/>
                </a:solidFill>
                <a:effectLst/>
                <a:latin typeface="Microsoft GothicNeo" panose="020B0500000101010101" pitchFamily="34" charset="-127"/>
                <a:ea typeface="Calibri" panose="020F0502020204030204" pitchFamily="34" charset="0"/>
              </a:rPr>
              <a:t>16</a:t>
            </a:r>
            <a:r>
              <a:rPr lang="en-US" sz="1200" kern="0" dirty="0">
                <a:solidFill>
                  <a:srgbClr val="00AF50"/>
                </a:solidFill>
                <a:effectLst/>
                <a:latin typeface="Microsoft GothicNeo" panose="020B0500000101010101" pitchFamily="34" charset="-127"/>
                <a:ea typeface="Calibri" panose="020F0502020204030204" pitchFamily="34" charset="0"/>
              </a:rPr>
              <a:t>0000171234567890</a:t>
            </a:r>
            <a:r>
              <a:rPr lang="en-US" sz="1200" kern="0" dirty="0">
                <a:solidFill>
                  <a:srgbClr val="FF0000"/>
                </a:solidFill>
                <a:effectLst/>
                <a:latin typeface="Microsoft GothicNeo" panose="020B0500000101010101" pitchFamily="34" charset="-127"/>
              </a:rPr>
              <a:t>52</a:t>
            </a:r>
            <a:r>
              <a:rPr lang="en-US" sz="1200" kern="0" dirty="0">
                <a:solidFill>
                  <a:srgbClr val="1F4E79"/>
                </a:solidFill>
                <a:effectLst/>
                <a:latin typeface="Microsoft GothicNeo" panose="020B0500000101010101" pitchFamily="34" charset="-127"/>
              </a:rPr>
              <a:t>04</a:t>
            </a:r>
            <a:r>
              <a:rPr lang="en-US" sz="1200" kern="0" dirty="0">
                <a:solidFill>
                  <a:srgbClr val="00AF50"/>
                </a:solidFill>
                <a:effectLst/>
                <a:latin typeface="Microsoft GothicNeo" panose="020B0500000101010101" pitchFamily="34" charset="-127"/>
              </a:rPr>
              <a:t>5999</a:t>
            </a:r>
            <a:r>
              <a:rPr lang="en-US" sz="1200" kern="0" dirty="0">
                <a:solidFill>
                  <a:srgbClr val="FF0000"/>
                </a:solidFill>
                <a:effectLst/>
                <a:latin typeface="Microsoft GothicNeo" panose="020B0500000101010101" pitchFamily="34" charset="-127"/>
              </a:rPr>
              <a:t>53</a:t>
            </a:r>
            <a:r>
              <a:rPr lang="en-US" sz="1200" kern="0" dirty="0">
                <a:solidFill>
                  <a:srgbClr val="1F4E79"/>
                </a:solidFill>
                <a:effectLst/>
                <a:latin typeface="Microsoft GothicNeo" panose="020B0500000101010101" pitchFamily="34" charset="-127"/>
              </a:rPr>
              <a:t>03</a:t>
            </a:r>
            <a:r>
              <a:rPr lang="en-US" sz="1200" kern="0" dirty="0">
                <a:solidFill>
                  <a:srgbClr val="00AF50"/>
                </a:solidFill>
                <a:effectLst/>
                <a:latin typeface="Microsoft GothicNeo" panose="020B0500000101010101" pitchFamily="34" charset="-127"/>
              </a:rPr>
              <a:t>586</a:t>
            </a:r>
            <a:r>
              <a:rPr lang="en-US" sz="1200" kern="0" dirty="0">
                <a:solidFill>
                  <a:srgbClr val="FF0000"/>
                </a:solidFill>
                <a:effectLst/>
                <a:latin typeface="Microsoft GothicNeo" panose="020B0500000101010101" pitchFamily="34" charset="-127"/>
              </a:rPr>
              <a:t>58</a:t>
            </a:r>
            <a:r>
              <a:rPr lang="en-US" sz="1200" kern="0" dirty="0">
                <a:solidFill>
                  <a:srgbClr val="1F4E79"/>
                </a:solidFill>
                <a:effectLst/>
                <a:latin typeface="Microsoft GothicNeo" panose="020B0500000101010101" pitchFamily="34" charset="-127"/>
              </a:rPr>
              <a:t>02</a:t>
            </a:r>
            <a:r>
              <a:rPr lang="en-US" sz="1200" kern="0" dirty="0">
                <a:solidFill>
                  <a:srgbClr val="00AF50"/>
                </a:solidFill>
                <a:effectLst/>
                <a:latin typeface="Microsoft GothicNeo" panose="020B0500000101010101" pitchFamily="34" charset="-127"/>
              </a:rPr>
              <a:t>ET</a:t>
            </a:r>
            <a:r>
              <a:rPr lang="en-US" sz="1200" kern="0" dirty="0">
                <a:solidFill>
                  <a:srgbClr val="FF0000"/>
                </a:solidFill>
                <a:effectLst/>
                <a:latin typeface="Microsoft GothicNeo" panose="020B0500000101010101" pitchFamily="34" charset="-127"/>
                <a:ea typeface="Calibri" panose="020F0502020204030204" pitchFamily="34" charset="0"/>
              </a:rPr>
              <a:t>59</a:t>
            </a:r>
            <a:r>
              <a:rPr lang="en-US" sz="1200" kern="0" dirty="0">
                <a:solidFill>
                  <a:srgbClr val="1F4E79"/>
                </a:solidFill>
                <a:effectLst/>
                <a:latin typeface="Microsoft GothicNeo" panose="020B0500000101010101" pitchFamily="34" charset="-127"/>
                <a:ea typeface="Calibri" panose="020F0502020204030204" pitchFamily="34" charset="0"/>
              </a:rPr>
              <a:t>24</a:t>
            </a:r>
            <a:r>
              <a:rPr lang="en-US" sz="1200" kern="0" dirty="0">
                <a:solidFill>
                  <a:srgbClr val="00AF50"/>
                </a:solidFill>
                <a:effectLst/>
                <a:latin typeface="Microsoft GothicNeo" panose="020B0500000101010101" pitchFamily="34" charset="-127"/>
                <a:ea typeface="Calibri" panose="020F0502020204030204" pitchFamily="34" charset="0"/>
              </a:rPr>
              <a:t>TewodrosSpices&amp;Grains</a:t>
            </a:r>
            <a:r>
              <a:rPr lang="en-US" sz="1200" kern="0" dirty="0">
                <a:solidFill>
                  <a:srgbClr val="FF0000"/>
                </a:solidFill>
                <a:effectLst/>
                <a:latin typeface="Microsoft GothicNeo" panose="020B0500000101010101" pitchFamily="34" charset="-127"/>
              </a:rPr>
              <a:t>60</a:t>
            </a:r>
            <a:r>
              <a:rPr lang="en-US" sz="1200" kern="0" dirty="0">
                <a:solidFill>
                  <a:srgbClr val="1F4E79"/>
                </a:solidFill>
                <a:effectLst/>
                <a:latin typeface="Microsoft GothicNeo" panose="020B0500000101010101" pitchFamily="34" charset="-127"/>
              </a:rPr>
              <a:t>10</a:t>
            </a:r>
            <a:r>
              <a:rPr lang="en-US" sz="1200" kern="0" dirty="0">
                <a:solidFill>
                  <a:srgbClr val="00AF50"/>
                </a:solidFill>
                <a:effectLst/>
                <a:latin typeface="Microsoft GothicNeo" panose="020B0500000101010101" pitchFamily="34" charset="-127"/>
                <a:ea typeface="Calibri" panose="020F0502020204030204" pitchFamily="34" charset="0"/>
              </a:rPr>
              <a:t>ADDISABABA</a:t>
            </a:r>
            <a:r>
              <a:rPr lang="en-US" sz="1200" kern="0" dirty="0">
                <a:solidFill>
                  <a:srgbClr val="FF0000"/>
                </a:solidFill>
                <a:effectLst/>
                <a:latin typeface="Microsoft GothicNeo" panose="020B0500000101010101" pitchFamily="34" charset="-127"/>
              </a:rPr>
              <a:t>62</a:t>
            </a:r>
            <a:r>
              <a:rPr lang="en-US" sz="1200" kern="0" dirty="0">
                <a:solidFill>
                  <a:srgbClr val="002060"/>
                </a:solidFill>
                <a:effectLst/>
                <a:latin typeface="Microsoft GothicNeo" panose="020B0500000101010101" pitchFamily="34" charset="-127"/>
              </a:rPr>
              <a:t>89</a:t>
            </a:r>
            <a:r>
              <a:rPr lang="en-US" sz="1200" kern="0" dirty="0">
                <a:solidFill>
                  <a:srgbClr val="00B050"/>
                </a:solidFill>
                <a:effectLst/>
                <a:latin typeface="Microsoft GothicNeo" panose="020B0500000101010101" pitchFamily="34" charset="-127"/>
              </a:rPr>
              <a:t>0117234567854321234560211032400000000324Tewodros Spices &amp; Grains051312387654321230712456789098765</a:t>
            </a:r>
            <a:r>
              <a:rPr lang="en-US" sz="1200" kern="0" dirty="0">
                <a:solidFill>
                  <a:srgbClr val="FF0000"/>
                </a:solidFill>
                <a:effectLst/>
                <a:latin typeface="Microsoft GothicNeo" panose="020B0500000101010101" pitchFamily="34" charset="-127"/>
              </a:rPr>
              <a:t>63</a:t>
            </a:r>
            <a:r>
              <a:rPr lang="en-US" sz="1200" kern="0" dirty="0">
                <a:solidFill>
                  <a:srgbClr val="1F4E79"/>
                </a:solidFill>
                <a:effectLst/>
                <a:latin typeface="Microsoft GothicNeo" panose="020B0500000101010101" pitchFamily="34" charset="-127"/>
              </a:rPr>
              <a:t>04</a:t>
            </a:r>
            <a:r>
              <a:rPr lang="en-US" sz="1200" kern="0" dirty="0">
                <a:solidFill>
                  <a:srgbClr val="00AF50"/>
                </a:solidFill>
                <a:effectLst/>
                <a:latin typeface="Microsoft GothicNeo" panose="020B0500000101010101" pitchFamily="34" charset="-127"/>
              </a:rPr>
              <a:t>5376</a:t>
            </a:r>
            <a:endParaRPr lang="x-none" sz="1200" dirty="0"/>
          </a:p>
        </p:txBody>
      </p:sp>
      <p:sp>
        <p:nvSpPr>
          <p:cNvPr id="12" name="TextBox 11">
            <a:extLst>
              <a:ext uri="{FF2B5EF4-FFF2-40B4-BE49-F238E27FC236}">
                <a16:creationId xmlns:a16="http://schemas.microsoft.com/office/drawing/2014/main" xmlns="" id="{B4ACB140-2B04-D9EF-7C5A-77C15C11E6B3}"/>
              </a:ext>
            </a:extLst>
          </p:cNvPr>
          <p:cNvSpPr txBox="1"/>
          <p:nvPr/>
        </p:nvSpPr>
        <p:spPr>
          <a:xfrm rot="16200000">
            <a:off x="-137852" y="1776023"/>
            <a:ext cx="1313497" cy="369332"/>
          </a:xfrm>
          <a:prstGeom prst="rect">
            <a:avLst/>
          </a:prstGeom>
          <a:noFill/>
        </p:spPr>
        <p:txBody>
          <a:bodyPr wrap="square" rtlCol="0">
            <a:spAutoFit/>
          </a:bodyPr>
          <a:lstStyle/>
          <a:p>
            <a:pPr algn="ctr"/>
            <a:r>
              <a:rPr lang="en-US" b="1" dirty="0">
                <a:solidFill>
                  <a:srgbClr val="006229"/>
                </a:solidFill>
                <a:latin typeface="Arial Nova" panose="020B0504020202020204" pitchFamily="34" charset="0"/>
              </a:rPr>
              <a:t>QR CODE</a:t>
            </a:r>
            <a:endParaRPr lang="x-none" b="1" dirty="0">
              <a:solidFill>
                <a:srgbClr val="006229"/>
              </a:solidFill>
              <a:latin typeface="Arial Nova" panose="020B0504020202020204" pitchFamily="34" charset="0"/>
            </a:endParaRPr>
          </a:p>
        </p:txBody>
      </p:sp>
      <p:sp>
        <p:nvSpPr>
          <p:cNvPr id="13" name="TextBox 12">
            <a:extLst>
              <a:ext uri="{FF2B5EF4-FFF2-40B4-BE49-F238E27FC236}">
                <a16:creationId xmlns:a16="http://schemas.microsoft.com/office/drawing/2014/main" xmlns="" id="{F218A029-749C-11E7-4D68-7F83BF1378AC}"/>
              </a:ext>
            </a:extLst>
          </p:cNvPr>
          <p:cNvSpPr txBox="1"/>
          <p:nvPr/>
        </p:nvSpPr>
        <p:spPr>
          <a:xfrm rot="16200000">
            <a:off x="-1467263" y="4509894"/>
            <a:ext cx="3972318" cy="369332"/>
          </a:xfrm>
          <a:prstGeom prst="rect">
            <a:avLst/>
          </a:prstGeom>
          <a:noFill/>
        </p:spPr>
        <p:txBody>
          <a:bodyPr wrap="square" rtlCol="0">
            <a:spAutoFit/>
          </a:bodyPr>
          <a:lstStyle/>
          <a:p>
            <a:pPr algn="ctr"/>
            <a:r>
              <a:rPr lang="en-US" b="1" dirty="0">
                <a:solidFill>
                  <a:srgbClr val="006229"/>
                </a:solidFill>
                <a:latin typeface="Arial Nova" panose="020B0504020202020204" pitchFamily="34" charset="0"/>
              </a:rPr>
              <a:t>DECIPHERED TEXT</a:t>
            </a:r>
            <a:endParaRPr lang="x-none" b="1" dirty="0">
              <a:solidFill>
                <a:srgbClr val="006229"/>
              </a:solidFill>
              <a:latin typeface="Arial Nova" panose="020B0504020202020204" pitchFamily="34" charset="0"/>
            </a:endParaRPr>
          </a:p>
        </p:txBody>
      </p:sp>
      <p:sp>
        <p:nvSpPr>
          <p:cNvPr id="22" name="TextBox 21">
            <a:extLst>
              <a:ext uri="{FF2B5EF4-FFF2-40B4-BE49-F238E27FC236}">
                <a16:creationId xmlns:a16="http://schemas.microsoft.com/office/drawing/2014/main" xmlns="" id="{E4BCEA83-FD2D-67F6-C057-2B719E2684E9}"/>
              </a:ext>
            </a:extLst>
          </p:cNvPr>
          <p:cNvSpPr txBox="1"/>
          <p:nvPr/>
        </p:nvSpPr>
        <p:spPr>
          <a:xfrm>
            <a:off x="2321860" y="1212977"/>
            <a:ext cx="4509246" cy="369332"/>
          </a:xfrm>
          <a:prstGeom prst="rect">
            <a:avLst/>
          </a:prstGeom>
          <a:noFill/>
        </p:spPr>
        <p:txBody>
          <a:bodyPr wrap="square" rtlCol="0">
            <a:spAutoFit/>
          </a:bodyPr>
          <a:lstStyle>
            <a:defPPr>
              <a:defRPr lang="x-none"/>
            </a:defPPr>
            <a:lvl1pPr algn="ctr">
              <a:defRPr b="1">
                <a:solidFill>
                  <a:srgbClr val="006229"/>
                </a:solidFill>
                <a:latin typeface="Arial Nova" panose="020B0504020202020204" pitchFamily="34" charset="0"/>
              </a:defRPr>
            </a:lvl1pPr>
          </a:lstStyle>
          <a:p>
            <a:r>
              <a:rPr lang="en-US" dirty="0"/>
              <a:t>QR Payload Transposed for Readability</a:t>
            </a:r>
            <a:endParaRPr lang="x-none" dirty="0"/>
          </a:p>
        </p:txBody>
      </p:sp>
      <p:graphicFrame>
        <p:nvGraphicFramePr>
          <p:cNvPr id="24" name="Table 23">
            <a:extLst>
              <a:ext uri="{FF2B5EF4-FFF2-40B4-BE49-F238E27FC236}">
                <a16:creationId xmlns:a16="http://schemas.microsoft.com/office/drawing/2014/main" xmlns="" id="{5D34DB54-DBF5-8283-0012-E5AE7A35A270}"/>
              </a:ext>
            </a:extLst>
          </p:cNvPr>
          <p:cNvGraphicFramePr>
            <a:graphicFrameLocks noGrp="1"/>
          </p:cNvGraphicFramePr>
          <p:nvPr>
            <p:extLst>
              <p:ext uri="{D42A27DB-BD31-4B8C-83A1-F6EECF244321}">
                <p14:modId xmlns:p14="http://schemas.microsoft.com/office/powerpoint/2010/main" val="2882960152"/>
              </p:ext>
            </p:extLst>
          </p:nvPr>
        </p:nvGraphicFramePr>
        <p:xfrm>
          <a:off x="2478672" y="1787007"/>
          <a:ext cx="5422900" cy="3914140"/>
        </p:xfrm>
        <a:graphic>
          <a:graphicData uri="http://schemas.openxmlformats.org/drawingml/2006/table">
            <a:tbl>
              <a:tblPr firstRow="1" firstCol="1" bandRow="1"/>
              <a:tblGrid>
                <a:gridCol w="1866900">
                  <a:extLst>
                    <a:ext uri="{9D8B030D-6E8A-4147-A177-3AD203B41FA5}">
                      <a16:colId xmlns:a16="http://schemas.microsoft.com/office/drawing/2014/main" xmlns="" val="1705455125"/>
                    </a:ext>
                  </a:extLst>
                </a:gridCol>
                <a:gridCol w="3556000">
                  <a:extLst>
                    <a:ext uri="{9D8B030D-6E8A-4147-A177-3AD203B41FA5}">
                      <a16:colId xmlns:a16="http://schemas.microsoft.com/office/drawing/2014/main" xmlns="" val="336205436"/>
                    </a:ext>
                  </a:extLst>
                </a:gridCol>
              </a:tblGrid>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Payload Format Indicator:</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00</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02</a:t>
                      </a:r>
                      <a:r>
                        <a:rPr lang="en-US" sz="1200" kern="100">
                          <a:solidFill>
                            <a:srgbClr val="528135"/>
                          </a:solidFill>
                          <a:effectLst/>
                          <a:latin typeface="Microsoft GothicNeo" panose="020B0500000101010101" pitchFamily="34" charset="-127"/>
                          <a:ea typeface="Calibri" panose="020F0502020204030204" pitchFamily="34" charset="0"/>
                          <a:cs typeface="Times New Roman" panose="02020603050405020304" pitchFamily="18" charset="0"/>
                        </a:rPr>
                        <a:t>01</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608521629"/>
                  </a:ext>
                </a:extLst>
              </a:tr>
              <a:tr h="19367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Point of Initiation:</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01</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02</a:t>
                      </a:r>
                      <a:r>
                        <a:rPr lang="en-US" sz="1200" kern="100">
                          <a:solidFill>
                            <a:srgbClr val="528135"/>
                          </a:solidFill>
                          <a:effectLst/>
                          <a:latin typeface="Microsoft GothicNeo" panose="020B0500000101010101" pitchFamily="34" charset="-127"/>
                          <a:ea typeface="Calibri" panose="020F0502020204030204" pitchFamily="34" charset="0"/>
                          <a:cs typeface="Times New Roman" panose="02020603050405020304" pitchFamily="18" charset="0"/>
                        </a:rPr>
                        <a:t>12</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474223552"/>
                  </a:ext>
                </a:extLst>
              </a:tr>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MAI1 Visa:</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02</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16</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4000123456789012</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2523452443"/>
                  </a:ext>
                </a:extLst>
              </a:tr>
              <a:tr h="18478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MAI2 Mastercard:</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04</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16</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5345123456789012</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449774470"/>
                  </a:ext>
                </a:extLst>
              </a:tr>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MAI3 Unionpay:</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15</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16</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6345123456789012</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2013530068"/>
                  </a:ext>
                </a:extLst>
              </a:tr>
              <a:tr h="17208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MAI4 IPS ET:</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28</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76</a:t>
                      </a: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00</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32</a:t>
                      </a:r>
                      <a:r>
                        <a:rPr lang="en-US" sz="1200" kern="100">
                          <a:solidFill>
                            <a:srgbClr val="00B050"/>
                          </a:solidFill>
                          <a:effectLst/>
                          <a:latin typeface="Microsoft GothicNeo" panose="020B0500000101010101" pitchFamily="34" charset="-127"/>
                          <a:ea typeface="Calibri" panose="020F0502020204030204" pitchFamily="34" charset="0"/>
                          <a:cs typeface="Times New Roman" panose="02020603050405020304" pitchFamily="18" charset="0"/>
                        </a:rPr>
                        <a:t>581b314e257f41bfbbdc6384daa31d16</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2361435184"/>
                  </a:ext>
                </a:extLst>
              </a:tr>
              <a:tr h="194945">
                <a:tc>
                  <a:txBody>
                    <a:bodyPr/>
                    <a:lstStyle/>
                    <a:p>
                      <a:pPr>
                        <a:lnSpc>
                          <a:spcPct val="107000"/>
                        </a:lnSpc>
                      </a:pPr>
                      <a:r>
                        <a:rPr lang="en-US" sz="1200" kern="100">
                          <a:effectLst/>
                          <a:latin typeface="Microsoft GothicNeo" panose="020B0500000101010101" pitchFamily="34" charset="-127"/>
                          <a:ea typeface="Microsoft GothicNeo" panose="020B0500000101010101" pitchFamily="34" charset="-127"/>
                          <a:cs typeface="Times New Roman" panose="02020603050405020304" pitchFamily="18" charset="0"/>
                        </a:rPr>
                        <a:t> </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01</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08</a:t>
                      </a:r>
                      <a:r>
                        <a:rPr lang="en-US" sz="1200" kern="100">
                          <a:solidFill>
                            <a:srgbClr val="00B050"/>
                          </a:solidFill>
                          <a:effectLst/>
                          <a:latin typeface="Microsoft GothicNeo" panose="020B0500000101010101" pitchFamily="34" charset="-127"/>
                          <a:ea typeface="Calibri" panose="020F0502020204030204" pitchFamily="34" charset="0"/>
                          <a:cs typeface="Times New Roman" panose="02020603050405020304" pitchFamily="18" charset="0"/>
                        </a:rPr>
                        <a:t>CBETETAA</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319535355"/>
                  </a:ext>
                </a:extLst>
              </a:tr>
              <a:tr h="190500">
                <a:tc>
                  <a:txBody>
                    <a:bodyPr/>
                    <a:lstStyle/>
                    <a:p>
                      <a:pPr>
                        <a:lnSpc>
                          <a:spcPct val="107000"/>
                        </a:lnSpc>
                      </a:pPr>
                      <a:r>
                        <a:rPr lang="en-US" sz="1200" kern="100">
                          <a:effectLst/>
                          <a:latin typeface="Microsoft GothicNeo" panose="020B0500000101010101" pitchFamily="34" charset="-127"/>
                          <a:ea typeface="Microsoft GothicNeo" panose="020B0500000101010101" pitchFamily="34" charset="-127"/>
                          <a:cs typeface="Times New Roman" panose="02020603050405020304" pitchFamily="18" charset="0"/>
                        </a:rPr>
                        <a:t> </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02</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16</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0000171234567890</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503517926"/>
                  </a:ext>
                </a:extLst>
              </a:tr>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Merchant Category Code:</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52</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04</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5999</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513298940"/>
                  </a:ext>
                </a:extLst>
              </a:tr>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Currency:</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53</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03</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586</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964814322"/>
                  </a:ext>
                </a:extLst>
              </a:tr>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Country Code:</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58</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02</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ET</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4248638590"/>
                  </a:ext>
                </a:extLst>
              </a:tr>
              <a:tr h="18732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Merchant Name:</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59</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24</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TewodrosSpices&amp;Grains</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746478636"/>
                  </a:ext>
                </a:extLst>
              </a:tr>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Merchant City:</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dirty="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60</a:t>
                      </a:r>
                      <a:r>
                        <a:rPr lang="en-US" sz="1200" kern="100" dirty="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07</a:t>
                      </a:r>
                      <a:r>
                        <a:rPr lang="en-US" sz="1200" kern="100" dirty="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ADDISABABA</a:t>
                      </a:r>
                      <a:endParaRPr lang="x-none" sz="1200" kern="100" dirty="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41982244"/>
                  </a:ext>
                </a:extLst>
              </a:tr>
              <a:tr h="186055">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Addl. Data Template:</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62</a:t>
                      </a:r>
                      <a:r>
                        <a:rPr lang="en-US" sz="1200" kern="10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89</a:t>
                      </a: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01</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17</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23456785432123456</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451050576"/>
                  </a:ext>
                </a:extLst>
              </a:tr>
              <a:tr h="186055">
                <a:tc>
                  <a:txBody>
                    <a:bodyPr/>
                    <a:lstStyle/>
                    <a:p>
                      <a:pPr>
                        <a:lnSpc>
                          <a:spcPct val="107000"/>
                        </a:lnSpc>
                      </a:pPr>
                      <a:r>
                        <a:rPr lang="en-US" sz="1200" kern="100">
                          <a:effectLst/>
                          <a:latin typeface="Microsoft GothicNeo" panose="020B0500000101010101" pitchFamily="34" charset="-127"/>
                          <a:ea typeface="Microsoft GothicNeo" panose="020B0500000101010101" pitchFamily="34" charset="-127"/>
                          <a:cs typeface="Times New Roman" panose="02020603050405020304" pitchFamily="18" charset="0"/>
                        </a:rPr>
                        <a:t> </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02</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11</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03240000000</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2461832850"/>
                  </a:ext>
                </a:extLst>
              </a:tr>
              <a:tr h="186055">
                <a:tc>
                  <a:txBody>
                    <a:bodyPr/>
                    <a:lstStyle/>
                    <a:p>
                      <a:pPr>
                        <a:lnSpc>
                          <a:spcPct val="107000"/>
                        </a:lnSpc>
                      </a:pPr>
                      <a:r>
                        <a:rPr lang="en-US" sz="1200" kern="100">
                          <a:effectLst/>
                          <a:latin typeface="Microsoft GothicNeo" panose="020B0500000101010101" pitchFamily="34" charset="-127"/>
                          <a:ea typeface="Microsoft GothicNeo" panose="020B0500000101010101" pitchFamily="34" charset="-127"/>
                          <a:cs typeface="Times New Roman" panose="02020603050405020304" pitchFamily="18" charset="0"/>
                        </a:rPr>
                        <a:t> </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03</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24</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Tewodros Spices &amp; Grains</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2534267677"/>
                  </a:ext>
                </a:extLst>
              </a:tr>
              <a:tr h="187325">
                <a:tc>
                  <a:txBody>
                    <a:bodyPr/>
                    <a:lstStyle/>
                    <a:p>
                      <a:pPr>
                        <a:lnSpc>
                          <a:spcPct val="107000"/>
                        </a:lnSpc>
                      </a:pPr>
                      <a:r>
                        <a:rPr lang="en-US" sz="1200" kern="100">
                          <a:effectLst/>
                          <a:latin typeface="Microsoft GothicNeo" panose="020B0500000101010101" pitchFamily="34" charset="-127"/>
                          <a:ea typeface="Microsoft GothicNeo" panose="020B0500000101010101" pitchFamily="34" charset="-127"/>
                          <a:cs typeface="Times New Roman" panose="02020603050405020304" pitchFamily="18" charset="0"/>
                        </a:rPr>
                        <a:t> </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05</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13</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1238765432123</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961142254"/>
                  </a:ext>
                </a:extLst>
              </a:tr>
              <a:tr h="189230">
                <a:tc>
                  <a:txBody>
                    <a:bodyPr/>
                    <a:lstStyle/>
                    <a:p>
                      <a:pPr>
                        <a:lnSpc>
                          <a:spcPct val="107000"/>
                        </a:lnSpc>
                      </a:pPr>
                      <a:r>
                        <a:rPr lang="en-US" sz="1200" kern="100">
                          <a:effectLst/>
                          <a:latin typeface="Microsoft GothicNeo" panose="020B0500000101010101" pitchFamily="34" charset="-127"/>
                          <a:ea typeface="Microsoft GothicNeo" panose="020B0500000101010101" pitchFamily="34" charset="-127"/>
                          <a:cs typeface="Times New Roman" panose="02020603050405020304" pitchFamily="18" charset="0"/>
                        </a:rPr>
                        <a:t> </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a:solidFill>
                            <a:srgbClr val="DF6666"/>
                          </a:solidFill>
                          <a:effectLst/>
                          <a:latin typeface="Microsoft GothicNeo" panose="020B0500000101010101" pitchFamily="34" charset="-127"/>
                          <a:ea typeface="Calibri" panose="020F0502020204030204" pitchFamily="34" charset="0"/>
                          <a:cs typeface="Times New Roman" panose="02020603050405020304" pitchFamily="18" charset="0"/>
                        </a:rPr>
                        <a:t>              07</a:t>
                      </a:r>
                      <a:r>
                        <a:rPr lang="en-US" sz="1200" kern="100">
                          <a:solidFill>
                            <a:srgbClr val="6C9EEB"/>
                          </a:solidFill>
                          <a:effectLst/>
                          <a:latin typeface="Microsoft GothicNeo" panose="020B0500000101010101" pitchFamily="34" charset="-127"/>
                          <a:ea typeface="Calibri" panose="020F0502020204030204" pitchFamily="34" charset="0"/>
                          <a:cs typeface="Times New Roman" panose="02020603050405020304" pitchFamily="18" charset="0"/>
                        </a:rPr>
                        <a:t>12</a:t>
                      </a:r>
                      <a:r>
                        <a:rPr lang="en-US" sz="1200" kern="100">
                          <a:solidFill>
                            <a:srgbClr val="00AF50"/>
                          </a:solidFill>
                          <a:effectLst/>
                          <a:latin typeface="Microsoft GothicNeo" panose="020B0500000101010101" pitchFamily="34" charset="-127"/>
                          <a:ea typeface="Calibri" panose="020F0502020204030204" pitchFamily="34" charset="0"/>
                          <a:cs typeface="Times New Roman" panose="02020603050405020304" pitchFamily="18" charset="0"/>
                        </a:rPr>
                        <a:t>456789098765</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3159168920"/>
                  </a:ext>
                </a:extLst>
              </a:tr>
              <a:tr h="181610">
                <a:tc>
                  <a:txBody>
                    <a:bodyPr/>
                    <a:lstStyle/>
                    <a:p>
                      <a:pPr>
                        <a:lnSpc>
                          <a:spcPct val="107000"/>
                        </a:lnSpc>
                      </a:pPr>
                      <a:r>
                        <a:rPr lang="en-US" sz="1200" kern="100">
                          <a:effectLst/>
                          <a:latin typeface="Microsoft GothicNeo" panose="020B0500000101010101" pitchFamily="34" charset="-127"/>
                          <a:ea typeface="Calibri" panose="020F0502020204030204" pitchFamily="34" charset="0"/>
                          <a:cs typeface="Times New Roman" panose="02020603050405020304" pitchFamily="18" charset="0"/>
                        </a:rPr>
                        <a:t>CRC:</a:t>
                      </a:r>
                      <a:endParaRPr lang="x-none" sz="1200" kern="10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tc>
                  <a:txBody>
                    <a:bodyPr/>
                    <a:lstStyle/>
                    <a:p>
                      <a:pPr>
                        <a:lnSpc>
                          <a:spcPct val="107000"/>
                        </a:lnSpc>
                      </a:pPr>
                      <a:r>
                        <a:rPr lang="en-US" sz="1200" kern="100" dirty="0">
                          <a:solidFill>
                            <a:srgbClr val="FF0000"/>
                          </a:solidFill>
                          <a:effectLst/>
                          <a:latin typeface="Microsoft GothicNeo" panose="020B0500000101010101" pitchFamily="34" charset="-127"/>
                          <a:ea typeface="Calibri" panose="020F0502020204030204" pitchFamily="34" charset="0"/>
                          <a:cs typeface="Times New Roman" panose="02020603050405020304" pitchFamily="18" charset="0"/>
                        </a:rPr>
                        <a:t>   63</a:t>
                      </a:r>
                      <a:r>
                        <a:rPr lang="en-US" sz="1200" kern="100" dirty="0">
                          <a:solidFill>
                            <a:srgbClr val="1F4E79"/>
                          </a:solidFill>
                          <a:effectLst/>
                          <a:latin typeface="Microsoft GothicNeo" panose="020B0500000101010101" pitchFamily="34" charset="-127"/>
                          <a:ea typeface="Calibri" panose="020F0502020204030204" pitchFamily="34" charset="0"/>
                          <a:cs typeface="Times New Roman" panose="02020603050405020304" pitchFamily="18" charset="0"/>
                        </a:rPr>
                        <a:t>045376</a:t>
                      </a:r>
                      <a:endParaRPr lang="x-none" sz="1200" kern="100" dirty="0">
                        <a:effectLst/>
                        <a:latin typeface="Microsoft GothicNeo" panose="020B0500000101010101" pitchFamily="34" charset="-127"/>
                        <a:ea typeface="Microsoft GothicNeo" panose="020B0500000101010101" pitchFamily="34" charset="-127"/>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2822620957"/>
                  </a:ext>
                </a:extLst>
              </a:tr>
            </a:tbl>
          </a:graphicData>
        </a:graphic>
      </p:graphicFrame>
      <p:sp>
        <p:nvSpPr>
          <p:cNvPr id="27" name="TextBox 26">
            <a:extLst>
              <a:ext uri="{FF2B5EF4-FFF2-40B4-BE49-F238E27FC236}">
                <a16:creationId xmlns:a16="http://schemas.microsoft.com/office/drawing/2014/main" xmlns="" id="{10D0B22D-F638-50DB-2D09-B0C45549F6F8}"/>
              </a:ext>
            </a:extLst>
          </p:cNvPr>
          <p:cNvSpPr txBox="1"/>
          <p:nvPr/>
        </p:nvSpPr>
        <p:spPr>
          <a:xfrm>
            <a:off x="7141840" y="4146765"/>
            <a:ext cx="1570495" cy="276999"/>
          </a:xfrm>
          <a:prstGeom prst="rect">
            <a:avLst/>
          </a:prstGeom>
          <a:noFill/>
        </p:spPr>
        <p:txBody>
          <a:bodyPr wrap="none" rtlCol="0">
            <a:spAutoFit/>
          </a:bodyPr>
          <a:lstStyle/>
          <a:p>
            <a:r>
              <a:rPr lang="en-US" sz="1200" dirty="0">
                <a:solidFill>
                  <a:schemeClr val="accent2"/>
                </a:solidFill>
              </a:rPr>
              <a:t>Bill or Invoice Number</a:t>
            </a:r>
            <a:endParaRPr lang="x-none" sz="1200" dirty="0">
              <a:solidFill>
                <a:schemeClr val="accent2"/>
              </a:solidFill>
            </a:endParaRPr>
          </a:p>
        </p:txBody>
      </p:sp>
      <p:sp>
        <p:nvSpPr>
          <p:cNvPr id="29" name="TextBox 28">
            <a:extLst>
              <a:ext uri="{FF2B5EF4-FFF2-40B4-BE49-F238E27FC236}">
                <a16:creationId xmlns:a16="http://schemas.microsoft.com/office/drawing/2014/main" xmlns="" id="{042135F1-FA2C-AF1B-0DED-2E8D2AC99A2C}"/>
              </a:ext>
            </a:extLst>
          </p:cNvPr>
          <p:cNvSpPr txBox="1"/>
          <p:nvPr/>
        </p:nvSpPr>
        <p:spPr>
          <a:xfrm>
            <a:off x="7141840" y="4350547"/>
            <a:ext cx="1132041" cy="276999"/>
          </a:xfrm>
          <a:prstGeom prst="rect">
            <a:avLst/>
          </a:prstGeom>
          <a:noFill/>
        </p:spPr>
        <p:txBody>
          <a:bodyPr wrap="none" rtlCol="0">
            <a:spAutoFit/>
          </a:bodyPr>
          <a:lstStyle/>
          <a:p>
            <a:r>
              <a:rPr lang="en-US" sz="1200" dirty="0">
                <a:solidFill>
                  <a:schemeClr val="accent2"/>
                </a:solidFill>
              </a:rPr>
              <a:t>Phone Number</a:t>
            </a:r>
            <a:endParaRPr lang="x-none" sz="1200" dirty="0">
              <a:solidFill>
                <a:schemeClr val="accent2"/>
              </a:solidFill>
            </a:endParaRPr>
          </a:p>
        </p:txBody>
      </p:sp>
      <p:sp>
        <p:nvSpPr>
          <p:cNvPr id="35" name="TextBox 34">
            <a:extLst>
              <a:ext uri="{FF2B5EF4-FFF2-40B4-BE49-F238E27FC236}">
                <a16:creationId xmlns:a16="http://schemas.microsoft.com/office/drawing/2014/main" xmlns="" id="{A011C0EC-ACAC-E88E-ED96-245FE3015298}"/>
              </a:ext>
            </a:extLst>
          </p:cNvPr>
          <p:cNvSpPr txBox="1"/>
          <p:nvPr/>
        </p:nvSpPr>
        <p:spPr>
          <a:xfrm>
            <a:off x="7141839" y="4554329"/>
            <a:ext cx="923330" cy="276999"/>
          </a:xfrm>
          <a:prstGeom prst="rect">
            <a:avLst/>
          </a:prstGeom>
          <a:noFill/>
        </p:spPr>
        <p:txBody>
          <a:bodyPr wrap="none" rtlCol="0">
            <a:spAutoFit/>
          </a:bodyPr>
          <a:lstStyle/>
          <a:p>
            <a:r>
              <a:rPr lang="en-US" sz="1200" dirty="0">
                <a:solidFill>
                  <a:schemeClr val="accent2"/>
                </a:solidFill>
              </a:rPr>
              <a:t>Store Name</a:t>
            </a:r>
            <a:endParaRPr lang="x-none" sz="1200" dirty="0">
              <a:solidFill>
                <a:schemeClr val="accent2"/>
              </a:solidFill>
            </a:endParaRPr>
          </a:p>
        </p:txBody>
      </p:sp>
      <p:sp>
        <p:nvSpPr>
          <p:cNvPr id="36" name="TextBox 35">
            <a:extLst>
              <a:ext uri="{FF2B5EF4-FFF2-40B4-BE49-F238E27FC236}">
                <a16:creationId xmlns:a16="http://schemas.microsoft.com/office/drawing/2014/main" xmlns="" id="{5D8B386F-137B-E6AB-8A09-B9B32E01E2D0}"/>
              </a:ext>
            </a:extLst>
          </p:cNvPr>
          <p:cNvSpPr txBox="1"/>
          <p:nvPr/>
        </p:nvSpPr>
        <p:spPr>
          <a:xfrm>
            <a:off x="7141839" y="4758111"/>
            <a:ext cx="5086905" cy="276999"/>
          </a:xfrm>
          <a:prstGeom prst="rect">
            <a:avLst/>
          </a:prstGeom>
          <a:noFill/>
        </p:spPr>
        <p:txBody>
          <a:bodyPr wrap="none" rtlCol="0">
            <a:spAutoFit/>
          </a:bodyPr>
          <a:lstStyle/>
          <a:p>
            <a:r>
              <a:rPr lang="en-US" sz="1200" dirty="0">
                <a:solidFill>
                  <a:schemeClr val="accent2"/>
                </a:solidFill>
              </a:rPr>
              <a:t>Additional Reference Label that Merchants can use to Pass any value for Recon</a:t>
            </a:r>
            <a:endParaRPr lang="x-none" sz="1200" dirty="0">
              <a:solidFill>
                <a:schemeClr val="accent2"/>
              </a:solidFill>
            </a:endParaRPr>
          </a:p>
        </p:txBody>
      </p:sp>
      <p:sp>
        <p:nvSpPr>
          <p:cNvPr id="37" name="TextBox 36">
            <a:extLst>
              <a:ext uri="{FF2B5EF4-FFF2-40B4-BE49-F238E27FC236}">
                <a16:creationId xmlns:a16="http://schemas.microsoft.com/office/drawing/2014/main" xmlns="" id="{BB2EFA8B-EDEB-2D8D-C6F6-54E9F8926A9A}"/>
              </a:ext>
            </a:extLst>
          </p:cNvPr>
          <p:cNvSpPr txBox="1"/>
          <p:nvPr/>
        </p:nvSpPr>
        <p:spPr>
          <a:xfrm>
            <a:off x="7141838" y="4936462"/>
            <a:ext cx="1268424" cy="276999"/>
          </a:xfrm>
          <a:prstGeom prst="rect">
            <a:avLst/>
          </a:prstGeom>
          <a:noFill/>
        </p:spPr>
        <p:txBody>
          <a:bodyPr wrap="none" rtlCol="0">
            <a:spAutoFit/>
          </a:bodyPr>
          <a:lstStyle/>
          <a:p>
            <a:r>
              <a:rPr lang="en-US" sz="1200" dirty="0">
                <a:solidFill>
                  <a:schemeClr val="accent2"/>
                </a:solidFill>
              </a:rPr>
              <a:t>Counter on Till ID</a:t>
            </a:r>
            <a:endParaRPr lang="x-none" sz="1200" dirty="0">
              <a:solidFill>
                <a:schemeClr val="accent2"/>
              </a:solidFill>
            </a:endParaRPr>
          </a:p>
        </p:txBody>
      </p:sp>
      <p:sp>
        <p:nvSpPr>
          <p:cNvPr id="38" name="Right Brace 37">
            <a:extLst>
              <a:ext uri="{FF2B5EF4-FFF2-40B4-BE49-F238E27FC236}">
                <a16:creationId xmlns:a16="http://schemas.microsoft.com/office/drawing/2014/main" xmlns="" id="{0415AED6-FC67-DDC6-C898-BA0BA61D3E9A}"/>
              </a:ext>
            </a:extLst>
          </p:cNvPr>
          <p:cNvSpPr/>
          <p:nvPr/>
        </p:nvSpPr>
        <p:spPr>
          <a:xfrm>
            <a:off x="7927087" y="2617438"/>
            <a:ext cx="138082" cy="750599"/>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x-none"/>
          </a:p>
        </p:txBody>
      </p:sp>
      <p:sp>
        <p:nvSpPr>
          <p:cNvPr id="39" name="TextBox 38">
            <a:extLst>
              <a:ext uri="{FF2B5EF4-FFF2-40B4-BE49-F238E27FC236}">
                <a16:creationId xmlns:a16="http://schemas.microsoft.com/office/drawing/2014/main" xmlns="" id="{253F1F4C-219E-45CE-C571-93756DFB9241}"/>
              </a:ext>
            </a:extLst>
          </p:cNvPr>
          <p:cNvSpPr txBox="1"/>
          <p:nvPr/>
        </p:nvSpPr>
        <p:spPr>
          <a:xfrm>
            <a:off x="8090684" y="2669571"/>
            <a:ext cx="4029308" cy="646331"/>
          </a:xfrm>
          <a:prstGeom prst="rect">
            <a:avLst/>
          </a:prstGeom>
          <a:noFill/>
        </p:spPr>
        <p:txBody>
          <a:bodyPr wrap="none" rtlCol="0">
            <a:spAutoFit/>
          </a:bodyPr>
          <a:lstStyle/>
          <a:p>
            <a:r>
              <a:rPr lang="en-US" sz="1200" dirty="0">
                <a:solidFill>
                  <a:schemeClr val="accent2"/>
                </a:solidFill>
              </a:rPr>
              <a:t>Since IBAN’s aren’t rolled out across the board in Ethiopia,</a:t>
            </a:r>
          </a:p>
          <a:p>
            <a:r>
              <a:rPr lang="en-US" sz="1200" dirty="0">
                <a:solidFill>
                  <a:schemeClr val="accent2"/>
                </a:solidFill>
              </a:rPr>
              <a:t>We’ve designed the System to work such that it can take both</a:t>
            </a:r>
          </a:p>
          <a:p>
            <a:r>
              <a:rPr lang="en-US" sz="1200" dirty="0">
                <a:solidFill>
                  <a:schemeClr val="accent2"/>
                </a:solidFill>
              </a:rPr>
              <a:t>BIC + Account Number or just IBAN as Destination Account</a:t>
            </a:r>
            <a:endParaRPr lang="x-none" sz="1200" dirty="0">
              <a:solidFill>
                <a:schemeClr val="accent2"/>
              </a:solidFill>
            </a:endParaRPr>
          </a:p>
        </p:txBody>
      </p:sp>
      <p:sp>
        <p:nvSpPr>
          <p:cNvPr id="41" name="TextBox 40">
            <a:extLst>
              <a:ext uri="{FF2B5EF4-FFF2-40B4-BE49-F238E27FC236}">
                <a16:creationId xmlns:a16="http://schemas.microsoft.com/office/drawing/2014/main" xmlns="" id="{B16AB730-5CAB-442B-F49B-196C9A181169}"/>
              </a:ext>
            </a:extLst>
          </p:cNvPr>
          <p:cNvSpPr txBox="1"/>
          <p:nvPr/>
        </p:nvSpPr>
        <p:spPr>
          <a:xfrm>
            <a:off x="2388614" y="5545800"/>
            <a:ext cx="2900562" cy="1015663"/>
          </a:xfrm>
          <a:prstGeom prst="rect">
            <a:avLst/>
          </a:prstGeom>
          <a:noFill/>
        </p:spPr>
        <p:txBody>
          <a:bodyPr wrap="square">
            <a:spAutoFit/>
          </a:bodyPr>
          <a:lstStyle/>
          <a:p>
            <a:r>
              <a:rPr lang="en-US" sz="1000" b="0" i="0" dirty="0">
                <a:solidFill>
                  <a:schemeClr val="accent2"/>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The CRC, as per the EMVCo QRCPS (QR Code Payment Specifications), provides a way to verify the integrity of the data contained within the QR code. If any part of the data is altered, the CRC value will change, indicating potential tampering or corruption.</a:t>
            </a:r>
            <a:endParaRPr lang="x-none" sz="1000" dirty="0">
              <a:solidFill>
                <a:schemeClr val="accent2"/>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42" name="TextBox 41">
            <a:extLst>
              <a:ext uri="{FF2B5EF4-FFF2-40B4-BE49-F238E27FC236}">
                <a16:creationId xmlns:a16="http://schemas.microsoft.com/office/drawing/2014/main" xmlns="" id="{176F5999-B773-DF9C-B431-CB1BF967DAE8}"/>
              </a:ext>
            </a:extLst>
          </p:cNvPr>
          <p:cNvSpPr txBox="1"/>
          <p:nvPr/>
        </p:nvSpPr>
        <p:spPr>
          <a:xfrm>
            <a:off x="6187512" y="5544884"/>
            <a:ext cx="5932480" cy="461665"/>
          </a:xfrm>
          <a:prstGeom prst="rect">
            <a:avLst/>
          </a:prstGeom>
          <a:noFill/>
        </p:spPr>
        <p:txBody>
          <a:bodyPr wrap="square">
            <a:spAutoFit/>
          </a:bodyPr>
          <a:lstStyle/>
          <a:p>
            <a:r>
              <a:rPr lang="en-US" sz="1200" b="1" i="0" dirty="0">
                <a:solidFill>
                  <a:schemeClr val="accent2"/>
                </a:solidFill>
                <a:effectLst/>
                <a:latin typeface="Microsoft GothicNeo" panose="020B0500000101010101" pitchFamily="34" charset="-127"/>
                <a:ea typeface="Microsoft GothicNeo" panose="020B0500000101010101" pitchFamily="34" charset="-127"/>
                <a:cs typeface="Microsoft GothicNeo" panose="020B0500000101010101" pitchFamily="34" charset="-127"/>
              </a:rPr>
              <a:t>The Standard will also support local language by allowing Merchant Store Labels and Reference Labels in Amharic.</a:t>
            </a:r>
            <a:endParaRPr lang="x-none" sz="1200" b="1" dirty="0">
              <a:solidFill>
                <a:schemeClr val="accent2"/>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Tree>
    <p:extLst>
      <p:ext uri="{BB962C8B-B14F-4D97-AF65-F5344CB8AC3E}">
        <p14:creationId xmlns:p14="http://schemas.microsoft.com/office/powerpoint/2010/main" val="13887161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3. </a:t>
            </a:r>
            <a:r>
              <a:rPr lang="en-US" sz="2800" dirty="0">
                <a:solidFill>
                  <a:srgbClr val="006229"/>
                </a:solidFill>
                <a:latin typeface="Bahnschrift SemiBold SemiConden" panose="020B0502040204020203" pitchFamily="34" charset="0"/>
              </a:rPr>
              <a:t>CURRENT USE CASES COVERED BY THE STANDARD.</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Summary of Use Cases that our Standard will Cover Right Now</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7EE49393-D920-06E7-85F5-75170365A8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cxnSp>
        <p:nvCxnSpPr>
          <p:cNvPr id="8" name="Straight Connector 7">
            <a:extLst>
              <a:ext uri="{FF2B5EF4-FFF2-40B4-BE49-F238E27FC236}">
                <a16:creationId xmlns:a16="http://schemas.microsoft.com/office/drawing/2014/main" xmlns="" id="{6CB056C3-CE5D-6B4E-8FD5-8D3EAE881D3E}"/>
              </a:ext>
            </a:extLst>
          </p:cNvPr>
          <p:cNvCxnSpPr>
            <a:cxnSpLocks/>
          </p:cNvCxnSpPr>
          <p:nvPr/>
        </p:nvCxnSpPr>
        <p:spPr>
          <a:xfrm>
            <a:off x="237130" y="3039503"/>
            <a:ext cx="11725484"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35FD0BA6-14C3-7ADD-7187-98E7093E9862}"/>
              </a:ext>
            </a:extLst>
          </p:cNvPr>
          <p:cNvCxnSpPr>
            <a:cxnSpLocks/>
          </p:cNvCxnSpPr>
          <p:nvPr/>
        </p:nvCxnSpPr>
        <p:spPr>
          <a:xfrm>
            <a:off x="237130" y="4280482"/>
            <a:ext cx="11725484"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64C522F7-639F-4223-3603-10304BF8A4D4}"/>
              </a:ext>
            </a:extLst>
          </p:cNvPr>
          <p:cNvCxnSpPr>
            <a:cxnSpLocks/>
          </p:cNvCxnSpPr>
          <p:nvPr/>
        </p:nvCxnSpPr>
        <p:spPr>
          <a:xfrm>
            <a:off x="237130" y="1929823"/>
            <a:ext cx="11725484" cy="0"/>
          </a:xfrm>
          <a:prstGeom prst="line">
            <a:avLst/>
          </a:prstGeom>
          <a:ln w="12700" cap="flat">
            <a:solidFill>
              <a:srgbClr val="006229"/>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xmlns="" id="{8D5E05C0-B9B1-A520-2929-5AE2B91F1A66}"/>
              </a:ext>
            </a:extLst>
          </p:cNvPr>
          <p:cNvSpPr>
            <a:spLocks/>
          </p:cNvSpPr>
          <p:nvPr/>
        </p:nvSpPr>
        <p:spPr>
          <a:xfrm>
            <a:off x="237130" y="1663896"/>
            <a:ext cx="1636881" cy="246221"/>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r>
              <a:rPr lang="en-US" sz="1600" b="1" dirty="0">
                <a:solidFill>
                  <a:srgbClr val="006229"/>
                </a:solidFill>
                <a:latin typeface="Microsoft GothicNeo" panose="020B0500000101010101" pitchFamily="34" charset="-127"/>
                <a:ea typeface="Microsoft GothicNeo" panose="020B0500000101010101" pitchFamily="34" charset="-127"/>
                <a:cs typeface="Microsoft GothicNeo" panose="020B0500000101010101" pitchFamily="34" charset="-127"/>
              </a:rPr>
              <a:t>Payer Persona</a:t>
            </a:r>
          </a:p>
        </p:txBody>
      </p:sp>
      <p:sp>
        <p:nvSpPr>
          <p:cNvPr id="12" name="Rectangle 11">
            <a:extLst>
              <a:ext uri="{FF2B5EF4-FFF2-40B4-BE49-F238E27FC236}">
                <a16:creationId xmlns:a16="http://schemas.microsoft.com/office/drawing/2014/main" xmlns="" id="{EE49287F-0C1B-B65E-3D6D-D80D02C957A4}"/>
              </a:ext>
            </a:extLst>
          </p:cNvPr>
          <p:cNvSpPr>
            <a:spLocks/>
          </p:cNvSpPr>
          <p:nvPr/>
        </p:nvSpPr>
        <p:spPr>
          <a:xfrm>
            <a:off x="2147870" y="1663896"/>
            <a:ext cx="1857708" cy="246221"/>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r>
              <a:rPr lang="en-US" sz="1600" b="1" dirty="0">
                <a:solidFill>
                  <a:srgbClr val="006229"/>
                </a:solidFill>
                <a:latin typeface="Microsoft GothicNeo" panose="020B0500000101010101" pitchFamily="34" charset="-127"/>
                <a:ea typeface="Microsoft GothicNeo" panose="020B0500000101010101" pitchFamily="34" charset="-127"/>
                <a:cs typeface="Microsoft GothicNeo" panose="020B0500000101010101" pitchFamily="34" charset="-127"/>
              </a:rPr>
              <a:t>Payee Persona</a:t>
            </a:r>
          </a:p>
        </p:txBody>
      </p:sp>
      <p:sp>
        <p:nvSpPr>
          <p:cNvPr id="13" name="Rectangle 12">
            <a:extLst>
              <a:ext uri="{FF2B5EF4-FFF2-40B4-BE49-F238E27FC236}">
                <a16:creationId xmlns:a16="http://schemas.microsoft.com/office/drawing/2014/main" xmlns="" id="{7B31FB01-7F4E-217D-A7C9-8CB60063803D}"/>
              </a:ext>
            </a:extLst>
          </p:cNvPr>
          <p:cNvSpPr>
            <a:spLocks/>
          </p:cNvSpPr>
          <p:nvPr/>
        </p:nvSpPr>
        <p:spPr>
          <a:xfrm>
            <a:off x="4279437" y="1663896"/>
            <a:ext cx="2163550" cy="246221"/>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r>
              <a:rPr lang="en-US" sz="1600" b="1" dirty="0">
                <a:solidFill>
                  <a:srgbClr val="006229"/>
                </a:solidFill>
                <a:latin typeface="Microsoft GothicNeo" panose="020B0500000101010101" pitchFamily="34" charset="-127"/>
                <a:ea typeface="Microsoft GothicNeo" panose="020B0500000101010101" pitchFamily="34" charset="-127"/>
                <a:cs typeface="Microsoft GothicNeo" panose="020B0500000101010101" pitchFamily="34" charset="-127"/>
              </a:rPr>
              <a:t>Form factor / Location</a:t>
            </a:r>
          </a:p>
        </p:txBody>
      </p:sp>
      <p:sp>
        <p:nvSpPr>
          <p:cNvPr id="14" name="Rectangle 13">
            <a:extLst>
              <a:ext uri="{FF2B5EF4-FFF2-40B4-BE49-F238E27FC236}">
                <a16:creationId xmlns:a16="http://schemas.microsoft.com/office/drawing/2014/main" xmlns="" id="{0CB0ADD6-EBA7-75EB-C924-0D502E4A1998}"/>
              </a:ext>
            </a:extLst>
          </p:cNvPr>
          <p:cNvSpPr>
            <a:spLocks/>
          </p:cNvSpPr>
          <p:nvPr/>
        </p:nvSpPr>
        <p:spPr>
          <a:xfrm>
            <a:off x="8910163" y="1663896"/>
            <a:ext cx="3052451" cy="246221"/>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r>
              <a:rPr lang="en-US" sz="1600" b="1" dirty="0">
                <a:solidFill>
                  <a:srgbClr val="006229"/>
                </a:solidFill>
                <a:latin typeface="Microsoft GothicNeo" panose="020B0500000101010101" pitchFamily="34" charset="-127"/>
                <a:ea typeface="Microsoft GothicNeo" panose="020B0500000101010101" pitchFamily="34" charset="-127"/>
                <a:cs typeface="Microsoft GothicNeo" panose="020B0500000101010101" pitchFamily="34" charset="-127"/>
              </a:rPr>
              <a:t>Relevant Actors to go-live</a:t>
            </a:r>
          </a:p>
        </p:txBody>
      </p:sp>
      <p:sp>
        <p:nvSpPr>
          <p:cNvPr id="15" name="Rectangle 14">
            <a:extLst>
              <a:ext uri="{FF2B5EF4-FFF2-40B4-BE49-F238E27FC236}">
                <a16:creationId xmlns:a16="http://schemas.microsoft.com/office/drawing/2014/main" xmlns="" id="{27663DAC-98DF-3870-91C6-2631D27E49CD}"/>
              </a:ext>
            </a:extLst>
          </p:cNvPr>
          <p:cNvSpPr>
            <a:spLocks/>
          </p:cNvSpPr>
          <p:nvPr/>
        </p:nvSpPr>
        <p:spPr>
          <a:xfrm>
            <a:off x="6716846" y="1663896"/>
            <a:ext cx="1919459" cy="246221"/>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spcBef>
                <a:spcPts val="300"/>
              </a:spcBef>
              <a:spcAft>
                <a:spcPts val="300"/>
              </a:spcAft>
            </a:pPr>
            <a:r>
              <a:rPr lang="en-US" sz="1600" b="1" dirty="0">
                <a:solidFill>
                  <a:srgbClr val="006229"/>
                </a:solidFill>
                <a:latin typeface="Microsoft GothicNeo" panose="020B0500000101010101" pitchFamily="34" charset="-127"/>
                <a:ea typeface="Microsoft GothicNeo" panose="020B0500000101010101" pitchFamily="34" charset="-127"/>
                <a:cs typeface="Microsoft GothicNeo" panose="020B0500000101010101" pitchFamily="34" charset="-127"/>
              </a:rPr>
              <a:t>Flow</a:t>
            </a:r>
          </a:p>
        </p:txBody>
      </p:sp>
      <p:sp>
        <p:nvSpPr>
          <p:cNvPr id="22" name="Rectangle 21">
            <a:extLst>
              <a:ext uri="{FF2B5EF4-FFF2-40B4-BE49-F238E27FC236}">
                <a16:creationId xmlns:a16="http://schemas.microsoft.com/office/drawing/2014/main" xmlns="" id="{94B93197-BEFF-D7D5-197D-B9174C5608D1}"/>
              </a:ext>
            </a:extLst>
          </p:cNvPr>
          <p:cNvSpPr>
            <a:spLocks/>
          </p:cNvSpPr>
          <p:nvPr/>
        </p:nvSpPr>
        <p:spPr>
          <a:xfrm>
            <a:off x="237130" y="4441404"/>
            <a:ext cx="1636881" cy="43088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600"/>
              </a:spcAft>
            </a:pPr>
            <a:r>
              <a:rPr lang="en-US" sz="1400">
                <a:solidFill>
                  <a:schemeClr val="tx1"/>
                </a:solidFill>
                <a:latin typeface="Microsoft GothicNeo" panose="020B0500000101010101" pitchFamily="34" charset="-127"/>
                <a:ea typeface="Microsoft GothicNeo" panose="020B0500000101010101" pitchFamily="34" charset="-127"/>
                <a:cs typeface="Microsoft GothicNeo" panose="020B0500000101010101" pitchFamily="34" charset="-127"/>
              </a:rPr>
              <a:t>Customer with a smart phone</a:t>
            </a:r>
            <a:endParaRPr lang="en-US" sz="1400" dirty="0">
              <a:solidFill>
                <a:schemeClr val="tx1"/>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23" name="TextBox 22">
            <a:extLst>
              <a:ext uri="{FF2B5EF4-FFF2-40B4-BE49-F238E27FC236}">
                <a16:creationId xmlns:a16="http://schemas.microsoft.com/office/drawing/2014/main" xmlns="" id="{BC47C8AA-D3C5-018A-DE5C-75BF328D7F81}"/>
              </a:ext>
            </a:extLst>
          </p:cNvPr>
          <p:cNvSpPr txBox="1">
            <a:spLocks/>
          </p:cNvSpPr>
          <p:nvPr/>
        </p:nvSpPr>
        <p:spPr>
          <a:xfrm>
            <a:off x="2147870" y="4441404"/>
            <a:ext cx="185770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a:latin typeface="Microsoft GothicNeo" panose="020B0500000101010101" pitchFamily="34" charset="-127"/>
                <a:ea typeface="Microsoft GothicNeo" panose="020B0500000101010101" pitchFamily="34" charset="-127"/>
                <a:cs typeface="Microsoft GothicNeo" panose="020B0500000101010101" pitchFamily="34" charset="-127"/>
              </a:rPr>
              <a:t>Merchant is online website</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24" name="TextBox 23">
            <a:extLst>
              <a:ext uri="{FF2B5EF4-FFF2-40B4-BE49-F238E27FC236}">
                <a16:creationId xmlns:a16="http://schemas.microsoft.com/office/drawing/2014/main" xmlns="" id="{718AC2E3-C95E-827A-C10E-E86A30C8D3E5}"/>
              </a:ext>
            </a:extLst>
          </p:cNvPr>
          <p:cNvSpPr txBox="1">
            <a:spLocks/>
          </p:cNvSpPr>
          <p:nvPr/>
        </p:nvSpPr>
        <p:spPr>
          <a:xfrm>
            <a:off x="4766449" y="4441404"/>
            <a:ext cx="1508845" cy="430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defPPr>
              <a:defRPr lang="x-none"/>
            </a:defPPr>
            <a:lvl1pPr lvl="0" indent="0">
              <a:lnSpc>
                <a:spcPct val="100000"/>
              </a:lnSpc>
              <a:spcBef>
                <a:spcPts val="300"/>
              </a:spcBef>
              <a:spcAft>
                <a:spcPts val="300"/>
              </a:spcAft>
              <a:buClr>
                <a:schemeClr val="tx1"/>
              </a:buClr>
              <a:buSzPct val="100000"/>
              <a:buFont typeface="Segoe UI" panose="020B0502040204020203" pitchFamily="34" charset="0"/>
              <a:buChar char="​"/>
              <a:defRPr sz="1400">
                <a:solidFill>
                  <a:srgbClr val="000000"/>
                </a:solidFill>
                <a:latin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60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60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60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latin typeface="Microsoft GothicNeo" panose="020B0500000101010101" pitchFamily="34" charset="-127"/>
                <a:ea typeface="Microsoft GothicNeo" panose="020B0500000101010101" pitchFamily="34" charset="-127"/>
                <a:cs typeface="Microsoft GothicNeo" panose="020B0500000101010101" pitchFamily="34" charset="-127"/>
              </a:rPr>
              <a:t>Dynamic QR / Online</a:t>
            </a:r>
          </a:p>
        </p:txBody>
      </p:sp>
      <p:sp>
        <p:nvSpPr>
          <p:cNvPr id="25" name="TextBox 24">
            <a:extLst>
              <a:ext uri="{FF2B5EF4-FFF2-40B4-BE49-F238E27FC236}">
                <a16:creationId xmlns:a16="http://schemas.microsoft.com/office/drawing/2014/main" xmlns="" id="{4E438AFB-426B-46A1-A15B-21E113625C37}"/>
              </a:ext>
            </a:extLst>
          </p:cNvPr>
          <p:cNvSpPr txBox="1">
            <a:spLocks/>
          </p:cNvSpPr>
          <p:nvPr/>
        </p:nvSpPr>
        <p:spPr>
          <a:xfrm>
            <a:off x="8910163" y="4441404"/>
            <a:ext cx="3052451" cy="2154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a:latin typeface="Microsoft GothicNeo" panose="020B0500000101010101" pitchFamily="34" charset="-127"/>
                <a:ea typeface="Microsoft GothicNeo" panose="020B0500000101010101" pitchFamily="34" charset="-127"/>
                <a:cs typeface="Microsoft GothicNeo" panose="020B0500000101010101" pitchFamily="34" charset="-127"/>
              </a:rPr>
              <a:t>PSP:  to show Dynamic QR </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26" name="TextBox 25">
            <a:extLst>
              <a:ext uri="{FF2B5EF4-FFF2-40B4-BE49-F238E27FC236}">
                <a16:creationId xmlns:a16="http://schemas.microsoft.com/office/drawing/2014/main" xmlns="" id="{9705FA58-7059-6087-8DFE-481D08FFD000}"/>
              </a:ext>
            </a:extLst>
          </p:cNvPr>
          <p:cNvSpPr txBox="1">
            <a:spLocks/>
          </p:cNvSpPr>
          <p:nvPr/>
        </p:nvSpPr>
        <p:spPr>
          <a:xfrm>
            <a:off x="6716846" y="4441404"/>
            <a:ext cx="1919459"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rPr>
              <a:t>Push payment by customer to Merchant</a:t>
            </a:r>
          </a:p>
        </p:txBody>
      </p:sp>
      <p:pic>
        <p:nvPicPr>
          <p:cNvPr id="27" name="CustomIcon">
            <a:extLst>
              <a:ext uri="{FF2B5EF4-FFF2-40B4-BE49-F238E27FC236}">
                <a16:creationId xmlns:a16="http://schemas.microsoft.com/office/drawing/2014/main" xmlns="" id="{ED300AA8-8405-DCE4-3017-3B08A11E47C3}"/>
              </a:ext>
            </a:extLst>
          </p:cNvPr>
          <p:cNvPicPr>
            <a:picLocks/>
          </p:cNvPicPr>
          <p:nvPr>
            <p:custDataLst>
              <p:tags r:id="rId1"/>
            </p:custDataLst>
          </p:nvPr>
        </p:nvPicPr>
        <p:blipFill>
          <a:blip r:embed="rId6">
            <a:extLst>
              <a:ext uri="{96DAC541-7B7A-43D3-8B79-37D633B846F1}">
                <asvg:svgBlip xmlns:asvg="http://schemas.microsoft.com/office/drawing/2016/SVG/main" xmlns="" r:embed="rId7"/>
              </a:ext>
            </a:extLst>
          </a:blip>
          <a:stretch>
            <a:fillRect/>
          </a:stretch>
        </p:blipFill>
        <p:spPr>
          <a:xfrm>
            <a:off x="4279437" y="4441404"/>
            <a:ext cx="338907" cy="338907"/>
          </a:xfrm>
          <a:prstGeom prst="rect">
            <a:avLst/>
          </a:prstGeom>
        </p:spPr>
      </p:pic>
      <p:sp>
        <p:nvSpPr>
          <p:cNvPr id="28" name="Rectangle 27">
            <a:extLst>
              <a:ext uri="{FF2B5EF4-FFF2-40B4-BE49-F238E27FC236}">
                <a16:creationId xmlns:a16="http://schemas.microsoft.com/office/drawing/2014/main" xmlns="" id="{0F6014C7-5532-3030-E0DF-9486CCC68EE4}"/>
              </a:ext>
            </a:extLst>
          </p:cNvPr>
          <p:cNvSpPr>
            <a:spLocks/>
          </p:cNvSpPr>
          <p:nvPr/>
        </p:nvSpPr>
        <p:spPr>
          <a:xfrm>
            <a:off x="237130" y="3200426"/>
            <a:ext cx="1636881" cy="43088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600"/>
              </a:spcAft>
            </a:pPr>
            <a:r>
              <a:rPr lang="en-US" sz="1400">
                <a:solidFill>
                  <a:schemeClr val="tx1"/>
                </a:solidFill>
                <a:latin typeface="Microsoft GothicNeo" panose="020B0500000101010101" pitchFamily="34" charset="-127"/>
                <a:ea typeface="Microsoft GothicNeo" panose="020B0500000101010101" pitchFamily="34" charset="-127"/>
                <a:cs typeface="Microsoft GothicNeo" panose="020B0500000101010101" pitchFamily="34" charset="-127"/>
              </a:rPr>
              <a:t>Customer with a smart phone</a:t>
            </a:r>
            <a:endParaRPr lang="en-US" sz="1400" dirty="0">
              <a:solidFill>
                <a:schemeClr val="tx1"/>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29" name="TextBox 28">
            <a:extLst>
              <a:ext uri="{FF2B5EF4-FFF2-40B4-BE49-F238E27FC236}">
                <a16:creationId xmlns:a16="http://schemas.microsoft.com/office/drawing/2014/main" xmlns="" id="{FE6C316C-3B80-9EBA-2063-D4CF5028128C}"/>
              </a:ext>
            </a:extLst>
          </p:cNvPr>
          <p:cNvSpPr txBox="1">
            <a:spLocks/>
          </p:cNvSpPr>
          <p:nvPr/>
        </p:nvSpPr>
        <p:spPr>
          <a:xfrm>
            <a:off x="2147870" y="3200426"/>
            <a:ext cx="185770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rPr>
              <a:t>Merchant with a smart phone</a:t>
            </a:r>
          </a:p>
        </p:txBody>
      </p:sp>
      <p:sp>
        <p:nvSpPr>
          <p:cNvPr id="30" name="TextBox 29">
            <a:extLst>
              <a:ext uri="{FF2B5EF4-FFF2-40B4-BE49-F238E27FC236}">
                <a16:creationId xmlns:a16="http://schemas.microsoft.com/office/drawing/2014/main" xmlns="" id="{D71C4B2E-BB18-907E-C803-DF9D6F6B9639}"/>
              </a:ext>
            </a:extLst>
          </p:cNvPr>
          <p:cNvSpPr txBox="1">
            <a:spLocks/>
          </p:cNvSpPr>
          <p:nvPr/>
        </p:nvSpPr>
        <p:spPr>
          <a:xfrm>
            <a:off x="8910163" y="3200426"/>
            <a:ext cx="3052451" cy="76174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rPr>
              <a:t>At least 1 Banks/EMIs/PSP who want to </a:t>
            </a:r>
            <a:r>
              <a:rPr lang="en-US" sz="1400" dirty="0" smtClean="0">
                <a:latin typeface="Microsoft GothicNeo" panose="020B0500000101010101" pitchFamily="34" charset="-127"/>
                <a:ea typeface="Microsoft GothicNeo" panose="020B0500000101010101" pitchFamily="34" charset="-127"/>
                <a:cs typeface="Microsoft GothicNeo" panose="020B0500000101010101" pitchFamily="34" charset="-127"/>
              </a:rPr>
              <a:t>do as Payee   </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a:p>
            <a:pPr>
              <a:spcAft>
                <a:spcPts val="600"/>
              </a:spcAft>
            </a:pPr>
            <a:r>
              <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rPr>
              <a:t>Other banks as </a:t>
            </a:r>
            <a:r>
              <a:rPr lang="en-US" sz="1400" dirty="0" smtClean="0">
                <a:latin typeface="Microsoft GothicNeo" panose="020B0500000101010101" pitchFamily="34" charset="-127"/>
                <a:ea typeface="Microsoft GothicNeo" panose="020B0500000101010101" pitchFamily="34" charset="-127"/>
                <a:cs typeface="Microsoft GothicNeo" panose="020B0500000101010101" pitchFamily="34" charset="-127"/>
              </a:rPr>
              <a:t>Payer</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31" name="TextBox 30">
            <a:extLst>
              <a:ext uri="{FF2B5EF4-FFF2-40B4-BE49-F238E27FC236}">
                <a16:creationId xmlns:a16="http://schemas.microsoft.com/office/drawing/2014/main" xmlns="" id="{FD668513-EC12-1EC2-DB01-7BE877DECF8A}"/>
              </a:ext>
            </a:extLst>
          </p:cNvPr>
          <p:cNvSpPr txBox="1">
            <a:spLocks/>
          </p:cNvSpPr>
          <p:nvPr/>
        </p:nvSpPr>
        <p:spPr>
          <a:xfrm>
            <a:off x="6716846" y="3200426"/>
            <a:ext cx="1919459"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a:latin typeface="Microsoft GothicNeo" panose="020B0500000101010101" pitchFamily="34" charset="-127"/>
                <a:ea typeface="Microsoft GothicNeo" panose="020B0500000101010101" pitchFamily="34" charset="-127"/>
                <a:cs typeface="Microsoft GothicNeo" panose="020B0500000101010101" pitchFamily="34" charset="-127"/>
              </a:rPr>
              <a:t>Push payment by customer to Merchant</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grpSp>
        <p:nvGrpSpPr>
          <p:cNvPr id="34" name="Group 33">
            <a:extLst>
              <a:ext uri="{FF2B5EF4-FFF2-40B4-BE49-F238E27FC236}">
                <a16:creationId xmlns:a16="http://schemas.microsoft.com/office/drawing/2014/main" xmlns="" id="{C8D64C4C-A4AF-CEDD-8F89-3972A6171C0E}"/>
              </a:ext>
            </a:extLst>
          </p:cNvPr>
          <p:cNvGrpSpPr/>
          <p:nvPr/>
        </p:nvGrpSpPr>
        <p:grpSpPr>
          <a:xfrm>
            <a:off x="4279437" y="3231469"/>
            <a:ext cx="2163550" cy="430887"/>
            <a:chOff x="4204294" y="2405948"/>
            <a:chExt cx="2163550" cy="430887"/>
          </a:xfrm>
        </p:grpSpPr>
        <p:pic>
          <p:nvPicPr>
            <p:cNvPr id="35" name="CustomIcon">
              <a:extLst>
                <a:ext uri="{FF2B5EF4-FFF2-40B4-BE49-F238E27FC236}">
                  <a16:creationId xmlns:a16="http://schemas.microsoft.com/office/drawing/2014/main" xmlns="" id="{39DEDB06-4B97-C7AB-5605-9495BCDDD241}"/>
                </a:ext>
              </a:extLst>
            </p:cNvPr>
            <p:cNvPicPr>
              <a:picLocks/>
            </p:cNvPicPr>
            <p:nvPr>
              <p:custDataLst>
                <p:tags r:id="rId3"/>
              </p:custDataLst>
            </p:nvPr>
          </p:nvPicPr>
          <p:blipFill>
            <a:blip r:embed="rId8">
              <a:extLst>
                <a:ext uri="{96DAC541-7B7A-43D3-8B79-37D633B846F1}">
                  <asvg:svgBlip xmlns:asvg="http://schemas.microsoft.com/office/drawing/2016/SVG/main" xmlns="" r:embed="rId9"/>
                </a:ext>
              </a:extLst>
            </a:blip>
            <a:stretch>
              <a:fillRect/>
            </a:stretch>
          </p:blipFill>
          <p:spPr>
            <a:xfrm>
              <a:off x="4204294" y="2405948"/>
              <a:ext cx="338907" cy="338907"/>
            </a:xfrm>
            <a:prstGeom prst="rect">
              <a:avLst/>
            </a:prstGeom>
          </p:spPr>
        </p:pic>
        <p:sp>
          <p:nvSpPr>
            <p:cNvPr id="36" name="TextBox 35">
              <a:extLst>
                <a:ext uri="{FF2B5EF4-FFF2-40B4-BE49-F238E27FC236}">
                  <a16:creationId xmlns:a16="http://schemas.microsoft.com/office/drawing/2014/main" xmlns="" id="{0062C146-8049-3CC8-51F3-4586B7E575DD}"/>
                </a:ext>
              </a:extLst>
            </p:cNvPr>
            <p:cNvSpPr txBox="1">
              <a:spLocks/>
            </p:cNvSpPr>
            <p:nvPr/>
          </p:nvSpPr>
          <p:spPr>
            <a:xfrm>
              <a:off x="4691306" y="2405948"/>
              <a:ext cx="1676538" cy="430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rgbClr val="000000"/>
                  </a:solidFill>
                  <a:latin typeface="Microsoft GothicNeo" panose="020B0500000101010101" pitchFamily="34" charset="-127"/>
                  <a:ea typeface="Microsoft GothicNeo" panose="020B0500000101010101" pitchFamily="34" charset="-127"/>
                  <a:cs typeface="Microsoft GothicNeo" panose="020B0500000101010101" pitchFamily="34" charset="-127"/>
                  <a:sym typeface="Arial" panose="020B0604020202020204" pitchFamily="34" charset="0"/>
                </a:rPr>
                <a:t>Dynamic QR / </a:t>
              </a:r>
              <a:br>
                <a:rPr lang="en-US" sz="1400" dirty="0">
                  <a:solidFill>
                    <a:srgbClr val="000000"/>
                  </a:solidFill>
                  <a:latin typeface="Microsoft GothicNeo" panose="020B0500000101010101" pitchFamily="34" charset="-127"/>
                  <a:ea typeface="Microsoft GothicNeo" panose="020B0500000101010101" pitchFamily="34" charset="-127"/>
                  <a:cs typeface="Microsoft GothicNeo" panose="020B0500000101010101" pitchFamily="34" charset="-127"/>
                  <a:sym typeface="Arial" panose="020B0604020202020204" pitchFamily="34" charset="0"/>
                </a:rPr>
              </a:br>
              <a:r>
                <a:rPr lang="en-US" sz="1400" dirty="0">
                  <a:solidFill>
                    <a:srgbClr val="000000"/>
                  </a:solidFill>
                  <a:latin typeface="Microsoft GothicNeo" panose="020B0500000101010101" pitchFamily="34" charset="-127"/>
                  <a:ea typeface="Microsoft GothicNeo" panose="020B0500000101010101" pitchFamily="34" charset="-127"/>
                  <a:cs typeface="Microsoft GothicNeo" panose="020B0500000101010101" pitchFamily="34" charset="-127"/>
                  <a:sym typeface="Arial" panose="020B0604020202020204" pitchFamily="34" charset="0"/>
                </a:rPr>
                <a:t>In-store</a:t>
              </a:r>
            </a:p>
          </p:txBody>
        </p:sp>
      </p:grpSp>
      <p:sp>
        <p:nvSpPr>
          <p:cNvPr id="50" name="Rectangle 49">
            <a:extLst>
              <a:ext uri="{FF2B5EF4-FFF2-40B4-BE49-F238E27FC236}">
                <a16:creationId xmlns:a16="http://schemas.microsoft.com/office/drawing/2014/main" xmlns="" id="{A3046564-1196-2E3D-7213-148441AB1CAC}"/>
              </a:ext>
            </a:extLst>
          </p:cNvPr>
          <p:cNvSpPr>
            <a:spLocks/>
          </p:cNvSpPr>
          <p:nvPr/>
        </p:nvSpPr>
        <p:spPr>
          <a:xfrm>
            <a:off x="237130" y="2025097"/>
            <a:ext cx="1636881" cy="43088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600"/>
              </a:spcAft>
            </a:pPr>
            <a:r>
              <a:rPr lang="en-US" sz="1400">
                <a:solidFill>
                  <a:schemeClr val="tx1"/>
                </a:solidFill>
                <a:latin typeface="Microsoft GothicNeo" panose="020B0500000101010101" pitchFamily="34" charset="-127"/>
                <a:ea typeface="Microsoft GothicNeo" panose="020B0500000101010101" pitchFamily="34" charset="-127"/>
                <a:cs typeface="Microsoft GothicNeo" panose="020B0500000101010101" pitchFamily="34" charset="-127"/>
              </a:rPr>
              <a:t>Customer with a smart phone</a:t>
            </a:r>
            <a:endParaRPr lang="en-US" sz="1400" dirty="0">
              <a:solidFill>
                <a:schemeClr val="tx1"/>
              </a:solidFill>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51" name="TextBox 50">
            <a:extLst>
              <a:ext uri="{FF2B5EF4-FFF2-40B4-BE49-F238E27FC236}">
                <a16:creationId xmlns:a16="http://schemas.microsoft.com/office/drawing/2014/main" xmlns="" id="{4C383694-01BD-D84E-8775-F71E66653C67}"/>
              </a:ext>
            </a:extLst>
          </p:cNvPr>
          <p:cNvSpPr txBox="1">
            <a:spLocks/>
          </p:cNvSpPr>
          <p:nvPr/>
        </p:nvSpPr>
        <p:spPr>
          <a:xfrm>
            <a:off x="2147870" y="2025097"/>
            <a:ext cx="185770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rPr>
              <a:t>Merchant with a smart phone</a:t>
            </a:r>
          </a:p>
        </p:txBody>
      </p:sp>
      <p:sp>
        <p:nvSpPr>
          <p:cNvPr id="52" name="TextBox 51">
            <a:extLst>
              <a:ext uri="{FF2B5EF4-FFF2-40B4-BE49-F238E27FC236}">
                <a16:creationId xmlns:a16="http://schemas.microsoft.com/office/drawing/2014/main" xmlns="" id="{7BB0D8B6-FAD0-9B72-E109-FEFBA2B11A11}"/>
              </a:ext>
            </a:extLst>
          </p:cNvPr>
          <p:cNvSpPr txBox="1">
            <a:spLocks/>
          </p:cNvSpPr>
          <p:nvPr/>
        </p:nvSpPr>
        <p:spPr>
          <a:xfrm>
            <a:off x="8910163" y="2025097"/>
            <a:ext cx="3052451" cy="76174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rPr>
              <a:t>At least 1 Banks/EMIs/PSP who want to do </a:t>
            </a:r>
            <a:r>
              <a:rPr lang="en-US" sz="1400" dirty="0" smtClean="0">
                <a:latin typeface="Microsoft GothicNeo" panose="020B0500000101010101" pitchFamily="34" charset="-127"/>
                <a:ea typeface="Microsoft GothicNeo" panose="020B0500000101010101" pitchFamily="34" charset="-127"/>
                <a:cs typeface="Microsoft GothicNeo" panose="020B0500000101010101" pitchFamily="34" charset="-127"/>
              </a:rPr>
              <a:t>as Payee</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a:p>
            <a:pPr>
              <a:spcAft>
                <a:spcPts val="600"/>
              </a:spcAft>
            </a:pPr>
            <a:r>
              <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rPr>
              <a:t>All Other banks as </a:t>
            </a:r>
            <a:r>
              <a:rPr lang="en-US" sz="1400" dirty="0" smtClean="0">
                <a:latin typeface="Microsoft GothicNeo" panose="020B0500000101010101" pitchFamily="34" charset="-127"/>
                <a:ea typeface="Microsoft GothicNeo" panose="020B0500000101010101" pitchFamily="34" charset="-127"/>
                <a:cs typeface="Microsoft GothicNeo" panose="020B0500000101010101" pitchFamily="34" charset="-127"/>
              </a:rPr>
              <a:t>Payer</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53" name="TextBox 52">
            <a:extLst>
              <a:ext uri="{FF2B5EF4-FFF2-40B4-BE49-F238E27FC236}">
                <a16:creationId xmlns:a16="http://schemas.microsoft.com/office/drawing/2014/main" xmlns="" id="{3B947E06-DFBF-F56F-58A3-40F5573723F5}"/>
              </a:ext>
            </a:extLst>
          </p:cNvPr>
          <p:cNvSpPr txBox="1">
            <a:spLocks/>
          </p:cNvSpPr>
          <p:nvPr/>
        </p:nvSpPr>
        <p:spPr>
          <a:xfrm>
            <a:off x="6716846" y="2025097"/>
            <a:ext cx="1919459"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600"/>
              </a:spcAft>
            </a:pPr>
            <a:r>
              <a:rPr lang="en-US" sz="1400">
                <a:latin typeface="Microsoft GothicNeo" panose="020B0500000101010101" pitchFamily="34" charset="-127"/>
                <a:ea typeface="Microsoft GothicNeo" panose="020B0500000101010101" pitchFamily="34" charset="-127"/>
                <a:cs typeface="Microsoft GothicNeo" panose="020B0500000101010101" pitchFamily="34" charset="-127"/>
              </a:rPr>
              <a:t>Push payment by customer to Merchant</a:t>
            </a:r>
            <a:endParaRPr lang="en-US" sz="14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grpSp>
        <p:nvGrpSpPr>
          <p:cNvPr id="55" name="Group 54">
            <a:extLst>
              <a:ext uri="{FF2B5EF4-FFF2-40B4-BE49-F238E27FC236}">
                <a16:creationId xmlns:a16="http://schemas.microsoft.com/office/drawing/2014/main" xmlns="" id="{49B11644-52DB-EBFC-7139-2FB8C7F1F1CB}"/>
              </a:ext>
            </a:extLst>
          </p:cNvPr>
          <p:cNvGrpSpPr/>
          <p:nvPr/>
        </p:nvGrpSpPr>
        <p:grpSpPr>
          <a:xfrm>
            <a:off x="4279437" y="2116055"/>
            <a:ext cx="2163550" cy="338907"/>
            <a:chOff x="4204294" y="1938022"/>
            <a:chExt cx="2163550" cy="338907"/>
          </a:xfrm>
        </p:grpSpPr>
        <p:pic>
          <p:nvPicPr>
            <p:cNvPr id="59" name="CustomIcon">
              <a:extLst>
                <a:ext uri="{FF2B5EF4-FFF2-40B4-BE49-F238E27FC236}">
                  <a16:creationId xmlns:a16="http://schemas.microsoft.com/office/drawing/2014/main" xmlns="" id="{43A57165-97F8-CD98-DD3D-4EE85660A054}"/>
                </a:ext>
              </a:extLst>
            </p:cNvPr>
            <p:cNvPicPr>
              <a:picLocks/>
            </p:cNvPicPr>
            <p:nvPr>
              <p:custDataLst>
                <p:tags r:id="rId2"/>
              </p:custDataLst>
            </p:nvPr>
          </p:nvPicPr>
          <p:blipFill>
            <a:blip r:embed="rId8">
              <a:extLst>
                <a:ext uri="{96DAC541-7B7A-43D3-8B79-37D633B846F1}">
                  <asvg:svgBlip xmlns:asvg="http://schemas.microsoft.com/office/drawing/2016/SVG/main" xmlns="" r:embed="rId9"/>
                </a:ext>
              </a:extLst>
            </a:blip>
            <a:stretch>
              <a:fillRect/>
            </a:stretch>
          </p:blipFill>
          <p:spPr>
            <a:xfrm>
              <a:off x="4204294" y="1938022"/>
              <a:ext cx="338907" cy="338907"/>
            </a:xfrm>
            <a:prstGeom prst="rect">
              <a:avLst/>
            </a:prstGeom>
          </p:spPr>
        </p:pic>
        <p:sp>
          <p:nvSpPr>
            <p:cNvPr id="60" name="TextBox 59">
              <a:extLst>
                <a:ext uri="{FF2B5EF4-FFF2-40B4-BE49-F238E27FC236}">
                  <a16:creationId xmlns:a16="http://schemas.microsoft.com/office/drawing/2014/main" xmlns="" id="{7C61E1EB-23FE-530C-FACB-144D0F163385}"/>
                </a:ext>
              </a:extLst>
            </p:cNvPr>
            <p:cNvSpPr txBox="1">
              <a:spLocks/>
            </p:cNvSpPr>
            <p:nvPr/>
          </p:nvSpPr>
          <p:spPr>
            <a:xfrm>
              <a:off x="4691306" y="1938022"/>
              <a:ext cx="1676538"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rgbClr val="000000"/>
                  </a:solidFill>
                  <a:latin typeface="Microsoft GothicNeo" panose="020B0500000101010101" pitchFamily="34" charset="-127"/>
                  <a:ea typeface="Microsoft GothicNeo" panose="020B0500000101010101" pitchFamily="34" charset="-127"/>
                  <a:cs typeface="Microsoft GothicNeo" panose="020B0500000101010101" pitchFamily="34" charset="-127"/>
                  <a:sym typeface="Arial" panose="020B0604020202020204" pitchFamily="34" charset="0"/>
                </a:rPr>
                <a:t>Static QR / In-store </a:t>
              </a:r>
            </a:p>
          </p:txBody>
        </p:sp>
      </p:grpSp>
    </p:spTree>
    <p:extLst>
      <p:ext uri="{BB962C8B-B14F-4D97-AF65-F5344CB8AC3E}">
        <p14:creationId xmlns:p14="http://schemas.microsoft.com/office/powerpoint/2010/main" val="41115359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3. </a:t>
            </a:r>
            <a:r>
              <a:rPr lang="en-US" sz="2800" dirty="0">
                <a:solidFill>
                  <a:srgbClr val="006229"/>
                </a:solidFill>
                <a:latin typeface="Bahnschrift SemiBold SemiConden" panose="020B0502040204020203" pitchFamily="34" charset="0"/>
              </a:rPr>
              <a:t>CURRENT USE CASES COVERED BY THE STANDARD.</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Merchant Presented Static QR Code - Push Payment by Customer Flow</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7EE49393-D920-06E7-85F5-75170365A82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grpSp>
        <p:nvGrpSpPr>
          <p:cNvPr id="3" name="Group 2">
            <a:extLst>
              <a:ext uri="{FF2B5EF4-FFF2-40B4-BE49-F238E27FC236}">
                <a16:creationId xmlns:a16="http://schemas.microsoft.com/office/drawing/2014/main" xmlns="" id="{5C662D5D-6996-9648-8D53-1FA92B836351}"/>
              </a:ext>
            </a:extLst>
          </p:cNvPr>
          <p:cNvGrpSpPr/>
          <p:nvPr/>
        </p:nvGrpSpPr>
        <p:grpSpPr>
          <a:xfrm>
            <a:off x="237130" y="1466640"/>
            <a:ext cx="11725484" cy="4402578"/>
            <a:chOff x="161987" y="1631261"/>
            <a:chExt cx="11725484" cy="4402578"/>
          </a:xfrm>
        </p:grpSpPr>
        <p:grpSp>
          <p:nvGrpSpPr>
            <p:cNvPr id="4" name="Group 3">
              <a:extLst>
                <a:ext uri="{FF2B5EF4-FFF2-40B4-BE49-F238E27FC236}">
                  <a16:creationId xmlns:a16="http://schemas.microsoft.com/office/drawing/2014/main" xmlns="" id="{7CB81154-A5CC-4563-126E-013B4839EFE9}"/>
                </a:ext>
              </a:extLst>
            </p:cNvPr>
            <p:cNvGrpSpPr/>
            <p:nvPr/>
          </p:nvGrpSpPr>
          <p:grpSpPr>
            <a:xfrm>
              <a:off x="7038635" y="1753901"/>
              <a:ext cx="1074102" cy="1132920"/>
              <a:chOff x="7634227" y="1088857"/>
              <a:chExt cx="1271894" cy="1341543"/>
            </a:xfrm>
          </p:grpSpPr>
          <p:sp>
            <p:nvSpPr>
              <p:cNvPr id="504" name="Freeform 1922">
                <a:extLst>
                  <a:ext uri="{FF2B5EF4-FFF2-40B4-BE49-F238E27FC236}">
                    <a16:creationId xmlns:a16="http://schemas.microsoft.com/office/drawing/2014/main" xmlns="" id="{E087D05B-D043-F703-37B0-737F12470D43}"/>
                  </a:ext>
                </a:extLst>
              </p:cNvPr>
              <p:cNvSpPr>
                <a:spLocks/>
              </p:cNvSpPr>
              <p:nvPr/>
            </p:nvSpPr>
            <p:spPr bwMode="gray">
              <a:xfrm>
                <a:off x="7634227" y="1088857"/>
                <a:ext cx="472350" cy="349795"/>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505" name="Group 504">
                <a:extLst>
                  <a:ext uri="{FF2B5EF4-FFF2-40B4-BE49-F238E27FC236}">
                    <a16:creationId xmlns:a16="http://schemas.microsoft.com/office/drawing/2014/main" xmlns="" id="{C18B6A73-1C4E-63C3-F43B-22131F8C7A6B}"/>
                  </a:ext>
                </a:extLst>
              </p:cNvPr>
              <p:cNvGrpSpPr/>
              <p:nvPr/>
            </p:nvGrpSpPr>
            <p:grpSpPr>
              <a:xfrm>
                <a:off x="7649546" y="1223695"/>
                <a:ext cx="1256575" cy="1206705"/>
                <a:chOff x="7649546" y="1069964"/>
                <a:chExt cx="1256575" cy="1206705"/>
              </a:xfrm>
            </p:grpSpPr>
            <p:sp>
              <p:nvSpPr>
                <p:cNvPr id="506" name="Rectangle 1894">
                  <a:extLst>
                    <a:ext uri="{FF2B5EF4-FFF2-40B4-BE49-F238E27FC236}">
                      <a16:creationId xmlns:a16="http://schemas.microsoft.com/office/drawing/2014/main" xmlns="" id="{0C5C597E-8E27-C409-9953-ED4D45DDB5A4}"/>
                    </a:ext>
                  </a:extLst>
                </p:cNvPr>
                <p:cNvSpPr>
                  <a:spLocks noChangeArrowheads="1"/>
                </p:cNvSpPr>
                <p:nvPr/>
              </p:nvSpPr>
              <p:spPr bwMode="gray">
                <a:xfrm>
                  <a:off x="8209983" y="1172578"/>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7" name="Freeform 2596">
                  <a:extLst>
                    <a:ext uri="{FF2B5EF4-FFF2-40B4-BE49-F238E27FC236}">
                      <a16:creationId xmlns:a16="http://schemas.microsoft.com/office/drawing/2014/main" xmlns="" id="{68853675-26EA-D1E9-17E4-ACE1667BCACB}"/>
                    </a:ext>
                  </a:extLst>
                </p:cNvPr>
                <p:cNvSpPr>
                  <a:spLocks/>
                </p:cNvSpPr>
                <p:nvPr/>
              </p:nvSpPr>
              <p:spPr bwMode="gray">
                <a:xfrm>
                  <a:off x="8321050" y="1360241"/>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8" name="Freeform 2597">
                  <a:extLst>
                    <a:ext uri="{FF2B5EF4-FFF2-40B4-BE49-F238E27FC236}">
                      <a16:creationId xmlns:a16="http://schemas.microsoft.com/office/drawing/2014/main" xmlns="" id="{F9C115F8-69C3-DA6D-726A-BCE25EABC83A}"/>
                    </a:ext>
                  </a:extLst>
                </p:cNvPr>
                <p:cNvSpPr>
                  <a:spLocks/>
                </p:cNvSpPr>
                <p:nvPr/>
              </p:nvSpPr>
              <p:spPr bwMode="gray">
                <a:xfrm>
                  <a:off x="8337646" y="1408752"/>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9" name="Freeform 2598">
                  <a:extLst>
                    <a:ext uri="{FF2B5EF4-FFF2-40B4-BE49-F238E27FC236}">
                      <a16:creationId xmlns:a16="http://schemas.microsoft.com/office/drawing/2014/main" xmlns="" id="{570594AF-3E9B-8F3A-DC3D-413B3D8DB04F}"/>
                    </a:ext>
                  </a:extLst>
                </p:cNvPr>
                <p:cNvSpPr>
                  <a:spLocks/>
                </p:cNvSpPr>
                <p:nvPr/>
              </p:nvSpPr>
              <p:spPr bwMode="gray">
                <a:xfrm>
                  <a:off x="8084874" y="1366624"/>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0" name="Freeform 2599">
                  <a:extLst>
                    <a:ext uri="{FF2B5EF4-FFF2-40B4-BE49-F238E27FC236}">
                      <a16:creationId xmlns:a16="http://schemas.microsoft.com/office/drawing/2014/main" xmlns="" id="{3AEFF535-0657-ADA7-BB10-4E8B61341593}"/>
                    </a:ext>
                  </a:extLst>
                </p:cNvPr>
                <p:cNvSpPr>
                  <a:spLocks/>
                </p:cNvSpPr>
                <p:nvPr/>
              </p:nvSpPr>
              <p:spPr bwMode="gray">
                <a:xfrm>
                  <a:off x="8098918" y="1410029"/>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1" name="Freeform 2600">
                  <a:extLst>
                    <a:ext uri="{FF2B5EF4-FFF2-40B4-BE49-F238E27FC236}">
                      <a16:creationId xmlns:a16="http://schemas.microsoft.com/office/drawing/2014/main" xmlns="" id="{173F6C0E-05A1-408D-6F6C-03F05C7AE137}"/>
                    </a:ext>
                  </a:extLst>
                </p:cNvPr>
                <p:cNvSpPr>
                  <a:spLocks/>
                </p:cNvSpPr>
                <p:nvPr/>
              </p:nvSpPr>
              <p:spPr bwMode="gray">
                <a:xfrm>
                  <a:off x="8198494" y="1158535"/>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2" name="Freeform 2601">
                  <a:extLst>
                    <a:ext uri="{FF2B5EF4-FFF2-40B4-BE49-F238E27FC236}">
                      <a16:creationId xmlns:a16="http://schemas.microsoft.com/office/drawing/2014/main" xmlns="" id="{204AA6D2-1C59-6F35-1DDF-16401E7BB32A}"/>
                    </a:ext>
                  </a:extLst>
                </p:cNvPr>
                <p:cNvSpPr>
                  <a:spLocks/>
                </p:cNvSpPr>
                <p:nvPr/>
              </p:nvSpPr>
              <p:spPr bwMode="gray">
                <a:xfrm>
                  <a:off x="8226580" y="1255558"/>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3" name="Freeform 2602">
                  <a:extLst>
                    <a:ext uri="{FF2B5EF4-FFF2-40B4-BE49-F238E27FC236}">
                      <a16:creationId xmlns:a16="http://schemas.microsoft.com/office/drawing/2014/main" xmlns="" id="{33752C74-84A2-63D2-A1B2-FBE489B9B549}"/>
                    </a:ext>
                  </a:extLst>
                </p:cNvPr>
                <p:cNvSpPr>
                  <a:spLocks/>
                </p:cNvSpPr>
                <p:nvPr/>
              </p:nvSpPr>
              <p:spPr bwMode="gray">
                <a:xfrm>
                  <a:off x="8120620" y="1306623"/>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4" name="Freeform 2603">
                  <a:extLst>
                    <a:ext uri="{FF2B5EF4-FFF2-40B4-BE49-F238E27FC236}">
                      <a16:creationId xmlns:a16="http://schemas.microsoft.com/office/drawing/2014/main" xmlns="" id="{D9550322-3870-411F-2210-09CC103A4033}"/>
                    </a:ext>
                  </a:extLst>
                </p:cNvPr>
                <p:cNvSpPr>
                  <a:spLocks/>
                </p:cNvSpPr>
                <p:nvPr/>
              </p:nvSpPr>
              <p:spPr bwMode="gray">
                <a:xfrm>
                  <a:off x="8120620" y="1403646"/>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5" name="Freeform 2604">
                  <a:extLst>
                    <a:ext uri="{FF2B5EF4-FFF2-40B4-BE49-F238E27FC236}">
                      <a16:creationId xmlns:a16="http://schemas.microsoft.com/office/drawing/2014/main" xmlns="" id="{0D0F2CC3-067C-7B4A-A830-C15C5CB094D3}"/>
                    </a:ext>
                  </a:extLst>
                </p:cNvPr>
                <p:cNvSpPr>
                  <a:spLocks/>
                </p:cNvSpPr>
                <p:nvPr/>
              </p:nvSpPr>
              <p:spPr bwMode="gray">
                <a:xfrm>
                  <a:off x="8133386" y="1410029"/>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6" name="Freeform 2605">
                  <a:extLst>
                    <a:ext uri="{FF2B5EF4-FFF2-40B4-BE49-F238E27FC236}">
                      <a16:creationId xmlns:a16="http://schemas.microsoft.com/office/drawing/2014/main" xmlns="" id="{3D9B8DEF-A70E-8FA8-5C2A-B9A33D93180F}"/>
                    </a:ext>
                  </a:extLst>
                </p:cNvPr>
                <p:cNvSpPr>
                  <a:spLocks noEditPoints="1"/>
                </p:cNvSpPr>
                <p:nvPr/>
              </p:nvSpPr>
              <p:spPr bwMode="gray">
                <a:xfrm>
                  <a:off x="8120620" y="1311729"/>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7" name="Freeform 2606">
                  <a:extLst>
                    <a:ext uri="{FF2B5EF4-FFF2-40B4-BE49-F238E27FC236}">
                      <a16:creationId xmlns:a16="http://schemas.microsoft.com/office/drawing/2014/main" xmlns="" id="{07DB29CC-6519-063D-F8A9-B7A90BE45328}"/>
                    </a:ext>
                  </a:extLst>
                </p:cNvPr>
                <p:cNvSpPr>
                  <a:spLocks/>
                </p:cNvSpPr>
                <p:nvPr/>
              </p:nvSpPr>
              <p:spPr bwMode="gray">
                <a:xfrm>
                  <a:off x="8120620" y="1311729"/>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8" name="Freeform 2607">
                  <a:extLst>
                    <a:ext uri="{FF2B5EF4-FFF2-40B4-BE49-F238E27FC236}">
                      <a16:creationId xmlns:a16="http://schemas.microsoft.com/office/drawing/2014/main" xmlns="" id="{5EEC8631-84AD-FD5A-2F00-5D8598B89054}"/>
                    </a:ext>
                  </a:extLst>
                </p:cNvPr>
                <p:cNvSpPr>
                  <a:spLocks noEditPoints="1"/>
                </p:cNvSpPr>
                <p:nvPr/>
              </p:nvSpPr>
              <p:spPr bwMode="gray">
                <a:xfrm>
                  <a:off x="8162749" y="1430455"/>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9" name="Freeform 2608">
                  <a:extLst>
                    <a:ext uri="{FF2B5EF4-FFF2-40B4-BE49-F238E27FC236}">
                      <a16:creationId xmlns:a16="http://schemas.microsoft.com/office/drawing/2014/main" xmlns="" id="{CA41563D-4B4D-3CDC-8E6C-6A69507E4363}"/>
                    </a:ext>
                  </a:extLst>
                </p:cNvPr>
                <p:cNvSpPr>
                  <a:spLocks/>
                </p:cNvSpPr>
                <p:nvPr/>
              </p:nvSpPr>
              <p:spPr bwMode="gray">
                <a:xfrm>
                  <a:off x="8165302" y="1429178"/>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0" name="Freeform 2609">
                  <a:extLst>
                    <a:ext uri="{FF2B5EF4-FFF2-40B4-BE49-F238E27FC236}">
                      <a16:creationId xmlns:a16="http://schemas.microsoft.com/office/drawing/2014/main" xmlns="" id="{72577EBC-01B8-5569-BE6B-561FDD2F9498}"/>
                    </a:ext>
                  </a:extLst>
                </p:cNvPr>
                <p:cNvSpPr>
                  <a:spLocks/>
                </p:cNvSpPr>
                <p:nvPr/>
              </p:nvSpPr>
              <p:spPr bwMode="gray">
                <a:xfrm>
                  <a:off x="8162749" y="1408752"/>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1" name="Freeform 2610">
                  <a:extLst>
                    <a:ext uri="{FF2B5EF4-FFF2-40B4-BE49-F238E27FC236}">
                      <a16:creationId xmlns:a16="http://schemas.microsoft.com/office/drawing/2014/main" xmlns="" id="{31D4FD9B-7DDD-CD28-FE1F-3ABFEAEF5F6E}"/>
                    </a:ext>
                  </a:extLst>
                </p:cNvPr>
                <p:cNvSpPr>
                  <a:spLocks/>
                </p:cNvSpPr>
                <p:nvPr/>
              </p:nvSpPr>
              <p:spPr bwMode="gray">
                <a:xfrm>
                  <a:off x="8226580" y="1288750"/>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2" name="Freeform 2611">
                  <a:extLst>
                    <a:ext uri="{FF2B5EF4-FFF2-40B4-BE49-F238E27FC236}">
                      <a16:creationId xmlns:a16="http://schemas.microsoft.com/office/drawing/2014/main" xmlns="" id="{79939640-D5E8-8479-D9EB-296B66E63136}"/>
                    </a:ext>
                  </a:extLst>
                </p:cNvPr>
                <p:cNvSpPr>
                  <a:spLocks/>
                </p:cNvSpPr>
                <p:nvPr/>
              </p:nvSpPr>
              <p:spPr bwMode="gray">
                <a:xfrm>
                  <a:off x="8157642" y="1579820"/>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3" name="Freeform 2612">
                  <a:extLst>
                    <a:ext uri="{FF2B5EF4-FFF2-40B4-BE49-F238E27FC236}">
                      <a16:creationId xmlns:a16="http://schemas.microsoft.com/office/drawing/2014/main" xmlns="" id="{4659FAEB-EC45-5931-1624-37D60517AF6C}"/>
                    </a:ext>
                  </a:extLst>
                </p:cNvPr>
                <p:cNvSpPr>
                  <a:spLocks/>
                </p:cNvSpPr>
                <p:nvPr/>
              </p:nvSpPr>
              <p:spPr bwMode="gray">
                <a:xfrm>
                  <a:off x="8160195" y="1665354"/>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4" name="Freeform 2613">
                  <a:extLst>
                    <a:ext uri="{FF2B5EF4-FFF2-40B4-BE49-F238E27FC236}">
                      <a16:creationId xmlns:a16="http://schemas.microsoft.com/office/drawing/2014/main" xmlns="" id="{BD16E505-29D1-EC11-BFC3-B08C8F71CADD}"/>
                    </a:ext>
                  </a:extLst>
                </p:cNvPr>
                <p:cNvSpPr>
                  <a:spLocks/>
                </p:cNvSpPr>
                <p:nvPr/>
              </p:nvSpPr>
              <p:spPr bwMode="gray">
                <a:xfrm>
                  <a:off x="8160195" y="1579820"/>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5" name="Freeform 2614">
                  <a:extLst>
                    <a:ext uri="{FF2B5EF4-FFF2-40B4-BE49-F238E27FC236}">
                      <a16:creationId xmlns:a16="http://schemas.microsoft.com/office/drawing/2014/main" xmlns="" id="{648B5D26-FA93-3847-55F7-C0D6CC11BA39}"/>
                    </a:ext>
                  </a:extLst>
                </p:cNvPr>
                <p:cNvSpPr>
                  <a:spLocks/>
                </p:cNvSpPr>
                <p:nvPr/>
              </p:nvSpPr>
              <p:spPr bwMode="gray">
                <a:xfrm>
                  <a:off x="8253388" y="1124066"/>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6" name="Freeform 2615">
                  <a:extLst>
                    <a:ext uri="{FF2B5EF4-FFF2-40B4-BE49-F238E27FC236}">
                      <a16:creationId xmlns:a16="http://schemas.microsoft.com/office/drawing/2014/main" xmlns="" id="{FF5650DE-CE1F-5DC8-A8E4-2CA72FCB27C3}"/>
                    </a:ext>
                  </a:extLst>
                </p:cNvPr>
                <p:cNvSpPr>
                  <a:spLocks/>
                </p:cNvSpPr>
                <p:nvPr/>
              </p:nvSpPr>
              <p:spPr bwMode="gray">
                <a:xfrm>
                  <a:off x="8193388" y="1127896"/>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7" name="Freeform 2616">
                  <a:extLst>
                    <a:ext uri="{FF2B5EF4-FFF2-40B4-BE49-F238E27FC236}">
                      <a16:creationId xmlns:a16="http://schemas.microsoft.com/office/drawing/2014/main" xmlns="" id="{8C8AB2C2-4DFF-E532-B3B1-237341AB7C35}"/>
                    </a:ext>
                  </a:extLst>
                </p:cNvPr>
                <p:cNvSpPr>
                  <a:spLocks/>
                </p:cNvSpPr>
                <p:nvPr/>
              </p:nvSpPr>
              <p:spPr bwMode="gray">
                <a:xfrm>
                  <a:off x="8304453" y="1149599"/>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8" name="Freeform 2618">
                  <a:extLst>
                    <a:ext uri="{FF2B5EF4-FFF2-40B4-BE49-F238E27FC236}">
                      <a16:creationId xmlns:a16="http://schemas.microsoft.com/office/drawing/2014/main" xmlns="" id="{44045A5E-67F2-239D-536C-831BCA7D1A1E}"/>
                    </a:ext>
                  </a:extLst>
                </p:cNvPr>
                <p:cNvSpPr>
                  <a:spLocks/>
                </p:cNvSpPr>
                <p:nvPr/>
              </p:nvSpPr>
              <p:spPr bwMode="gray">
                <a:xfrm>
                  <a:off x="8249559" y="1300240"/>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9" name="Freeform 2619">
                  <a:extLst>
                    <a:ext uri="{FF2B5EF4-FFF2-40B4-BE49-F238E27FC236}">
                      <a16:creationId xmlns:a16="http://schemas.microsoft.com/office/drawing/2014/main" xmlns="" id="{AA880E34-1EA7-B08E-6B14-989B1FF3D835}"/>
                    </a:ext>
                  </a:extLst>
                </p:cNvPr>
                <p:cNvSpPr>
                  <a:spLocks/>
                </p:cNvSpPr>
                <p:nvPr/>
              </p:nvSpPr>
              <p:spPr bwMode="gray">
                <a:xfrm>
                  <a:off x="8201047" y="1301517"/>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0" name="Freeform 2623">
                  <a:extLst>
                    <a:ext uri="{FF2B5EF4-FFF2-40B4-BE49-F238E27FC236}">
                      <a16:creationId xmlns:a16="http://schemas.microsoft.com/office/drawing/2014/main" xmlns="" id="{4C613609-C63A-D39C-AC92-05D9E69D8EE9}"/>
                    </a:ext>
                  </a:extLst>
                </p:cNvPr>
                <p:cNvSpPr>
                  <a:spLocks/>
                </p:cNvSpPr>
                <p:nvPr/>
              </p:nvSpPr>
              <p:spPr bwMode="gray">
                <a:xfrm>
                  <a:off x="8194665" y="1116406"/>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1" name="Freeform 2624">
                  <a:extLst>
                    <a:ext uri="{FF2B5EF4-FFF2-40B4-BE49-F238E27FC236}">
                      <a16:creationId xmlns:a16="http://schemas.microsoft.com/office/drawing/2014/main" xmlns="" id="{4E147E8B-C075-93B3-6362-DEEBDDEA30B7}"/>
                    </a:ext>
                  </a:extLst>
                </p:cNvPr>
                <p:cNvSpPr>
                  <a:spLocks/>
                </p:cNvSpPr>
                <p:nvPr/>
              </p:nvSpPr>
              <p:spPr bwMode="gray">
                <a:xfrm>
                  <a:off x="8194665" y="1125343"/>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2" name="Rectangle 3522">
                  <a:extLst>
                    <a:ext uri="{FF2B5EF4-FFF2-40B4-BE49-F238E27FC236}">
                      <a16:creationId xmlns:a16="http://schemas.microsoft.com/office/drawing/2014/main" xmlns="" id="{CE6BEDD9-E148-9A30-A6C5-517B13760279}"/>
                    </a:ext>
                  </a:extLst>
                </p:cNvPr>
                <p:cNvSpPr>
                  <a:spLocks noChangeArrowheads="1"/>
                </p:cNvSpPr>
                <p:nvPr/>
              </p:nvSpPr>
              <p:spPr bwMode="gray">
                <a:xfrm>
                  <a:off x="7690398" y="1678120"/>
                  <a:ext cx="1069810" cy="499160"/>
                </a:xfrm>
                <a:prstGeom prst="rect">
                  <a:avLst/>
                </a:prstGeom>
                <a:solidFill>
                  <a:srgbClr val="EA55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3" name="Rectangle 3523">
                  <a:extLst>
                    <a:ext uri="{FF2B5EF4-FFF2-40B4-BE49-F238E27FC236}">
                      <a16:creationId xmlns:a16="http://schemas.microsoft.com/office/drawing/2014/main" xmlns="" id="{49479DE8-6A9F-21A5-7246-895E12506721}"/>
                    </a:ext>
                  </a:extLst>
                </p:cNvPr>
                <p:cNvSpPr>
                  <a:spLocks noChangeArrowheads="1"/>
                </p:cNvSpPr>
                <p:nvPr/>
              </p:nvSpPr>
              <p:spPr bwMode="gray">
                <a:xfrm>
                  <a:off x="7718484" y="2177279"/>
                  <a:ext cx="1041724" cy="62555"/>
                </a:xfrm>
                <a:prstGeom prst="rect">
                  <a:avLst/>
                </a:prstGeom>
                <a:solidFill>
                  <a:srgbClr val="8EB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4" name="Freeform 3540">
                  <a:extLst>
                    <a:ext uri="{FF2B5EF4-FFF2-40B4-BE49-F238E27FC236}">
                      <a16:creationId xmlns:a16="http://schemas.microsoft.com/office/drawing/2014/main" xmlns="" id="{7D7D446A-7563-512A-A98E-8B966D86F5C4}"/>
                    </a:ext>
                  </a:extLst>
                </p:cNvPr>
                <p:cNvSpPr>
                  <a:spLocks/>
                </p:cNvSpPr>
                <p:nvPr/>
              </p:nvSpPr>
              <p:spPr bwMode="gray">
                <a:xfrm>
                  <a:off x="7649546" y="1641098"/>
                  <a:ext cx="1110662" cy="85534"/>
                </a:xfrm>
                <a:custGeom>
                  <a:avLst/>
                  <a:gdLst>
                    <a:gd name="T0" fmla="*/ 0 w 3350"/>
                    <a:gd name="T1" fmla="*/ 28 h 257"/>
                    <a:gd name="T2" fmla="*/ 0 w 3350"/>
                    <a:gd name="T3" fmla="*/ 229 h 257"/>
                    <a:gd name="T4" fmla="*/ 27 w 3350"/>
                    <a:gd name="T5" fmla="*/ 257 h 257"/>
                    <a:gd name="T6" fmla="*/ 3350 w 3350"/>
                    <a:gd name="T7" fmla="*/ 257 h 257"/>
                    <a:gd name="T8" fmla="*/ 3350 w 3350"/>
                    <a:gd name="T9" fmla="*/ 0 h 257"/>
                    <a:gd name="T10" fmla="*/ 27 w 3350"/>
                    <a:gd name="T11" fmla="*/ 0 h 257"/>
                    <a:gd name="T12" fmla="*/ 0 w 3350"/>
                    <a:gd name="T13" fmla="*/ 28 h 257"/>
                  </a:gdLst>
                  <a:ahLst/>
                  <a:cxnLst>
                    <a:cxn ang="0">
                      <a:pos x="T0" y="T1"/>
                    </a:cxn>
                    <a:cxn ang="0">
                      <a:pos x="T2" y="T3"/>
                    </a:cxn>
                    <a:cxn ang="0">
                      <a:pos x="T4" y="T5"/>
                    </a:cxn>
                    <a:cxn ang="0">
                      <a:pos x="T6" y="T7"/>
                    </a:cxn>
                    <a:cxn ang="0">
                      <a:pos x="T8" y="T9"/>
                    </a:cxn>
                    <a:cxn ang="0">
                      <a:pos x="T10" y="T11"/>
                    </a:cxn>
                    <a:cxn ang="0">
                      <a:pos x="T12" y="T13"/>
                    </a:cxn>
                  </a:cxnLst>
                  <a:rect l="0" t="0" r="r" b="b"/>
                  <a:pathLst>
                    <a:path w="3350" h="257">
                      <a:moveTo>
                        <a:pt x="0" y="28"/>
                      </a:moveTo>
                      <a:lnTo>
                        <a:pt x="0" y="229"/>
                      </a:lnTo>
                      <a:cubicBezTo>
                        <a:pt x="0" y="244"/>
                        <a:pt x="12" y="257"/>
                        <a:pt x="27" y="257"/>
                      </a:cubicBezTo>
                      <a:lnTo>
                        <a:pt x="3350" y="257"/>
                      </a:lnTo>
                      <a:lnTo>
                        <a:pt x="3350" y="0"/>
                      </a:lnTo>
                      <a:lnTo>
                        <a:pt x="27" y="0"/>
                      </a:lnTo>
                      <a:cubicBezTo>
                        <a:pt x="12" y="0"/>
                        <a:pt x="0" y="13"/>
                        <a:pt x="0" y="28"/>
                      </a:cubicBezTo>
                    </a:path>
                  </a:pathLst>
                </a:custGeom>
                <a:solidFill>
                  <a:srgbClr val="4C5B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5" name="Rectangle 3541">
                  <a:extLst>
                    <a:ext uri="{FF2B5EF4-FFF2-40B4-BE49-F238E27FC236}">
                      <a16:creationId xmlns:a16="http://schemas.microsoft.com/office/drawing/2014/main" xmlns="" id="{84C73CAC-55A0-2EFB-6C26-DE25439335F2}"/>
                    </a:ext>
                  </a:extLst>
                </p:cNvPr>
                <p:cNvSpPr>
                  <a:spLocks noChangeArrowheads="1"/>
                </p:cNvSpPr>
                <p:nvPr/>
              </p:nvSpPr>
              <p:spPr bwMode="gray">
                <a:xfrm>
                  <a:off x="7649546" y="1665354"/>
                  <a:ext cx="1110662" cy="37022"/>
                </a:xfrm>
                <a:prstGeom prst="rect">
                  <a:avLst/>
                </a:prstGeom>
                <a:solidFill>
                  <a:srgbClr val="E14C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536" name="Picture 4238">
                  <a:extLst>
                    <a:ext uri="{FF2B5EF4-FFF2-40B4-BE49-F238E27FC236}">
                      <a16:creationId xmlns:a16="http://schemas.microsoft.com/office/drawing/2014/main" xmlns="" id="{2A27C7F0-8D37-91C0-B4E8-37E857010FEC}"/>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8194664" y="1166194"/>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7" name="Picture 4239">
                  <a:extLst>
                    <a:ext uri="{FF2B5EF4-FFF2-40B4-BE49-F238E27FC236}">
                      <a16:creationId xmlns:a16="http://schemas.microsoft.com/office/drawing/2014/main" xmlns="" id="{5FB17D72-BC74-8BCB-A749-208C15DC9357}"/>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8268708" y="1166194"/>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8" name="Picture 4240">
                  <a:extLst>
                    <a:ext uri="{FF2B5EF4-FFF2-40B4-BE49-F238E27FC236}">
                      <a16:creationId xmlns:a16="http://schemas.microsoft.com/office/drawing/2014/main" xmlns="" id="{A22ABE68-43ED-FC04-628B-000364F9CCB3}"/>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8192111" y="1166194"/>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9" name="Picture 4241">
                  <a:extLst>
                    <a:ext uri="{FF2B5EF4-FFF2-40B4-BE49-F238E27FC236}">
                      <a16:creationId xmlns:a16="http://schemas.microsoft.com/office/drawing/2014/main" xmlns="" id="{B733DF1C-3FDA-A0C4-E174-26E1A0667B82}"/>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8305730" y="1153428"/>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0" name="Picture 4242">
                  <a:extLst>
                    <a:ext uri="{FF2B5EF4-FFF2-40B4-BE49-F238E27FC236}">
                      <a16:creationId xmlns:a16="http://schemas.microsoft.com/office/drawing/2014/main" xmlns="" id="{9FD2D544-65BE-EA33-1261-CBF1CE931859}"/>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8189557" y="1113853"/>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1" name="Picture 4243">
                  <a:extLst>
                    <a:ext uri="{FF2B5EF4-FFF2-40B4-BE49-F238E27FC236}">
                      <a16:creationId xmlns:a16="http://schemas.microsoft.com/office/drawing/2014/main" xmlns="" id="{C574373F-7CE6-DF68-8C7A-AF89104D6D81}"/>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gray">
                <a:xfrm>
                  <a:off x="8189557" y="1144492"/>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 name="Freeform 601">
                  <a:extLst>
                    <a:ext uri="{FF2B5EF4-FFF2-40B4-BE49-F238E27FC236}">
                      <a16:creationId xmlns:a16="http://schemas.microsoft.com/office/drawing/2014/main" xmlns="" id="{AF133CA0-5735-AC4A-8166-ED8B3DCD0DB8}"/>
                    </a:ext>
                  </a:extLst>
                </p:cNvPr>
                <p:cNvSpPr>
                  <a:spLocks/>
                </p:cNvSpPr>
                <p:nvPr/>
              </p:nvSpPr>
              <p:spPr bwMode="gray">
                <a:xfrm>
                  <a:off x="8461850" y="1428869"/>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3" name="Freeform 602">
                  <a:extLst>
                    <a:ext uri="{FF2B5EF4-FFF2-40B4-BE49-F238E27FC236}">
                      <a16:creationId xmlns:a16="http://schemas.microsoft.com/office/drawing/2014/main" xmlns="" id="{0A3EFBC8-A50B-46EB-4A31-DB085161FD03}"/>
                    </a:ext>
                  </a:extLst>
                </p:cNvPr>
                <p:cNvSpPr>
                  <a:spLocks/>
                </p:cNvSpPr>
                <p:nvPr/>
              </p:nvSpPr>
              <p:spPr bwMode="gray">
                <a:xfrm>
                  <a:off x="8605413" y="1236807"/>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4" name="Freeform 603">
                  <a:extLst>
                    <a:ext uri="{FF2B5EF4-FFF2-40B4-BE49-F238E27FC236}">
                      <a16:creationId xmlns:a16="http://schemas.microsoft.com/office/drawing/2014/main" xmlns="" id="{8F28B875-5DDE-76B8-0F4E-257CA803D827}"/>
                    </a:ext>
                  </a:extLst>
                </p:cNvPr>
                <p:cNvSpPr>
                  <a:spLocks/>
                </p:cNvSpPr>
                <p:nvPr/>
              </p:nvSpPr>
              <p:spPr bwMode="gray">
                <a:xfrm>
                  <a:off x="8597652" y="1632575"/>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5" name="Freeform 604">
                  <a:extLst>
                    <a:ext uri="{FF2B5EF4-FFF2-40B4-BE49-F238E27FC236}">
                      <a16:creationId xmlns:a16="http://schemas.microsoft.com/office/drawing/2014/main" xmlns="" id="{B36C49D3-4458-E5CF-61FD-7EB82C194B11}"/>
                    </a:ext>
                  </a:extLst>
                </p:cNvPr>
                <p:cNvSpPr>
                  <a:spLocks/>
                </p:cNvSpPr>
                <p:nvPr/>
              </p:nvSpPr>
              <p:spPr bwMode="gray">
                <a:xfrm>
                  <a:off x="8620934" y="1727637"/>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6" name="Freeform 605">
                  <a:extLst>
                    <a:ext uri="{FF2B5EF4-FFF2-40B4-BE49-F238E27FC236}">
                      <a16:creationId xmlns:a16="http://schemas.microsoft.com/office/drawing/2014/main" xmlns="" id="{72B91BF4-2EDF-4DF9-533A-DC5FAF0DB195}"/>
                    </a:ext>
                  </a:extLst>
                </p:cNvPr>
                <p:cNvSpPr>
                  <a:spLocks/>
                </p:cNvSpPr>
                <p:nvPr/>
              </p:nvSpPr>
              <p:spPr bwMode="gray">
                <a:xfrm>
                  <a:off x="8653914" y="1630635"/>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7" name="Freeform 606">
                  <a:extLst>
                    <a:ext uri="{FF2B5EF4-FFF2-40B4-BE49-F238E27FC236}">
                      <a16:creationId xmlns:a16="http://schemas.microsoft.com/office/drawing/2014/main" xmlns="" id="{B2A664D2-C345-B4FA-5C22-7AE2D37ACA4F}"/>
                    </a:ext>
                  </a:extLst>
                </p:cNvPr>
                <p:cNvSpPr>
                  <a:spLocks/>
                </p:cNvSpPr>
                <p:nvPr/>
              </p:nvSpPr>
              <p:spPr bwMode="gray">
                <a:xfrm>
                  <a:off x="8626754" y="1632575"/>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8" name="Freeform 608">
                  <a:extLst>
                    <a:ext uri="{FF2B5EF4-FFF2-40B4-BE49-F238E27FC236}">
                      <a16:creationId xmlns:a16="http://schemas.microsoft.com/office/drawing/2014/main" xmlns="" id="{F43F2A0B-A3E0-A3FC-97E7-B69EEBE125A8}"/>
                    </a:ext>
                  </a:extLst>
                </p:cNvPr>
                <p:cNvSpPr>
                  <a:spLocks/>
                </p:cNvSpPr>
                <p:nvPr/>
              </p:nvSpPr>
              <p:spPr bwMode="gray">
                <a:xfrm>
                  <a:off x="8758676" y="2208767"/>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9" name="Freeform 609">
                  <a:extLst>
                    <a:ext uri="{FF2B5EF4-FFF2-40B4-BE49-F238E27FC236}">
                      <a16:creationId xmlns:a16="http://schemas.microsoft.com/office/drawing/2014/main" xmlns="" id="{A2036F89-15B1-B5CE-B14B-66EE1828A29F}"/>
                    </a:ext>
                  </a:extLst>
                </p:cNvPr>
                <p:cNvSpPr>
                  <a:spLocks/>
                </p:cNvSpPr>
                <p:nvPr/>
              </p:nvSpPr>
              <p:spPr bwMode="gray">
                <a:xfrm>
                  <a:off x="8867319" y="2210706"/>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0" name="Freeform 610">
                  <a:extLst>
                    <a:ext uri="{FF2B5EF4-FFF2-40B4-BE49-F238E27FC236}">
                      <a16:creationId xmlns:a16="http://schemas.microsoft.com/office/drawing/2014/main" xmlns="" id="{8D348ED8-C7D6-F8C3-784D-D6FDD0123EC3}"/>
                    </a:ext>
                  </a:extLst>
                </p:cNvPr>
                <p:cNvSpPr>
                  <a:spLocks/>
                </p:cNvSpPr>
                <p:nvPr/>
              </p:nvSpPr>
              <p:spPr bwMode="gray">
                <a:xfrm>
                  <a:off x="8861499" y="2208767"/>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1" name="Freeform 611">
                  <a:extLst>
                    <a:ext uri="{FF2B5EF4-FFF2-40B4-BE49-F238E27FC236}">
                      <a16:creationId xmlns:a16="http://schemas.microsoft.com/office/drawing/2014/main" xmlns="" id="{ADB14403-AA7E-A6DC-8742-5DBF108F1A9B}"/>
                    </a:ext>
                  </a:extLst>
                </p:cNvPr>
                <p:cNvSpPr>
                  <a:spLocks/>
                </p:cNvSpPr>
                <p:nvPr/>
              </p:nvSpPr>
              <p:spPr bwMode="gray">
                <a:xfrm>
                  <a:off x="8504531" y="2216526"/>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2" name="Freeform 612">
                  <a:extLst>
                    <a:ext uri="{FF2B5EF4-FFF2-40B4-BE49-F238E27FC236}">
                      <a16:creationId xmlns:a16="http://schemas.microsoft.com/office/drawing/2014/main" xmlns="" id="{DB642872-6A3D-C7AE-2085-7FAAB794B6F3}"/>
                    </a:ext>
                  </a:extLst>
                </p:cNvPr>
                <p:cNvSpPr>
                  <a:spLocks noEditPoints="1"/>
                </p:cNvSpPr>
                <p:nvPr/>
              </p:nvSpPr>
              <p:spPr bwMode="gray">
                <a:xfrm>
                  <a:off x="8595714" y="2222347"/>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3" name="Freeform 613">
                  <a:extLst>
                    <a:ext uri="{FF2B5EF4-FFF2-40B4-BE49-F238E27FC236}">
                      <a16:creationId xmlns:a16="http://schemas.microsoft.com/office/drawing/2014/main" xmlns="" id="{4139BE07-B321-4806-F740-D6BD7D810504}"/>
                    </a:ext>
                  </a:extLst>
                </p:cNvPr>
                <p:cNvSpPr>
                  <a:spLocks/>
                </p:cNvSpPr>
                <p:nvPr/>
              </p:nvSpPr>
              <p:spPr bwMode="gray">
                <a:xfrm>
                  <a:off x="8626754" y="2220407"/>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4" name="Freeform 614">
                  <a:extLst>
                    <a:ext uri="{FF2B5EF4-FFF2-40B4-BE49-F238E27FC236}">
                      <a16:creationId xmlns:a16="http://schemas.microsoft.com/office/drawing/2014/main" xmlns="" id="{E79FC74C-DBB2-4AD8-63DF-9910775F9650}"/>
                    </a:ext>
                  </a:extLst>
                </p:cNvPr>
                <p:cNvSpPr>
                  <a:spLocks/>
                </p:cNvSpPr>
                <p:nvPr/>
              </p:nvSpPr>
              <p:spPr bwMode="gray">
                <a:xfrm>
                  <a:off x="8595714" y="2220407"/>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5" name="Freeform 615">
                  <a:extLst>
                    <a:ext uri="{FF2B5EF4-FFF2-40B4-BE49-F238E27FC236}">
                      <a16:creationId xmlns:a16="http://schemas.microsoft.com/office/drawing/2014/main" xmlns="" id="{1F173160-5CC7-71E1-9EB1-74441BFE447F}"/>
                    </a:ext>
                  </a:extLst>
                </p:cNvPr>
                <p:cNvSpPr>
                  <a:spLocks/>
                </p:cNvSpPr>
                <p:nvPr/>
              </p:nvSpPr>
              <p:spPr bwMode="gray">
                <a:xfrm>
                  <a:off x="8663614" y="1118466"/>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6" name="Freeform 616">
                  <a:extLst>
                    <a:ext uri="{FF2B5EF4-FFF2-40B4-BE49-F238E27FC236}">
                      <a16:creationId xmlns:a16="http://schemas.microsoft.com/office/drawing/2014/main" xmlns="" id="{3C9C66C7-FD3E-B1AD-62BD-CB467EA2E383}"/>
                    </a:ext>
                  </a:extLst>
                </p:cNvPr>
                <p:cNvSpPr>
                  <a:spLocks/>
                </p:cNvSpPr>
                <p:nvPr/>
              </p:nvSpPr>
              <p:spPr bwMode="gray">
                <a:xfrm>
                  <a:off x="8702416" y="1194127"/>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7" name="Rectangle 617">
                  <a:extLst>
                    <a:ext uri="{FF2B5EF4-FFF2-40B4-BE49-F238E27FC236}">
                      <a16:creationId xmlns:a16="http://schemas.microsoft.com/office/drawing/2014/main" xmlns="" id="{604AABC5-A800-1EC2-281F-44A29FCC4609}"/>
                    </a:ext>
                  </a:extLst>
                </p:cNvPr>
                <p:cNvSpPr>
                  <a:spLocks noChangeArrowheads="1"/>
                </p:cNvSpPr>
                <p:nvPr/>
              </p:nvSpPr>
              <p:spPr bwMode="gray">
                <a:xfrm>
                  <a:off x="8624813" y="1620935"/>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8" name="Freeform 618">
                  <a:extLst>
                    <a:ext uri="{FF2B5EF4-FFF2-40B4-BE49-F238E27FC236}">
                      <a16:creationId xmlns:a16="http://schemas.microsoft.com/office/drawing/2014/main" xmlns="" id="{42A60809-14C5-86C0-957F-668B93099DAB}"/>
                    </a:ext>
                  </a:extLst>
                </p:cNvPr>
                <p:cNvSpPr>
                  <a:spLocks/>
                </p:cNvSpPr>
                <p:nvPr/>
              </p:nvSpPr>
              <p:spPr bwMode="gray">
                <a:xfrm>
                  <a:off x="8648094" y="1069964"/>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9" name="Freeform 619">
                  <a:extLst>
                    <a:ext uri="{FF2B5EF4-FFF2-40B4-BE49-F238E27FC236}">
                      <a16:creationId xmlns:a16="http://schemas.microsoft.com/office/drawing/2014/main" xmlns="" id="{90FB9DDD-9822-CB64-6B9E-298C6B44A565}"/>
                    </a:ext>
                  </a:extLst>
                </p:cNvPr>
                <p:cNvSpPr>
                  <a:spLocks/>
                </p:cNvSpPr>
                <p:nvPr/>
              </p:nvSpPr>
              <p:spPr bwMode="gray">
                <a:xfrm>
                  <a:off x="8690774" y="1238747"/>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0" name="Freeform 620">
                  <a:extLst>
                    <a:ext uri="{FF2B5EF4-FFF2-40B4-BE49-F238E27FC236}">
                      <a16:creationId xmlns:a16="http://schemas.microsoft.com/office/drawing/2014/main" xmlns="" id="{9A78C352-2EBA-B2F7-2215-64C238121713}"/>
                    </a:ext>
                  </a:extLst>
                </p:cNvPr>
                <p:cNvSpPr>
                  <a:spLocks/>
                </p:cNvSpPr>
                <p:nvPr/>
              </p:nvSpPr>
              <p:spPr bwMode="gray">
                <a:xfrm>
                  <a:off x="8574373" y="1312470"/>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1" name="Freeform 621">
                  <a:extLst>
                    <a:ext uri="{FF2B5EF4-FFF2-40B4-BE49-F238E27FC236}">
                      <a16:creationId xmlns:a16="http://schemas.microsoft.com/office/drawing/2014/main" xmlns="" id="{4295029A-1F46-210C-F16A-8F0CE7BA9707}"/>
                    </a:ext>
                  </a:extLst>
                </p:cNvPr>
                <p:cNvSpPr>
                  <a:spLocks/>
                </p:cNvSpPr>
                <p:nvPr/>
              </p:nvSpPr>
              <p:spPr bwMode="gray">
                <a:xfrm>
                  <a:off x="8822697" y="1463792"/>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2" name="Freeform 622">
                  <a:extLst>
                    <a:ext uri="{FF2B5EF4-FFF2-40B4-BE49-F238E27FC236}">
                      <a16:creationId xmlns:a16="http://schemas.microsoft.com/office/drawing/2014/main" xmlns="" id="{799382CA-F6A5-AAE3-E8B0-9DD02EE33307}"/>
                    </a:ext>
                  </a:extLst>
                </p:cNvPr>
                <p:cNvSpPr>
                  <a:spLocks/>
                </p:cNvSpPr>
                <p:nvPr/>
              </p:nvSpPr>
              <p:spPr bwMode="gray">
                <a:xfrm>
                  <a:off x="8857618" y="1471553"/>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3" name="Freeform 624">
                  <a:extLst>
                    <a:ext uri="{FF2B5EF4-FFF2-40B4-BE49-F238E27FC236}">
                      <a16:creationId xmlns:a16="http://schemas.microsoft.com/office/drawing/2014/main" xmlns="" id="{1007FCDE-6DA5-BEEF-3B5F-023C92DB35F2}"/>
                    </a:ext>
                  </a:extLst>
                </p:cNvPr>
                <p:cNvSpPr>
                  <a:spLocks/>
                </p:cNvSpPr>
                <p:nvPr/>
              </p:nvSpPr>
              <p:spPr bwMode="gray">
                <a:xfrm>
                  <a:off x="8506471" y="1459912"/>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4" name="Freeform 625">
                  <a:extLst>
                    <a:ext uri="{FF2B5EF4-FFF2-40B4-BE49-F238E27FC236}">
                      <a16:creationId xmlns:a16="http://schemas.microsoft.com/office/drawing/2014/main" xmlns="" id="{1DDB4A0A-B953-8B1C-51B4-9DA989A186A8}"/>
                    </a:ext>
                  </a:extLst>
                </p:cNvPr>
                <p:cNvSpPr>
                  <a:spLocks/>
                </p:cNvSpPr>
                <p:nvPr/>
              </p:nvSpPr>
              <p:spPr bwMode="gray">
                <a:xfrm>
                  <a:off x="8432750" y="1368203"/>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5" name="Rectangle 291">
                  <a:extLst>
                    <a:ext uri="{FF2B5EF4-FFF2-40B4-BE49-F238E27FC236}">
                      <a16:creationId xmlns:a16="http://schemas.microsoft.com/office/drawing/2014/main" xmlns="" id="{54FA9709-EA81-83F6-FBE0-06AC25B17436}"/>
                    </a:ext>
                  </a:extLst>
                </p:cNvPr>
                <p:cNvSpPr>
                  <a:spLocks noChangeArrowheads="1"/>
                </p:cNvSpPr>
                <p:nvPr/>
              </p:nvSpPr>
              <p:spPr bwMode="gray">
                <a:xfrm rot="5400000" flipH="1">
                  <a:off x="7969234" y="2079713"/>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6" name="Freeform 292">
                  <a:extLst>
                    <a:ext uri="{FF2B5EF4-FFF2-40B4-BE49-F238E27FC236}">
                      <a16:creationId xmlns:a16="http://schemas.microsoft.com/office/drawing/2014/main" xmlns="" id="{CAB94C19-D3D9-C1E0-DFC4-EFDE19625B02}"/>
                    </a:ext>
                  </a:extLst>
                </p:cNvPr>
                <p:cNvSpPr>
                  <a:spLocks noEditPoints="1"/>
                </p:cNvSpPr>
                <p:nvPr/>
              </p:nvSpPr>
              <p:spPr bwMode="gray">
                <a:xfrm rot="5400000" flipH="1">
                  <a:off x="7998401" y="1992225"/>
                  <a:ext cx="101351" cy="102307"/>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7" name="Freeform 293">
                  <a:extLst>
                    <a:ext uri="{FF2B5EF4-FFF2-40B4-BE49-F238E27FC236}">
                      <a16:creationId xmlns:a16="http://schemas.microsoft.com/office/drawing/2014/main" xmlns="" id="{8C1EE4C6-B405-7BB9-BAD8-4BBC8843DD5A}"/>
                    </a:ext>
                  </a:extLst>
                </p:cNvPr>
                <p:cNvSpPr>
                  <a:spLocks/>
                </p:cNvSpPr>
                <p:nvPr/>
              </p:nvSpPr>
              <p:spPr bwMode="gray">
                <a:xfrm rot="5400000" flipH="1">
                  <a:off x="7940553" y="2051025"/>
                  <a:ext cx="43025" cy="14343"/>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8" name="Freeform 294">
                  <a:extLst>
                    <a:ext uri="{FF2B5EF4-FFF2-40B4-BE49-F238E27FC236}">
                      <a16:creationId xmlns:a16="http://schemas.microsoft.com/office/drawing/2014/main" xmlns="" id="{BB0EBC23-6C58-E8F4-2243-27D620E553D2}"/>
                    </a:ext>
                  </a:extLst>
                </p:cNvPr>
                <p:cNvSpPr>
                  <a:spLocks/>
                </p:cNvSpPr>
                <p:nvPr/>
              </p:nvSpPr>
              <p:spPr bwMode="gray">
                <a:xfrm rot="5400000" flipH="1">
                  <a:off x="8027084" y="2021865"/>
                  <a:ext cx="43982" cy="43025"/>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9" name="Freeform 295">
                  <a:extLst>
                    <a:ext uri="{FF2B5EF4-FFF2-40B4-BE49-F238E27FC236}">
                      <a16:creationId xmlns:a16="http://schemas.microsoft.com/office/drawing/2014/main" xmlns="" id="{C873B7F3-C7DC-5999-DA99-3B3D3E6113ED}"/>
                    </a:ext>
                  </a:extLst>
                </p:cNvPr>
                <p:cNvSpPr>
                  <a:spLocks/>
                </p:cNvSpPr>
                <p:nvPr/>
              </p:nvSpPr>
              <p:spPr bwMode="gray">
                <a:xfrm rot="5400000" flipH="1">
                  <a:off x="7823428" y="2021865"/>
                  <a:ext cx="43982" cy="43025"/>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0" name="Rectangle 296">
                  <a:extLst>
                    <a:ext uri="{FF2B5EF4-FFF2-40B4-BE49-F238E27FC236}">
                      <a16:creationId xmlns:a16="http://schemas.microsoft.com/office/drawing/2014/main" xmlns="" id="{42A145C3-BFC2-5052-3E53-37A20FAE8A08}"/>
                    </a:ext>
                  </a:extLst>
                </p:cNvPr>
                <p:cNvSpPr>
                  <a:spLocks noChangeArrowheads="1"/>
                </p:cNvSpPr>
                <p:nvPr/>
              </p:nvSpPr>
              <p:spPr bwMode="gray">
                <a:xfrm rot="5400000" flipH="1">
                  <a:off x="7968758" y="2021864"/>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1" name="Freeform 297">
                  <a:extLst>
                    <a:ext uri="{FF2B5EF4-FFF2-40B4-BE49-F238E27FC236}">
                      <a16:creationId xmlns:a16="http://schemas.microsoft.com/office/drawing/2014/main" xmlns="" id="{2CDDEADE-C938-5E69-9EC1-F60CFC6753BD}"/>
                    </a:ext>
                  </a:extLst>
                </p:cNvPr>
                <p:cNvSpPr>
                  <a:spLocks noEditPoints="1"/>
                </p:cNvSpPr>
                <p:nvPr/>
              </p:nvSpPr>
              <p:spPr bwMode="gray">
                <a:xfrm rot="5400000" flipH="1">
                  <a:off x="7794743" y="1992225"/>
                  <a:ext cx="101351" cy="102307"/>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2" name="Rectangle 298">
                  <a:extLst>
                    <a:ext uri="{FF2B5EF4-FFF2-40B4-BE49-F238E27FC236}">
                      <a16:creationId xmlns:a16="http://schemas.microsoft.com/office/drawing/2014/main" xmlns="" id="{DA0F3525-3574-AE24-A0D2-01F0375194BC}"/>
                    </a:ext>
                  </a:extLst>
                </p:cNvPr>
                <p:cNvSpPr>
                  <a:spLocks noChangeArrowheads="1"/>
                </p:cNvSpPr>
                <p:nvPr/>
              </p:nvSpPr>
              <p:spPr bwMode="gray">
                <a:xfrm rot="5400000" flipH="1">
                  <a:off x="7910913" y="1992703"/>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3" name="Freeform 299">
                  <a:extLst>
                    <a:ext uri="{FF2B5EF4-FFF2-40B4-BE49-F238E27FC236}">
                      <a16:creationId xmlns:a16="http://schemas.microsoft.com/office/drawing/2014/main" xmlns="" id="{C85A38B4-B18D-D258-2A42-F7606B276505}"/>
                    </a:ext>
                  </a:extLst>
                </p:cNvPr>
                <p:cNvSpPr>
                  <a:spLocks/>
                </p:cNvSpPr>
                <p:nvPr/>
              </p:nvSpPr>
              <p:spPr bwMode="gray">
                <a:xfrm rot="5400000" flipH="1">
                  <a:off x="7983577" y="1934379"/>
                  <a:ext cx="58325" cy="87010"/>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4" name="Freeform 300">
                  <a:extLst>
                    <a:ext uri="{FF2B5EF4-FFF2-40B4-BE49-F238E27FC236}">
                      <a16:creationId xmlns:a16="http://schemas.microsoft.com/office/drawing/2014/main" xmlns="" id="{66936F19-7266-C2F6-3047-E766CB05C1EB}"/>
                    </a:ext>
                  </a:extLst>
                </p:cNvPr>
                <p:cNvSpPr>
                  <a:spLocks/>
                </p:cNvSpPr>
                <p:nvPr/>
              </p:nvSpPr>
              <p:spPr bwMode="gray">
                <a:xfrm rot="5400000" flipH="1">
                  <a:off x="7882229" y="2007046"/>
                  <a:ext cx="115691" cy="58325"/>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5" name="Freeform 301">
                  <a:extLst>
                    <a:ext uri="{FF2B5EF4-FFF2-40B4-BE49-F238E27FC236}">
                      <a16:creationId xmlns:a16="http://schemas.microsoft.com/office/drawing/2014/main" xmlns="" id="{D44839C9-DFC9-B9F6-6D5E-F5F4D122D633}"/>
                    </a:ext>
                  </a:extLst>
                </p:cNvPr>
                <p:cNvSpPr>
                  <a:spLocks/>
                </p:cNvSpPr>
                <p:nvPr/>
              </p:nvSpPr>
              <p:spPr bwMode="gray">
                <a:xfrm rot="5400000" flipH="1">
                  <a:off x="7888921" y="1927687"/>
                  <a:ext cx="43982" cy="57369"/>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6" name="Rectangle 302">
                  <a:extLst>
                    <a:ext uri="{FF2B5EF4-FFF2-40B4-BE49-F238E27FC236}">
                      <a16:creationId xmlns:a16="http://schemas.microsoft.com/office/drawing/2014/main" xmlns="" id="{E1D39605-9B34-1B23-C0A7-6EB0EA9ACF56}"/>
                    </a:ext>
                  </a:extLst>
                </p:cNvPr>
                <p:cNvSpPr>
                  <a:spLocks noChangeArrowheads="1"/>
                </p:cNvSpPr>
                <p:nvPr/>
              </p:nvSpPr>
              <p:spPr bwMode="gray">
                <a:xfrm rot="5400000" flipH="1">
                  <a:off x="7794268" y="1963063"/>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7" name="Freeform 303">
                  <a:extLst>
                    <a:ext uri="{FF2B5EF4-FFF2-40B4-BE49-F238E27FC236}">
                      <a16:creationId xmlns:a16="http://schemas.microsoft.com/office/drawing/2014/main" xmlns="" id="{9A9A17F8-DD17-AEAF-05EB-10CCD33F53B6}"/>
                    </a:ext>
                  </a:extLst>
                </p:cNvPr>
                <p:cNvSpPr>
                  <a:spLocks/>
                </p:cNvSpPr>
                <p:nvPr/>
              </p:nvSpPr>
              <p:spPr bwMode="gray">
                <a:xfrm rot="5400000" flipH="1">
                  <a:off x="8056245" y="1934379"/>
                  <a:ext cx="58325" cy="29640"/>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8" name="Rectangle 304">
                  <a:extLst>
                    <a:ext uri="{FF2B5EF4-FFF2-40B4-BE49-F238E27FC236}">
                      <a16:creationId xmlns:a16="http://schemas.microsoft.com/office/drawing/2014/main" xmlns="" id="{69EB0B75-10D8-510A-1974-A6DD8C8F177B}"/>
                    </a:ext>
                  </a:extLst>
                </p:cNvPr>
                <p:cNvSpPr>
                  <a:spLocks noChangeArrowheads="1"/>
                </p:cNvSpPr>
                <p:nvPr/>
              </p:nvSpPr>
              <p:spPr bwMode="gray">
                <a:xfrm rot="5400000" flipH="1">
                  <a:off x="7954894" y="1948722"/>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9" name="Rectangle 305">
                  <a:extLst>
                    <a:ext uri="{FF2B5EF4-FFF2-40B4-BE49-F238E27FC236}">
                      <a16:creationId xmlns:a16="http://schemas.microsoft.com/office/drawing/2014/main" xmlns="" id="{5D55D6AC-E76D-8A3B-8CC3-5EA63A298DD4}"/>
                    </a:ext>
                  </a:extLst>
                </p:cNvPr>
                <p:cNvSpPr>
                  <a:spLocks noChangeArrowheads="1"/>
                </p:cNvSpPr>
                <p:nvPr/>
              </p:nvSpPr>
              <p:spPr bwMode="gray">
                <a:xfrm rot="5400000" flipH="1">
                  <a:off x="7997919" y="1934378"/>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0" name="Rectangle 306">
                  <a:extLst>
                    <a:ext uri="{FF2B5EF4-FFF2-40B4-BE49-F238E27FC236}">
                      <a16:creationId xmlns:a16="http://schemas.microsoft.com/office/drawing/2014/main" xmlns="" id="{F857A0CD-12BF-0EE6-9E0C-19D90E2DEFFC}"/>
                    </a:ext>
                  </a:extLst>
                </p:cNvPr>
                <p:cNvSpPr>
                  <a:spLocks noChangeArrowheads="1"/>
                </p:cNvSpPr>
                <p:nvPr/>
              </p:nvSpPr>
              <p:spPr bwMode="gray">
                <a:xfrm rot="5400000" flipH="1">
                  <a:off x="8041901" y="1920037"/>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1" name="Rectangle 307">
                  <a:extLst>
                    <a:ext uri="{FF2B5EF4-FFF2-40B4-BE49-F238E27FC236}">
                      <a16:creationId xmlns:a16="http://schemas.microsoft.com/office/drawing/2014/main" xmlns="" id="{7A87B1A2-DA7A-136F-47D9-91E445B7F1CB}"/>
                    </a:ext>
                  </a:extLst>
                </p:cNvPr>
                <p:cNvSpPr>
                  <a:spLocks noChangeArrowheads="1"/>
                </p:cNvSpPr>
                <p:nvPr/>
              </p:nvSpPr>
              <p:spPr bwMode="gray">
                <a:xfrm rot="5400000" flipH="1">
                  <a:off x="8012742" y="1919561"/>
                  <a:ext cx="14343"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2" name="Freeform 308">
                  <a:extLst>
                    <a:ext uri="{FF2B5EF4-FFF2-40B4-BE49-F238E27FC236}">
                      <a16:creationId xmlns:a16="http://schemas.microsoft.com/office/drawing/2014/main" xmlns="" id="{5BCEC712-AEDD-5D3C-C636-2866323647FE}"/>
                    </a:ext>
                  </a:extLst>
                </p:cNvPr>
                <p:cNvSpPr>
                  <a:spLocks/>
                </p:cNvSpPr>
                <p:nvPr/>
              </p:nvSpPr>
              <p:spPr bwMode="gray">
                <a:xfrm rot="5400000" flipH="1">
                  <a:off x="7953940" y="1890398"/>
                  <a:ext cx="43982" cy="72666"/>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3" name="Rectangle 309">
                  <a:extLst>
                    <a:ext uri="{FF2B5EF4-FFF2-40B4-BE49-F238E27FC236}">
                      <a16:creationId xmlns:a16="http://schemas.microsoft.com/office/drawing/2014/main" xmlns="" id="{3B2E873A-67DA-9093-6416-07335C078623}"/>
                    </a:ext>
                  </a:extLst>
                </p:cNvPr>
                <p:cNvSpPr>
                  <a:spLocks noChangeArrowheads="1"/>
                </p:cNvSpPr>
                <p:nvPr/>
              </p:nvSpPr>
              <p:spPr bwMode="gray">
                <a:xfrm rot="5400000" flipH="1">
                  <a:off x="8084932" y="1904740"/>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4" name="Rectangle 310">
                  <a:extLst>
                    <a:ext uri="{FF2B5EF4-FFF2-40B4-BE49-F238E27FC236}">
                      <a16:creationId xmlns:a16="http://schemas.microsoft.com/office/drawing/2014/main" xmlns="" id="{54295A25-D4DF-7D72-8FDF-AF5769AA3F68}"/>
                    </a:ext>
                  </a:extLst>
                </p:cNvPr>
                <p:cNvSpPr>
                  <a:spLocks noChangeArrowheads="1"/>
                </p:cNvSpPr>
                <p:nvPr/>
              </p:nvSpPr>
              <p:spPr bwMode="gray">
                <a:xfrm rot="5400000" flipH="1">
                  <a:off x="8027083" y="1905216"/>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5" name="Freeform 311">
                  <a:extLst>
                    <a:ext uri="{FF2B5EF4-FFF2-40B4-BE49-F238E27FC236}">
                      <a16:creationId xmlns:a16="http://schemas.microsoft.com/office/drawing/2014/main" xmlns="" id="{FA3523AC-FF19-568D-CF3B-675619942971}"/>
                    </a:ext>
                  </a:extLst>
                </p:cNvPr>
                <p:cNvSpPr>
                  <a:spLocks/>
                </p:cNvSpPr>
                <p:nvPr/>
              </p:nvSpPr>
              <p:spPr bwMode="gray">
                <a:xfrm rot="5400000" flipH="1">
                  <a:off x="8027084" y="1818209"/>
                  <a:ext cx="43982" cy="43025"/>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6" name="Freeform 312">
                  <a:extLst>
                    <a:ext uri="{FF2B5EF4-FFF2-40B4-BE49-F238E27FC236}">
                      <a16:creationId xmlns:a16="http://schemas.microsoft.com/office/drawing/2014/main" xmlns="" id="{3F3B1C1F-C248-3E57-D33A-054E36823191}"/>
                    </a:ext>
                  </a:extLst>
                </p:cNvPr>
                <p:cNvSpPr>
                  <a:spLocks noEditPoints="1"/>
                </p:cNvSpPr>
                <p:nvPr/>
              </p:nvSpPr>
              <p:spPr bwMode="gray">
                <a:xfrm rot="5400000" flipH="1">
                  <a:off x="7801436" y="1796220"/>
                  <a:ext cx="190270" cy="174016"/>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7" name="Freeform 313">
                  <a:extLst>
                    <a:ext uri="{FF2B5EF4-FFF2-40B4-BE49-F238E27FC236}">
                      <a16:creationId xmlns:a16="http://schemas.microsoft.com/office/drawing/2014/main" xmlns="" id="{267119A5-95C3-2308-B0B0-BBD8F643C83D}"/>
                    </a:ext>
                  </a:extLst>
                </p:cNvPr>
                <p:cNvSpPr>
                  <a:spLocks noEditPoints="1"/>
                </p:cNvSpPr>
                <p:nvPr/>
              </p:nvSpPr>
              <p:spPr bwMode="gray">
                <a:xfrm rot="5400000" flipH="1">
                  <a:off x="7772276" y="1810086"/>
                  <a:ext cx="131947" cy="87963"/>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8" name="Freeform 314">
                  <a:extLst>
                    <a:ext uri="{FF2B5EF4-FFF2-40B4-BE49-F238E27FC236}">
                      <a16:creationId xmlns:a16="http://schemas.microsoft.com/office/drawing/2014/main" xmlns="" id="{5F62959C-B2CF-D35C-605D-3CD97812F5E5}"/>
                    </a:ext>
                  </a:extLst>
                </p:cNvPr>
                <p:cNvSpPr>
                  <a:spLocks noEditPoints="1"/>
                </p:cNvSpPr>
                <p:nvPr/>
              </p:nvSpPr>
              <p:spPr bwMode="gray">
                <a:xfrm rot="5400000" flipH="1">
                  <a:off x="7997922" y="1788092"/>
                  <a:ext cx="102307" cy="102307"/>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9" name="Rectangle 315">
                  <a:extLst>
                    <a:ext uri="{FF2B5EF4-FFF2-40B4-BE49-F238E27FC236}">
                      <a16:creationId xmlns:a16="http://schemas.microsoft.com/office/drawing/2014/main" xmlns="" id="{2E23DA15-48E9-E6C5-47AA-35AFFE8D0EA4}"/>
                    </a:ext>
                  </a:extLst>
                </p:cNvPr>
                <p:cNvSpPr>
                  <a:spLocks noChangeArrowheads="1"/>
                </p:cNvSpPr>
                <p:nvPr/>
              </p:nvSpPr>
              <p:spPr bwMode="gray">
                <a:xfrm rot="5400000" flipH="1">
                  <a:off x="7968758" y="1788570"/>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0" name="Rectangle 316">
                  <a:extLst>
                    <a:ext uri="{FF2B5EF4-FFF2-40B4-BE49-F238E27FC236}">
                      <a16:creationId xmlns:a16="http://schemas.microsoft.com/office/drawing/2014/main" xmlns="" id="{0643A871-67B2-71EF-ABDB-22A55E07A1BF}"/>
                    </a:ext>
                  </a:extLst>
                </p:cNvPr>
                <p:cNvSpPr>
                  <a:spLocks noChangeArrowheads="1"/>
                </p:cNvSpPr>
                <p:nvPr/>
              </p:nvSpPr>
              <p:spPr bwMode="gray">
                <a:xfrm rot="5400000" flipH="1">
                  <a:off x="8098795" y="1782831"/>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1" name="Rectangle 317">
                  <a:extLst>
                    <a:ext uri="{FF2B5EF4-FFF2-40B4-BE49-F238E27FC236}">
                      <a16:creationId xmlns:a16="http://schemas.microsoft.com/office/drawing/2014/main" xmlns="" id="{BDC78309-4B1D-E03A-94DB-8E7B41CCFB84}"/>
                    </a:ext>
                  </a:extLst>
                </p:cNvPr>
                <p:cNvSpPr>
                  <a:spLocks noChangeArrowheads="1"/>
                </p:cNvSpPr>
                <p:nvPr/>
              </p:nvSpPr>
              <p:spPr bwMode="gray">
                <a:xfrm rot="5400000" flipH="1">
                  <a:off x="8096881" y="1739808"/>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2" name="Rectangle 318">
                  <a:extLst>
                    <a:ext uri="{FF2B5EF4-FFF2-40B4-BE49-F238E27FC236}">
                      <a16:creationId xmlns:a16="http://schemas.microsoft.com/office/drawing/2014/main" xmlns="" id="{14F3E9B3-9BA3-2E96-7C4D-68430E94AD86}"/>
                    </a:ext>
                  </a:extLst>
                </p:cNvPr>
                <p:cNvSpPr>
                  <a:spLocks noChangeArrowheads="1"/>
                </p:cNvSpPr>
                <p:nvPr/>
              </p:nvSpPr>
              <p:spPr bwMode="gray">
                <a:xfrm rot="5400000" flipH="1">
                  <a:off x="7789484" y="1742199"/>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3" name="Rectangle 319">
                  <a:extLst>
                    <a:ext uri="{FF2B5EF4-FFF2-40B4-BE49-F238E27FC236}">
                      <a16:creationId xmlns:a16="http://schemas.microsoft.com/office/drawing/2014/main" xmlns="" id="{7C809A48-31E1-FA64-1B0F-182719519426}"/>
                    </a:ext>
                  </a:extLst>
                </p:cNvPr>
                <p:cNvSpPr>
                  <a:spLocks noChangeArrowheads="1"/>
                </p:cNvSpPr>
                <p:nvPr/>
              </p:nvSpPr>
              <p:spPr bwMode="gray">
                <a:xfrm rot="5400000" flipH="1">
                  <a:off x="7745981" y="1780922"/>
                  <a:ext cx="50675"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4" name="Rectangle 320">
                  <a:extLst>
                    <a:ext uri="{FF2B5EF4-FFF2-40B4-BE49-F238E27FC236}">
                      <a16:creationId xmlns:a16="http://schemas.microsoft.com/office/drawing/2014/main" xmlns="" id="{AE343B41-88C6-F984-CD5C-3FD8BCD6A306}"/>
                    </a:ext>
                  </a:extLst>
                </p:cNvPr>
                <p:cNvSpPr>
                  <a:spLocks noChangeArrowheads="1"/>
                </p:cNvSpPr>
                <p:nvPr/>
              </p:nvSpPr>
              <p:spPr bwMode="gray">
                <a:xfrm rot="5400000" flipH="1">
                  <a:off x="7747893" y="2090706"/>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5" name="Rectangle 321">
                  <a:extLst>
                    <a:ext uri="{FF2B5EF4-FFF2-40B4-BE49-F238E27FC236}">
                      <a16:creationId xmlns:a16="http://schemas.microsoft.com/office/drawing/2014/main" xmlns="" id="{48AF67D6-A211-B191-199A-08E1173103C4}"/>
                    </a:ext>
                  </a:extLst>
                </p:cNvPr>
                <p:cNvSpPr>
                  <a:spLocks noChangeArrowheads="1"/>
                </p:cNvSpPr>
                <p:nvPr/>
              </p:nvSpPr>
              <p:spPr bwMode="gray">
                <a:xfrm rot="5400000" flipH="1">
                  <a:off x="7787093" y="2093576"/>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6" name="Rectangle 322">
                  <a:extLst>
                    <a:ext uri="{FF2B5EF4-FFF2-40B4-BE49-F238E27FC236}">
                      <a16:creationId xmlns:a16="http://schemas.microsoft.com/office/drawing/2014/main" xmlns="" id="{8DE2508F-699C-8FDE-FB14-1E72854C3803}"/>
                    </a:ext>
                  </a:extLst>
                </p:cNvPr>
                <p:cNvSpPr>
                  <a:spLocks noChangeArrowheads="1"/>
                </p:cNvSpPr>
                <p:nvPr/>
              </p:nvSpPr>
              <p:spPr bwMode="gray">
                <a:xfrm rot="5400000" flipH="1">
                  <a:off x="8094491" y="2095967"/>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7" name="Rectangle 323">
                  <a:extLst>
                    <a:ext uri="{FF2B5EF4-FFF2-40B4-BE49-F238E27FC236}">
                      <a16:creationId xmlns:a16="http://schemas.microsoft.com/office/drawing/2014/main" xmlns="" id="{BDE2FDFC-1E14-1578-8660-B3DE472A483B}"/>
                    </a:ext>
                  </a:extLst>
                </p:cNvPr>
                <p:cNvSpPr>
                  <a:spLocks noChangeArrowheads="1"/>
                </p:cNvSpPr>
                <p:nvPr/>
              </p:nvSpPr>
              <p:spPr bwMode="gray">
                <a:xfrm rot="5400000" flipH="1">
                  <a:off x="8096404" y="2093097"/>
                  <a:ext cx="51632"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8" name="Freeform: Shape 597">
                  <a:extLst>
                    <a:ext uri="{FF2B5EF4-FFF2-40B4-BE49-F238E27FC236}">
                      <a16:creationId xmlns:a16="http://schemas.microsoft.com/office/drawing/2014/main" xmlns="" id="{408C6865-698B-34BB-B605-98A2112BABF3}"/>
                    </a:ext>
                  </a:extLst>
                </p:cNvPr>
                <p:cNvSpPr/>
                <p:nvPr/>
              </p:nvSpPr>
              <p:spPr bwMode="gray">
                <a:xfrm>
                  <a:off x="7807326" y="1419624"/>
                  <a:ext cx="661918" cy="691951"/>
                </a:xfrm>
                <a:custGeom>
                  <a:avLst/>
                  <a:gdLst>
                    <a:gd name="connsiteX0" fmla="*/ 292100 w 292100"/>
                    <a:gd name="connsiteY0" fmla="*/ 0 h 393700"/>
                    <a:gd name="connsiteX1" fmla="*/ 171450 w 292100"/>
                    <a:gd name="connsiteY1" fmla="*/ 393700 h 393700"/>
                    <a:gd name="connsiteX2" fmla="*/ 0 w 292100"/>
                    <a:gd name="connsiteY2" fmla="*/ 219075 h 393700"/>
                    <a:gd name="connsiteX3" fmla="*/ 53975 w 292100"/>
                    <a:gd name="connsiteY3" fmla="*/ 180975 h 393700"/>
                    <a:gd name="connsiteX4" fmla="*/ 292100 w 292100"/>
                    <a:gd name="connsiteY4" fmla="*/ 0 h 393700"/>
                    <a:gd name="connsiteX0" fmla="*/ 333372 w 333372"/>
                    <a:gd name="connsiteY0" fmla="*/ 0 h 393700"/>
                    <a:gd name="connsiteX1" fmla="*/ 212722 w 333372"/>
                    <a:gd name="connsiteY1" fmla="*/ 393700 h 393700"/>
                    <a:gd name="connsiteX2" fmla="*/ 0 w 333372"/>
                    <a:gd name="connsiteY2" fmla="*/ 181734 h 393700"/>
                    <a:gd name="connsiteX3" fmla="*/ 95247 w 333372"/>
                    <a:gd name="connsiteY3" fmla="*/ 180975 h 393700"/>
                    <a:gd name="connsiteX4" fmla="*/ 333372 w 333372"/>
                    <a:gd name="connsiteY4" fmla="*/ 0 h 393700"/>
                    <a:gd name="connsiteX0" fmla="*/ 333372 w 333372"/>
                    <a:gd name="connsiteY0" fmla="*/ 0 h 348498"/>
                    <a:gd name="connsiteX1" fmla="*/ 157693 w 333372"/>
                    <a:gd name="connsiteY1" fmla="*/ 348498 h 348498"/>
                    <a:gd name="connsiteX2" fmla="*/ 0 w 333372"/>
                    <a:gd name="connsiteY2" fmla="*/ 181734 h 348498"/>
                    <a:gd name="connsiteX3" fmla="*/ 95247 w 333372"/>
                    <a:gd name="connsiteY3" fmla="*/ 180975 h 348498"/>
                    <a:gd name="connsiteX4" fmla="*/ 333372 w 333372"/>
                    <a:gd name="connsiteY4" fmla="*/ 0 h 348498"/>
                    <a:gd name="connsiteX0" fmla="*/ 333372 w 333372"/>
                    <a:gd name="connsiteY0" fmla="*/ 0 h 348498"/>
                    <a:gd name="connsiteX1" fmla="*/ 157693 w 333372"/>
                    <a:gd name="connsiteY1" fmla="*/ 348498 h 348498"/>
                    <a:gd name="connsiteX2" fmla="*/ 0 w 333372"/>
                    <a:gd name="connsiteY2" fmla="*/ 181734 h 348498"/>
                    <a:gd name="connsiteX3" fmla="*/ 333372 w 333372"/>
                    <a:gd name="connsiteY3" fmla="*/ 0 h 348498"/>
                  </a:gdLst>
                  <a:ahLst/>
                  <a:cxnLst>
                    <a:cxn ang="0">
                      <a:pos x="connsiteX0" y="connsiteY0"/>
                    </a:cxn>
                    <a:cxn ang="0">
                      <a:pos x="connsiteX1" y="connsiteY1"/>
                    </a:cxn>
                    <a:cxn ang="0">
                      <a:pos x="connsiteX2" y="connsiteY2"/>
                    </a:cxn>
                    <a:cxn ang="0">
                      <a:pos x="connsiteX3" y="connsiteY3"/>
                    </a:cxn>
                  </a:cxnLst>
                  <a:rect l="l" t="t" r="r" b="b"/>
                  <a:pathLst>
                    <a:path w="333372" h="348498">
                      <a:moveTo>
                        <a:pt x="333372" y="0"/>
                      </a:moveTo>
                      <a:lnTo>
                        <a:pt x="157693" y="348498"/>
                      </a:lnTo>
                      <a:lnTo>
                        <a:pt x="0" y="181734"/>
                      </a:lnTo>
                      <a:lnTo>
                        <a:pt x="333372" y="0"/>
                      </a:lnTo>
                      <a:close/>
                    </a:path>
                  </a:pathLst>
                </a:custGeom>
                <a:gradFill flip="none" rotWithShape="1">
                  <a:gsLst>
                    <a:gs pos="0">
                      <a:schemeClr val="bg1">
                        <a:lumMod val="85000"/>
                        <a:alpha val="80000"/>
                      </a:schemeClr>
                    </a:gs>
                    <a:gs pos="100000">
                      <a:srgbClr val="00B05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grpSp>
        </p:grpSp>
        <p:grpSp>
          <p:nvGrpSpPr>
            <p:cNvPr id="8" name="Group 7">
              <a:extLst>
                <a:ext uri="{FF2B5EF4-FFF2-40B4-BE49-F238E27FC236}">
                  <a16:creationId xmlns:a16="http://schemas.microsoft.com/office/drawing/2014/main" xmlns="" id="{434D3F80-31D8-DB5A-DCB3-2C322BE10FC7}"/>
                </a:ext>
              </a:extLst>
            </p:cNvPr>
            <p:cNvGrpSpPr/>
            <p:nvPr/>
          </p:nvGrpSpPr>
          <p:grpSpPr>
            <a:xfrm>
              <a:off x="711771" y="1753901"/>
              <a:ext cx="1320182" cy="1132920"/>
              <a:chOff x="1948548" y="1088857"/>
              <a:chExt cx="1563290" cy="1341543"/>
            </a:xfrm>
          </p:grpSpPr>
          <p:sp>
            <p:nvSpPr>
              <p:cNvPr id="408" name="Rectangle 1894">
                <a:extLst>
                  <a:ext uri="{FF2B5EF4-FFF2-40B4-BE49-F238E27FC236}">
                    <a16:creationId xmlns:a16="http://schemas.microsoft.com/office/drawing/2014/main" xmlns="" id="{7496DB94-C8DE-8FA2-0A3F-58B7DBAB060A}"/>
                  </a:ext>
                </a:extLst>
              </p:cNvPr>
              <p:cNvSpPr>
                <a:spLocks noChangeArrowheads="1"/>
              </p:cNvSpPr>
              <p:nvPr/>
            </p:nvSpPr>
            <p:spPr bwMode="gray">
              <a:xfrm>
                <a:off x="2815700" y="1326309"/>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09" name="Freeform 1922">
                <a:extLst>
                  <a:ext uri="{FF2B5EF4-FFF2-40B4-BE49-F238E27FC236}">
                    <a16:creationId xmlns:a16="http://schemas.microsoft.com/office/drawing/2014/main" xmlns="" id="{BA539BAF-A421-8B1B-29C7-5626AF0E2733}"/>
                  </a:ext>
                </a:extLst>
              </p:cNvPr>
              <p:cNvSpPr>
                <a:spLocks/>
              </p:cNvSpPr>
              <p:nvPr/>
            </p:nvSpPr>
            <p:spPr bwMode="gray">
              <a:xfrm>
                <a:off x="2239944" y="1088857"/>
                <a:ext cx="472350" cy="349795"/>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0" name="Freeform 2596">
                <a:extLst>
                  <a:ext uri="{FF2B5EF4-FFF2-40B4-BE49-F238E27FC236}">
                    <a16:creationId xmlns:a16="http://schemas.microsoft.com/office/drawing/2014/main" xmlns="" id="{6F45682F-36FF-99DA-5C85-2C6B52218DB1}"/>
                  </a:ext>
                </a:extLst>
              </p:cNvPr>
              <p:cNvSpPr>
                <a:spLocks/>
              </p:cNvSpPr>
              <p:nvPr/>
            </p:nvSpPr>
            <p:spPr bwMode="gray">
              <a:xfrm>
                <a:off x="2926767" y="1513972"/>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1" name="Freeform 2597">
                <a:extLst>
                  <a:ext uri="{FF2B5EF4-FFF2-40B4-BE49-F238E27FC236}">
                    <a16:creationId xmlns:a16="http://schemas.microsoft.com/office/drawing/2014/main" xmlns="" id="{1481D75D-1F63-202F-C1DF-95A3B9FDEFF7}"/>
                  </a:ext>
                </a:extLst>
              </p:cNvPr>
              <p:cNvSpPr>
                <a:spLocks/>
              </p:cNvSpPr>
              <p:nvPr/>
            </p:nvSpPr>
            <p:spPr bwMode="gray">
              <a:xfrm>
                <a:off x="2943363" y="1562483"/>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2" name="Freeform 2598">
                <a:extLst>
                  <a:ext uri="{FF2B5EF4-FFF2-40B4-BE49-F238E27FC236}">
                    <a16:creationId xmlns:a16="http://schemas.microsoft.com/office/drawing/2014/main" xmlns="" id="{139CBBB6-6B37-0D71-52E3-5AF9EF9FFDC7}"/>
                  </a:ext>
                </a:extLst>
              </p:cNvPr>
              <p:cNvSpPr>
                <a:spLocks/>
              </p:cNvSpPr>
              <p:nvPr/>
            </p:nvSpPr>
            <p:spPr bwMode="gray">
              <a:xfrm>
                <a:off x="2690591" y="1520355"/>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3" name="Freeform 2599">
                <a:extLst>
                  <a:ext uri="{FF2B5EF4-FFF2-40B4-BE49-F238E27FC236}">
                    <a16:creationId xmlns:a16="http://schemas.microsoft.com/office/drawing/2014/main" xmlns="" id="{6F1C9FF8-A337-A8A2-00C0-26885E95ED54}"/>
                  </a:ext>
                </a:extLst>
              </p:cNvPr>
              <p:cNvSpPr>
                <a:spLocks/>
              </p:cNvSpPr>
              <p:nvPr/>
            </p:nvSpPr>
            <p:spPr bwMode="gray">
              <a:xfrm>
                <a:off x="2704635" y="1563760"/>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4" name="Freeform 2600">
                <a:extLst>
                  <a:ext uri="{FF2B5EF4-FFF2-40B4-BE49-F238E27FC236}">
                    <a16:creationId xmlns:a16="http://schemas.microsoft.com/office/drawing/2014/main" xmlns="" id="{251635F6-C34B-0151-4C33-D83AB6A5443F}"/>
                  </a:ext>
                </a:extLst>
              </p:cNvPr>
              <p:cNvSpPr>
                <a:spLocks/>
              </p:cNvSpPr>
              <p:nvPr/>
            </p:nvSpPr>
            <p:spPr bwMode="gray">
              <a:xfrm>
                <a:off x="2804211" y="1312266"/>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5" name="Freeform 2601">
                <a:extLst>
                  <a:ext uri="{FF2B5EF4-FFF2-40B4-BE49-F238E27FC236}">
                    <a16:creationId xmlns:a16="http://schemas.microsoft.com/office/drawing/2014/main" xmlns="" id="{B50E6D74-9387-8037-495B-577D91EEB021}"/>
                  </a:ext>
                </a:extLst>
              </p:cNvPr>
              <p:cNvSpPr>
                <a:spLocks/>
              </p:cNvSpPr>
              <p:nvPr/>
            </p:nvSpPr>
            <p:spPr bwMode="gray">
              <a:xfrm>
                <a:off x="2832297" y="1409289"/>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6" name="Freeform 2602">
                <a:extLst>
                  <a:ext uri="{FF2B5EF4-FFF2-40B4-BE49-F238E27FC236}">
                    <a16:creationId xmlns:a16="http://schemas.microsoft.com/office/drawing/2014/main" xmlns="" id="{36D22CC2-67D7-E382-D5BF-FCAC56BABA5C}"/>
                  </a:ext>
                </a:extLst>
              </p:cNvPr>
              <p:cNvSpPr>
                <a:spLocks/>
              </p:cNvSpPr>
              <p:nvPr/>
            </p:nvSpPr>
            <p:spPr bwMode="gray">
              <a:xfrm>
                <a:off x="2726337" y="1460354"/>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7" name="Freeform 2603">
                <a:extLst>
                  <a:ext uri="{FF2B5EF4-FFF2-40B4-BE49-F238E27FC236}">
                    <a16:creationId xmlns:a16="http://schemas.microsoft.com/office/drawing/2014/main" xmlns="" id="{70258CDA-92AA-D101-05DA-CDDC364F7651}"/>
                  </a:ext>
                </a:extLst>
              </p:cNvPr>
              <p:cNvSpPr>
                <a:spLocks/>
              </p:cNvSpPr>
              <p:nvPr/>
            </p:nvSpPr>
            <p:spPr bwMode="gray">
              <a:xfrm>
                <a:off x="2726337" y="1557377"/>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8" name="Freeform 2604">
                <a:extLst>
                  <a:ext uri="{FF2B5EF4-FFF2-40B4-BE49-F238E27FC236}">
                    <a16:creationId xmlns:a16="http://schemas.microsoft.com/office/drawing/2014/main" xmlns="" id="{C3E6F9DC-A40D-F1AE-38D7-89820B6DD3EA}"/>
                  </a:ext>
                </a:extLst>
              </p:cNvPr>
              <p:cNvSpPr>
                <a:spLocks/>
              </p:cNvSpPr>
              <p:nvPr/>
            </p:nvSpPr>
            <p:spPr bwMode="gray">
              <a:xfrm>
                <a:off x="2739103" y="1563760"/>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9" name="Freeform 2605">
                <a:extLst>
                  <a:ext uri="{FF2B5EF4-FFF2-40B4-BE49-F238E27FC236}">
                    <a16:creationId xmlns:a16="http://schemas.microsoft.com/office/drawing/2014/main" xmlns="" id="{182B0640-F24B-F7DC-8132-39BA91E58894}"/>
                  </a:ext>
                </a:extLst>
              </p:cNvPr>
              <p:cNvSpPr>
                <a:spLocks noEditPoints="1"/>
              </p:cNvSpPr>
              <p:nvPr/>
            </p:nvSpPr>
            <p:spPr bwMode="gray">
              <a:xfrm>
                <a:off x="2726337" y="1465460"/>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0" name="Freeform 2606">
                <a:extLst>
                  <a:ext uri="{FF2B5EF4-FFF2-40B4-BE49-F238E27FC236}">
                    <a16:creationId xmlns:a16="http://schemas.microsoft.com/office/drawing/2014/main" xmlns="" id="{66D0334E-94BF-F0C6-0FF1-E51E2D743122}"/>
                  </a:ext>
                </a:extLst>
              </p:cNvPr>
              <p:cNvSpPr>
                <a:spLocks/>
              </p:cNvSpPr>
              <p:nvPr/>
            </p:nvSpPr>
            <p:spPr bwMode="gray">
              <a:xfrm>
                <a:off x="2726337" y="1465460"/>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1" name="Freeform 2607">
                <a:extLst>
                  <a:ext uri="{FF2B5EF4-FFF2-40B4-BE49-F238E27FC236}">
                    <a16:creationId xmlns:a16="http://schemas.microsoft.com/office/drawing/2014/main" xmlns="" id="{367D5CE0-1F02-512F-621F-EF393695E27E}"/>
                  </a:ext>
                </a:extLst>
              </p:cNvPr>
              <p:cNvSpPr>
                <a:spLocks noEditPoints="1"/>
              </p:cNvSpPr>
              <p:nvPr/>
            </p:nvSpPr>
            <p:spPr bwMode="gray">
              <a:xfrm>
                <a:off x="2768466" y="1584186"/>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2" name="Freeform 2608">
                <a:extLst>
                  <a:ext uri="{FF2B5EF4-FFF2-40B4-BE49-F238E27FC236}">
                    <a16:creationId xmlns:a16="http://schemas.microsoft.com/office/drawing/2014/main" xmlns="" id="{B1F203DD-AC4C-6B8B-15C5-D602D979D383}"/>
                  </a:ext>
                </a:extLst>
              </p:cNvPr>
              <p:cNvSpPr>
                <a:spLocks/>
              </p:cNvSpPr>
              <p:nvPr/>
            </p:nvSpPr>
            <p:spPr bwMode="gray">
              <a:xfrm>
                <a:off x="2771019" y="1582909"/>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3" name="Freeform 2609">
                <a:extLst>
                  <a:ext uri="{FF2B5EF4-FFF2-40B4-BE49-F238E27FC236}">
                    <a16:creationId xmlns:a16="http://schemas.microsoft.com/office/drawing/2014/main" xmlns="" id="{30D80A53-BCD0-7EFC-9661-D2E309A127AE}"/>
                  </a:ext>
                </a:extLst>
              </p:cNvPr>
              <p:cNvSpPr>
                <a:spLocks/>
              </p:cNvSpPr>
              <p:nvPr/>
            </p:nvSpPr>
            <p:spPr bwMode="gray">
              <a:xfrm>
                <a:off x="2768466" y="1562483"/>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4" name="Freeform 2610">
                <a:extLst>
                  <a:ext uri="{FF2B5EF4-FFF2-40B4-BE49-F238E27FC236}">
                    <a16:creationId xmlns:a16="http://schemas.microsoft.com/office/drawing/2014/main" xmlns="" id="{A9F6F210-06A7-1EF1-59C2-01B3682336ED}"/>
                  </a:ext>
                </a:extLst>
              </p:cNvPr>
              <p:cNvSpPr>
                <a:spLocks/>
              </p:cNvSpPr>
              <p:nvPr/>
            </p:nvSpPr>
            <p:spPr bwMode="gray">
              <a:xfrm>
                <a:off x="2832297" y="1442481"/>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5" name="Freeform 2611">
                <a:extLst>
                  <a:ext uri="{FF2B5EF4-FFF2-40B4-BE49-F238E27FC236}">
                    <a16:creationId xmlns:a16="http://schemas.microsoft.com/office/drawing/2014/main" xmlns="" id="{06D908A1-4922-7EEF-5218-F833111746F1}"/>
                  </a:ext>
                </a:extLst>
              </p:cNvPr>
              <p:cNvSpPr>
                <a:spLocks/>
              </p:cNvSpPr>
              <p:nvPr/>
            </p:nvSpPr>
            <p:spPr bwMode="gray">
              <a:xfrm>
                <a:off x="2763359" y="1733551"/>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6" name="Freeform 2612">
                <a:extLst>
                  <a:ext uri="{FF2B5EF4-FFF2-40B4-BE49-F238E27FC236}">
                    <a16:creationId xmlns:a16="http://schemas.microsoft.com/office/drawing/2014/main" xmlns="" id="{82C24AAD-0F9C-4261-09E4-FC3F73873FE5}"/>
                  </a:ext>
                </a:extLst>
              </p:cNvPr>
              <p:cNvSpPr>
                <a:spLocks/>
              </p:cNvSpPr>
              <p:nvPr/>
            </p:nvSpPr>
            <p:spPr bwMode="gray">
              <a:xfrm>
                <a:off x="2765912" y="1819085"/>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7" name="Freeform 2613">
                <a:extLst>
                  <a:ext uri="{FF2B5EF4-FFF2-40B4-BE49-F238E27FC236}">
                    <a16:creationId xmlns:a16="http://schemas.microsoft.com/office/drawing/2014/main" xmlns="" id="{9EF100B4-DB1F-CA2F-08C7-B22AF9E10FCF}"/>
                  </a:ext>
                </a:extLst>
              </p:cNvPr>
              <p:cNvSpPr>
                <a:spLocks/>
              </p:cNvSpPr>
              <p:nvPr/>
            </p:nvSpPr>
            <p:spPr bwMode="gray">
              <a:xfrm>
                <a:off x="2765912" y="1733551"/>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8" name="Freeform 2614">
                <a:extLst>
                  <a:ext uri="{FF2B5EF4-FFF2-40B4-BE49-F238E27FC236}">
                    <a16:creationId xmlns:a16="http://schemas.microsoft.com/office/drawing/2014/main" xmlns="" id="{C627C78A-4760-5C91-09F2-0AF97BA11D88}"/>
                  </a:ext>
                </a:extLst>
              </p:cNvPr>
              <p:cNvSpPr>
                <a:spLocks/>
              </p:cNvSpPr>
              <p:nvPr/>
            </p:nvSpPr>
            <p:spPr bwMode="gray">
              <a:xfrm>
                <a:off x="2859105" y="1277797"/>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9" name="Freeform 2615">
                <a:extLst>
                  <a:ext uri="{FF2B5EF4-FFF2-40B4-BE49-F238E27FC236}">
                    <a16:creationId xmlns:a16="http://schemas.microsoft.com/office/drawing/2014/main" xmlns="" id="{8B1398C0-33E2-626D-86CD-388945F36EFC}"/>
                  </a:ext>
                </a:extLst>
              </p:cNvPr>
              <p:cNvSpPr>
                <a:spLocks/>
              </p:cNvSpPr>
              <p:nvPr/>
            </p:nvSpPr>
            <p:spPr bwMode="gray">
              <a:xfrm>
                <a:off x="2799105" y="1281627"/>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0" name="Freeform 2616">
                <a:extLst>
                  <a:ext uri="{FF2B5EF4-FFF2-40B4-BE49-F238E27FC236}">
                    <a16:creationId xmlns:a16="http://schemas.microsoft.com/office/drawing/2014/main" xmlns="" id="{EEEA1787-98C4-C363-7C9B-CF93E01B74E8}"/>
                  </a:ext>
                </a:extLst>
              </p:cNvPr>
              <p:cNvSpPr>
                <a:spLocks/>
              </p:cNvSpPr>
              <p:nvPr/>
            </p:nvSpPr>
            <p:spPr bwMode="gray">
              <a:xfrm>
                <a:off x="2910170" y="1303330"/>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1" name="Freeform 2618">
                <a:extLst>
                  <a:ext uri="{FF2B5EF4-FFF2-40B4-BE49-F238E27FC236}">
                    <a16:creationId xmlns:a16="http://schemas.microsoft.com/office/drawing/2014/main" xmlns="" id="{82ABE64B-4FCA-6FDB-5D80-6DEF6B4513A9}"/>
                  </a:ext>
                </a:extLst>
              </p:cNvPr>
              <p:cNvSpPr>
                <a:spLocks/>
              </p:cNvSpPr>
              <p:nvPr/>
            </p:nvSpPr>
            <p:spPr bwMode="gray">
              <a:xfrm>
                <a:off x="2855276" y="1453971"/>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2" name="Freeform 2619">
                <a:extLst>
                  <a:ext uri="{FF2B5EF4-FFF2-40B4-BE49-F238E27FC236}">
                    <a16:creationId xmlns:a16="http://schemas.microsoft.com/office/drawing/2014/main" xmlns="" id="{F819436D-B0DC-14AC-ACD1-54B6A17C1107}"/>
                  </a:ext>
                </a:extLst>
              </p:cNvPr>
              <p:cNvSpPr>
                <a:spLocks/>
              </p:cNvSpPr>
              <p:nvPr/>
            </p:nvSpPr>
            <p:spPr bwMode="gray">
              <a:xfrm>
                <a:off x="2806764" y="1455248"/>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3" name="Freeform 2623">
                <a:extLst>
                  <a:ext uri="{FF2B5EF4-FFF2-40B4-BE49-F238E27FC236}">
                    <a16:creationId xmlns:a16="http://schemas.microsoft.com/office/drawing/2014/main" xmlns="" id="{4ADE4435-816E-569C-F220-FF3A9899BEEF}"/>
                  </a:ext>
                </a:extLst>
              </p:cNvPr>
              <p:cNvSpPr>
                <a:spLocks/>
              </p:cNvSpPr>
              <p:nvPr/>
            </p:nvSpPr>
            <p:spPr bwMode="gray">
              <a:xfrm>
                <a:off x="2800382" y="1270137"/>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4" name="Freeform 2624">
                <a:extLst>
                  <a:ext uri="{FF2B5EF4-FFF2-40B4-BE49-F238E27FC236}">
                    <a16:creationId xmlns:a16="http://schemas.microsoft.com/office/drawing/2014/main" xmlns="" id="{56E14DBE-7FB1-6ED9-8713-AC310D3C74F6}"/>
                  </a:ext>
                </a:extLst>
              </p:cNvPr>
              <p:cNvSpPr>
                <a:spLocks/>
              </p:cNvSpPr>
              <p:nvPr/>
            </p:nvSpPr>
            <p:spPr bwMode="gray">
              <a:xfrm>
                <a:off x="2800382" y="1279074"/>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5" name="Rectangle 3522">
                <a:extLst>
                  <a:ext uri="{FF2B5EF4-FFF2-40B4-BE49-F238E27FC236}">
                    <a16:creationId xmlns:a16="http://schemas.microsoft.com/office/drawing/2014/main" xmlns="" id="{0AEA546F-1E41-3F26-7CA6-4AD56DBD172E}"/>
                  </a:ext>
                </a:extLst>
              </p:cNvPr>
              <p:cNvSpPr>
                <a:spLocks noChangeArrowheads="1"/>
              </p:cNvSpPr>
              <p:nvPr/>
            </p:nvSpPr>
            <p:spPr bwMode="gray">
              <a:xfrm>
                <a:off x="2296115" y="1831851"/>
                <a:ext cx="1069810" cy="499160"/>
              </a:xfrm>
              <a:prstGeom prst="rect">
                <a:avLst/>
              </a:prstGeom>
              <a:solidFill>
                <a:srgbClr val="EA55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6" name="Rectangle 3523">
                <a:extLst>
                  <a:ext uri="{FF2B5EF4-FFF2-40B4-BE49-F238E27FC236}">
                    <a16:creationId xmlns:a16="http://schemas.microsoft.com/office/drawing/2014/main" xmlns="" id="{1BEB0776-FE67-D95C-3D0D-C1F1B72D007C}"/>
                  </a:ext>
                </a:extLst>
              </p:cNvPr>
              <p:cNvSpPr>
                <a:spLocks noChangeArrowheads="1"/>
              </p:cNvSpPr>
              <p:nvPr/>
            </p:nvSpPr>
            <p:spPr bwMode="gray">
              <a:xfrm>
                <a:off x="2324201" y="2331010"/>
                <a:ext cx="1041724" cy="62555"/>
              </a:xfrm>
              <a:prstGeom prst="rect">
                <a:avLst/>
              </a:prstGeom>
              <a:solidFill>
                <a:srgbClr val="8EB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7" name="Freeform 3540">
                <a:extLst>
                  <a:ext uri="{FF2B5EF4-FFF2-40B4-BE49-F238E27FC236}">
                    <a16:creationId xmlns:a16="http://schemas.microsoft.com/office/drawing/2014/main" xmlns="" id="{2BD30ECD-896A-45BA-4AC0-C9E3114E1B86}"/>
                  </a:ext>
                </a:extLst>
              </p:cNvPr>
              <p:cNvSpPr>
                <a:spLocks/>
              </p:cNvSpPr>
              <p:nvPr/>
            </p:nvSpPr>
            <p:spPr bwMode="gray">
              <a:xfrm>
                <a:off x="2255263" y="1794829"/>
                <a:ext cx="1110662" cy="85534"/>
              </a:xfrm>
              <a:custGeom>
                <a:avLst/>
                <a:gdLst>
                  <a:gd name="T0" fmla="*/ 0 w 3350"/>
                  <a:gd name="T1" fmla="*/ 28 h 257"/>
                  <a:gd name="T2" fmla="*/ 0 w 3350"/>
                  <a:gd name="T3" fmla="*/ 229 h 257"/>
                  <a:gd name="T4" fmla="*/ 27 w 3350"/>
                  <a:gd name="T5" fmla="*/ 257 h 257"/>
                  <a:gd name="T6" fmla="*/ 3350 w 3350"/>
                  <a:gd name="T7" fmla="*/ 257 h 257"/>
                  <a:gd name="T8" fmla="*/ 3350 w 3350"/>
                  <a:gd name="T9" fmla="*/ 0 h 257"/>
                  <a:gd name="T10" fmla="*/ 27 w 3350"/>
                  <a:gd name="T11" fmla="*/ 0 h 257"/>
                  <a:gd name="T12" fmla="*/ 0 w 3350"/>
                  <a:gd name="T13" fmla="*/ 28 h 257"/>
                </a:gdLst>
                <a:ahLst/>
                <a:cxnLst>
                  <a:cxn ang="0">
                    <a:pos x="T0" y="T1"/>
                  </a:cxn>
                  <a:cxn ang="0">
                    <a:pos x="T2" y="T3"/>
                  </a:cxn>
                  <a:cxn ang="0">
                    <a:pos x="T4" y="T5"/>
                  </a:cxn>
                  <a:cxn ang="0">
                    <a:pos x="T6" y="T7"/>
                  </a:cxn>
                  <a:cxn ang="0">
                    <a:pos x="T8" y="T9"/>
                  </a:cxn>
                  <a:cxn ang="0">
                    <a:pos x="T10" y="T11"/>
                  </a:cxn>
                  <a:cxn ang="0">
                    <a:pos x="T12" y="T13"/>
                  </a:cxn>
                </a:cxnLst>
                <a:rect l="0" t="0" r="r" b="b"/>
                <a:pathLst>
                  <a:path w="3350" h="257">
                    <a:moveTo>
                      <a:pt x="0" y="28"/>
                    </a:moveTo>
                    <a:lnTo>
                      <a:pt x="0" y="229"/>
                    </a:lnTo>
                    <a:cubicBezTo>
                      <a:pt x="0" y="244"/>
                      <a:pt x="12" y="257"/>
                      <a:pt x="27" y="257"/>
                    </a:cubicBezTo>
                    <a:lnTo>
                      <a:pt x="3350" y="257"/>
                    </a:lnTo>
                    <a:lnTo>
                      <a:pt x="3350" y="0"/>
                    </a:lnTo>
                    <a:lnTo>
                      <a:pt x="27" y="0"/>
                    </a:lnTo>
                    <a:cubicBezTo>
                      <a:pt x="12" y="0"/>
                      <a:pt x="0" y="13"/>
                      <a:pt x="0" y="28"/>
                    </a:cubicBezTo>
                  </a:path>
                </a:pathLst>
              </a:custGeom>
              <a:solidFill>
                <a:srgbClr val="4C5B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8" name="Rectangle 3541">
                <a:extLst>
                  <a:ext uri="{FF2B5EF4-FFF2-40B4-BE49-F238E27FC236}">
                    <a16:creationId xmlns:a16="http://schemas.microsoft.com/office/drawing/2014/main" xmlns="" id="{0F81DD38-8020-360D-C3A0-E8429FD620C3}"/>
                  </a:ext>
                </a:extLst>
              </p:cNvPr>
              <p:cNvSpPr>
                <a:spLocks noChangeArrowheads="1"/>
              </p:cNvSpPr>
              <p:nvPr/>
            </p:nvSpPr>
            <p:spPr bwMode="gray">
              <a:xfrm>
                <a:off x="2255263" y="1819085"/>
                <a:ext cx="1110662" cy="37022"/>
              </a:xfrm>
              <a:prstGeom prst="rect">
                <a:avLst/>
              </a:prstGeom>
              <a:solidFill>
                <a:srgbClr val="E14C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439" name="Picture 4238">
                <a:extLst>
                  <a:ext uri="{FF2B5EF4-FFF2-40B4-BE49-F238E27FC236}">
                    <a16:creationId xmlns:a16="http://schemas.microsoft.com/office/drawing/2014/main" xmlns="" id="{C3F04E39-045A-39E3-9C69-0FF520FA740E}"/>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2800381" y="1319925"/>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 name="Picture 4239">
                <a:extLst>
                  <a:ext uri="{FF2B5EF4-FFF2-40B4-BE49-F238E27FC236}">
                    <a16:creationId xmlns:a16="http://schemas.microsoft.com/office/drawing/2014/main" xmlns="" id="{E5FDC913-9A87-0BF7-9E8D-9469E77C9E4F}"/>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2874425" y="1319925"/>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1" name="Picture 4240">
                <a:extLst>
                  <a:ext uri="{FF2B5EF4-FFF2-40B4-BE49-F238E27FC236}">
                    <a16:creationId xmlns:a16="http://schemas.microsoft.com/office/drawing/2014/main" xmlns="" id="{F325D00C-6667-4410-2149-2A97D632AA73}"/>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2797828" y="1319925"/>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 name="Picture 4241">
                <a:extLst>
                  <a:ext uri="{FF2B5EF4-FFF2-40B4-BE49-F238E27FC236}">
                    <a16:creationId xmlns:a16="http://schemas.microsoft.com/office/drawing/2014/main" xmlns="" id="{EBA42989-33F6-9042-167E-9B00E5C69760}"/>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2911447" y="1307159"/>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3" name="Picture 4242">
                <a:extLst>
                  <a:ext uri="{FF2B5EF4-FFF2-40B4-BE49-F238E27FC236}">
                    <a16:creationId xmlns:a16="http://schemas.microsoft.com/office/drawing/2014/main" xmlns="" id="{A2C58441-E41B-067B-BA97-6853EAFC18C9}"/>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2795274" y="1267584"/>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4" name="Picture 4243">
                <a:extLst>
                  <a:ext uri="{FF2B5EF4-FFF2-40B4-BE49-F238E27FC236}">
                    <a16:creationId xmlns:a16="http://schemas.microsoft.com/office/drawing/2014/main" xmlns="" id="{EEEB324C-F249-AB62-D89D-43A0B8053E19}"/>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gray">
              <a:xfrm>
                <a:off x="2795274" y="1298223"/>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5" name="Freeform 601">
                <a:extLst>
                  <a:ext uri="{FF2B5EF4-FFF2-40B4-BE49-F238E27FC236}">
                    <a16:creationId xmlns:a16="http://schemas.microsoft.com/office/drawing/2014/main" xmlns="" id="{4DFC907E-88C5-4502-5CFD-4BDC93EEBC1B}"/>
                  </a:ext>
                </a:extLst>
              </p:cNvPr>
              <p:cNvSpPr>
                <a:spLocks/>
              </p:cNvSpPr>
              <p:nvPr/>
            </p:nvSpPr>
            <p:spPr bwMode="gray">
              <a:xfrm>
                <a:off x="3067567" y="1582600"/>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6" name="Freeform 602">
                <a:extLst>
                  <a:ext uri="{FF2B5EF4-FFF2-40B4-BE49-F238E27FC236}">
                    <a16:creationId xmlns:a16="http://schemas.microsoft.com/office/drawing/2014/main" xmlns="" id="{8E826985-392E-5754-B51F-E7FA8AD19917}"/>
                  </a:ext>
                </a:extLst>
              </p:cNvPr>
              <p:cNvSpPr>
                <a:spLocks/>
              </p:cNvSpPr>
              <p:nvPr/>
            </p:nvSpPr>
            <p:spPr bwMode="gray">
              <a:xfrm>
                <a:off x="3211130" y="1390538"/>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7" name="Freeform 603">
                <a:extLst>
                  <a:ext uri="{FF2B5EF4-FFF2-40B4-BE49-F238E27FC236}">
                    <a16:creationId xmlns:a16="http://schemas.microsoft.com/office/drawing/2014/main" xmlns="" id="{B469ABA2-A9BC-9EF5-FAB2-D6F5097126D3}"/>
                  </a:ext>
                </a:extLst>
              </p:cNvPr>
              <p:cNvSpPr>
                <a:spLocks/>
              </p:cNvSpPr>
              <p:nvPr/>
            </p:nvSpPr>
            <p:spPr bwMode="gray">
              <a:xfrm>
                <a:off x="3203369" y="1786306"/>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8" name="Freeform 604">
                <a:extLst>
                  <a:ext uri="{FF2B5EF4-FFF2-40B4-BE49-F238E27FC236}">
                    <a16:creationId xmlns:a16="http://schemas.microsoft.com/office/drawing/2014/main" xmlns="" id="{DA149EAA-C0C9-8280-4065-A9191C3D6DD8}"/>
                  </a:ext>
                </a:extLst>
              </p:cNvPr>
              <p:cNvSpPr>
                <a:spLocks/>
              </p:cNvSpPr>
              <p:nvPr/>
            </p:nvSpPr>
            <p:spPr bwMode="gray">
              <a:xfrm>
                <a:off x="3226651" y="1881368"/>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9" name="Freeform 605">
                <a:extLst>
                  <a:ext uri="{FF2B5EF4-FFF2-40B4-BE49-F238E27FC236}">
                    <a16:creationId xmlns:a16="http://schemas.microsoft.com/office/drawing/2014/main" xmlns="" id="{CB864821-7A16-8F22-A1EB-9FA8844DA46A}"/>
                  </a:ext>
                </a:extLst>
              </p:cNvPr>
              <p:cNvSpPr>
                <a:spLocks/>
              </p:cNvSpPr>
              <p:nvPr/>
            </p:nvSpPr>
            <p:spPr bwMode="gray">
              <a:xfrm>
                <a:off x="3259631" y="1784366"/>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0" name="Freeform 606">
                <a:extLst>
                  <a:ext uri="{FF2B5EF4-FFF2-40B4-BE49-F238E27FC236}">
                    <a16:creationId xmlns:a16="http://schemas.microsoft.com/office/drawing/2014/main" xmlns="" id="{421F16D5-4AD4-983E-CDA5-3D08904468B3}"/>
                  </a:ext>
                </a:extLst>
              </p:cNvPr>
              <p:cNvSpPr>
                <a:spLocks/>
              </p:cNvSpPr>
              <p:nvPr/>
            </p:nvSpPr>
            <p:spPr bwMode="gray">
              <a:xfrm>
                <a:off x="3232471" y="1786306"/>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1" name="Freeform 608">
                <a:extLst>
                  <a:ext uri="{FF2B5EF4-FFF2-40B4-BE49-F238E27FC236}">
                    <a16:creationId xmlns:a16="http://schemas.microsoft.com/office/drawing/2014/main" xmlns="" id="{BCB4E26D-EC85-09C4-07FE-A6C47637DC37}"/>
                  </a:ext>
                </a:extLst>
              </p:cNvPr>
              <p:cNvSpPr>
                <a:spLocks/>
              </p:cNvSpPr>
              <p:nvPr/>
            </p:nvSpPr>
            <p:spPr bwMode="gray">
              <a:xfrm>
                <a:off x="3364393" y="2362498"/>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2" name="Freeform 609">
                <a:extLst>
                  <a:ext uri="{FF2B5EF4-FFF2-40B4-BE49-F238E27FC236}">
                    <a16:creationId xmlns:a16="http://schemas.microsoft.com/office/drawing/2014/main" xmlns="" id="{7C2B60DB-B229-8A66-0324-1926E272F433}"/>
                  </a:ext>
                </a:extLst>
              </p:cNvPr>
              <p:cNvSpPr>
                <a:spLocks/>
              </p:cNvSpPr>
              <p:nvPr/>
            </p:nvSpPr>
            <p:spPr bwMode="gray">
              <a:xfrm>
                <a:off x="3473036" y="2364437"/>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3" name="Freeform 610">
                <a:extLst>
                  <a:ext uri="{FF2B5EF4-FFF2-40B4-BE49-F238E27FC236}">
                    <a16:creationId xmlns:a16="http://schemas.microsoft.com/office/drawing/2014/main" xmlns="" id="{CDCFB833-8079-D4AD-B448-381E7E20BD0C}"/>
                  </a:ext>
                </a:extLst>
              </p:cNvPr>
              <p:cNvSpPr>
                <a:spLocks/>
              </p:cNvSpPr>
              <p:nvPr/>
            </p:nvSpPr>
            <p:spPr bwMode="gray">
              <a:xfrm>
                <a:off x="3467216" y="2362498"/>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4" name="Freeform 611">
                <a:extLst>
                  <a:ext uri="{FF2B5EF4-FFF2-40B4-BE49-F238E27FC236}">
                    <a16:creationId xmlns:a16="http://schemas.microsoft.com/office/drawing/2014/main" xmlns="" id="{60C7320A-1C7E-B5A6-6096-BBD16335BE58}"/>
                  </a:ext>
                </a:extLst>
              </p:cNvPr>
              <p:cNvSpPr>
                <a:spLocks/>
              </p:cNvSpPr>
              <p:nvPr/>
            </p:nvSpPr>
            <p:spPr bwMode="gray">
              <a:xfrm>
                <a:off x="3110248" y="2370257"/>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5" name="Freeform 612">
                <a:extLst>
                  <a:ext uri="{FF2B5EF4-FFF2-40B4-BE49-F238E27FC236}">
                    <a16:creationId xmlns:a16="http://schemas.microsoft.com/office/drawing/2014/main" xmlns="" id="{934215E5-BDC5-320A-242F-BE7E4509960A}"/>
                  </a:ext>
                </a:extLst>
              </p:cNvPr>
              <p:cNvSpPr>
                <a:spLocks noEditPoints="1"/>
              </p:cNvSpPr>
              <p:nvPr/>
            </p:nvSpPr>
            <p:spPr bwMode="gray">
              <a:xfrm>
                <a:off x="3201431" y="2376078"/>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6" name="Freeform 613">
                <a:extLst>
                  <a:ext uri="{FF2B5EF4-FFF2-40B4-BE49-F238E27FC236}">
                    <a16:creationId xmlns:a16="http://schemas.microsoft.com/office/drawing/2014/main" xmlns="" id="{241E5172-486C-8A9E-BF02-A8187E87B127}"/>
                  </a:ext>
                </a:extLst>
              </p:cNvPr>
              <p:cNvSpPr>
                <a:spLocks/>
              </p:cNvSpPr>
              <p:nvPr/>
            </p:nvSpPr>
            <p:spPr bwMode="gray">
              <a:xfrm>
                <a:off x="3232471" y="2374138"/>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7" name="Freeform 614">
                <a:extLst>
                  <a:ext uri="{FF2B5EF4-FFF2-40B4-BE49-F238E27FC236}">
                    <a16:creationId xmlns:a16="http://schemas.microsoft.com/office/drawing/2014/main" xmlns="" id="{E59AC742-E301-F844-CCE9-A301476EE4B5}"/>
                  </a:ext>
                </a:extLst>
              </p:cNvPr>
              <p:cNvSpPr>
                <a:spLocks/>
              </p:cNvSpPr>
              <p:nvPr/>
            </p:nvSpPr>
            <p:spPr bwMode="gray">
              <a:xfrm>
                <a:off x="3201431" y="2374138"/>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8" name="Freeform 615">
                <a:extLst>
                  <a:ext uri="{FF2B5EF4-FFF2-40B4-BE49-F238E27FC236}">
                    <a16:creationId xmlns:a16="http://schemas.microsoft.com/office/drawing/2014/main" xmlns="" id="{A2252C32-737E-466B-06A3-D4F27F9C189F}"/>
                  </a:ext>
                </a:extLst>
              </p:cNvPr>
              <p:cNvSpPr>
                <a:spLocks/>
              </p:cNvSpPr>
              <p:nvPr/>
            </p:nvSpPr>
            <p:spPr bwMode="gray">
              <a:xfrm>
                <a:off x="3269331" y="1272197"/>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9" name="Freeform 616">
                <a:extLst>
                  <a:ext uri="{FF2B5EF4-FFF2-40B4-BE49-F238E27FC236}">
                    <a16:creationId xmlns:a16="http://schemas.microsoft.com/office/drawing/2014/main" xmlns="" id="{C8F30154-F794-027F-7FFE-1ECA221F120C}"/>
                  </a:ext>
                </a:extLst>
              </p:cNvPr>
              <p:cNvSpPr>
                <a:spLocks/>
              </p:cNvSpPr>
              <p:nvPr/>
            </p:nvSpPr>
            <p:spPr bwMode="gray">
              <a:xfrm>
                <a:off x="3308133" y="1347858"/>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0" name="Rectangle 617">
                <a:extLst>
                  <a:ext uri="{FF2B5EF4-FFF2-40B4-BE49-F238E27FC236}">
                    <a16:creationId xmlns:a16="http://schemas.microsoft.com/office/drawing/2014/main" xmlns="" id="{75B55D33-A92B-F92A-0FC2-DC9B52968D1D}"/>
                  </a:ext>
                </a:extLst>
              </p:cNvPr>
              <p:cNvSpPr>
                <a:spLocks noChangeArrowheads="1"/>
              </p:cNvSpPr>
              <p:nvPr/>
            </p:nvSpPr>
            <p:spPr bwMode="gray">
              <a:xfrm>
                <a:off x="3230529" y="1774666"/>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1" name="Freeform 618">
                <a:extLst>
                  <a:ext uri="{FF2B5EF4-FFF2-40B4-BE49-F238E27FC236}">
                    <a16:creationId xmlns:a16="http://schemas.microsoft.com/office/drawing/2014/main" xmlns="" id="{B6DB9DA1-3168-DFEC-6C7B-6F924BF1DF1A}"/>
                  </a:ext>
                </a:extLst>
              </p:cNvPr>
              <p:cNvSpPr>
                <a:spLocks/>
              </p:cNvSpPr>
              <p:nvPr/>
            </p:nvSpPr>
            <p:spPr bwMode="gray">
              <a:xfrm>
                <a:off x="3253811" y="1223695"/>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2" name="Freeform 619">
                <a:extLst>
                  <a:ext uri="{FF2B5EF4-FFF2-40B4-BE49-F238E27FC236}">
                    <a16:creationId xmlns:a16="http://schemas.microsoft.com/office/drawing/2014/main" xmlns="" id="{442B0693-BD70-C1DD-243B-0BF2BB5AA7C6}"/>
                  </a:ext>
                </a:extLst>
              </p:cNvPr>
              <p:cNvSpPr>
                <a:spLocks/>
              </p:cNvSpPr>
              <p:nvPr/>
            </p:nvSpPr>
            <p:spPr bwMode="gray">
              <a:xfrm>
                <a:off x="3296491" y="1392478"/>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3" name="Freeform 620">
                <a:extLst>
                  <a:ext uri="{FF2B5EF4-FFF2-40B4-BE49-F238E27FC236}">
                    <a16:creationId xmlns:a16="http://schemas.microsoft.com/office/drawing/2014/main" xmlns="" id="{849B84CB-13FD-4162-9F31-41767013FF55}"/>
                  </a:ext>
                </a:extLst>
              </p:cNvPr>
              <p:cNvSpPr>
                <a:spLocks/>
              </p:cNvSpPr>
              <p:nvPr/>
            </p:nvSpPr>
            <p:spPr bwMode="gray">
              <a:xfrm>
                <a:off x="3180090" y="1466201"/>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4" name="Freeform 621">
                <a:extLst>
                  <a:ext uri="{FF2B5EF4-FFF2-40B4-BE49-F238E27FC236}">
                    <a16:creationId xmlns:a16="http://schemas.microsoft.com/office/drawing/2014/main" xmlns="" id="{831F9B1D-DEBE-4F23-DBAD-0214E59E779A}"/>
                  </a:ext>
                </a:extLst>
              </p:cNvPr>
              <p:cNvSpPr>
                <a:spLocks/>
              </p:cNvSpPr>
              <p:nvPr/>
            </p:nvSpPr>
            <p:spPr bwMode="gray">
              <a:xfrm>
                <a:off x="3428414" y="1617523"/>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5" name="Freeform 622">
                <a:extLst>
                  <a:ext uri="{FF2B5EF4-FFF2-40B4-BE49-F238E27FC236}">
                    <a16:creationId xmlns:a16="http://schemas.microsoft.com/office/drawing/2014/main" xmlns="" id="{E253B929-62B4-D960-1505-7F9A8DA6DAC7}"/>
                  </a:ext>
                </a:extLst>
              </p:cNvPr>
              <p:cNvSpPr>
                <a:spLocks/>
              </p:cNvSpPr>
              <p:nvPr/>
            </p:nvSpPr>
            <p:spPr bwMode="gray">
              <a:xfrm>
                <a:off x="3463335" y="1625284"/>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6" name="Freeform 623">
                <a:extLst>
                  <a:ext uri="{FF2B5EF4-FFF2-40B4-BE49-F238E27FC236}">
                    <a16:creationId xmlns:a16="http://schemas.microsoft.com/office/drawing/2014/main" xmlns="" id="{DA2ED665-E89A-8267-F1B4-6054F1116595}"/>
                  </a:ext>
                </a:extLst>
              </p:cNvPr>
              <p:cNvSpPr>
                <a:spLocks/>
              </p:cNvSpPr>
              <p:nvPr/>
            </p:nvSpPr>
            <p:spPr bwMode="gray">
              <a:xfrm>
                <a:off x="3170390" y="1677664"/>
                <a:ext cx="60143" cy="19401"/>
              </a:xfrm>
              <a:custGeom>
                <a:avLst/>
                <a:gdLst>
                  <a:gd name="T0" fmla="*/ 0 w 128"/>
                  <a:gd name="T1" fmla="*/ 0 h 43"/>
                  <a:gd name="T2" fmla="*/ 128 w 128"/>
                  <a:gd name="T3" fmla="*/ 0 h 43"/>
                  <a:gd name="T4" fmla="*/ 0 w 128"/>
                  <a:gd name="T5" fmla="*/ 0 h 43"/>
                </a:gdLst>
                <a:ahLst/>
                <a:cxnLst>
                  <a:cxn ang="0">
                    <a:pos x="T0" y="T1"/>
                  </a:cxn>
                  <a:cxn ang="0">
                    <a:pos x="T2" y="T3"/>
                  </a:cxn>
                  <a:cxn ang="0">
                    <a:pos x="T4" y="T5"/>
                  </a:cxn>
                </a:cxnLst>
                <a:rect l="0" t="0" r="r" b="b"/>
                <a:pathLst>
                  <a:path w="128" h="43">
                    <a:moveTo>
                      <a:pt x="0" y="0"/>
                    </a:moveTo>
                    <a:cubicBezTo>
                      <a:pt x="0" y="0"/>
                      <a:pt x="102" y="43"/>
                      <a:pt x="128" y="0"/>
                    </a:cubicBezTo>
                    <a:lnTo>
                      <a:pt x="0" y="0"/>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7" name="Freeform 624">
                <a:extLst>
                  <a:ext uri="{FF2B5EF4-FFF2-40B4-BE49-F238E27FC236}">
                    <a16:creationId xmlns:a16="http://schemas.microsoft.com/office/drawing/2014/main" xmlns="" id="{5EBFA57B-C022-845C-009D-1E686CB9FC33}"/>
                  </a:ext>
                </a:extLst>
              </p:cNvPr>
              <p:cNvSpPr>
                <a:spLocks/>
              </p:cNvSpPr>
              <p:nvPr/>
            </p:nvSpPr>
            <p:spPr bwMode="gray">
              <a:xfrm>
                <a:off x="3112188" y="1613643"/>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8" name="Freeform 625">
                <a:extLst>
                  <a:ext uri="{FF2B5EF4-FFF2-40B4-BE49-F238E27FC236}">
                    <a16:creationId xmlns:a16="http://schemas.microsoft.com/office/drawing/2014/main" xmlns="" id="{7E7A8DBA-AF48-11CD-D57B-21C19EFB880A}"/>
                  </a:ext>
                </a:extLst>
              </p:cNvPr>
              <p:cNvSpPr>
                <a:spLocks/>
              </p:cNvSpPr>
              <p:nvPr/>
            </p:nvSpPr>
            <p:spPr bwMode="gray">
              <a:xfrm>
                <a:off x="3038467" y="1521934"/>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469" name="Group 468">
                <a:extLst>
                  <a:ext uri="{FF2B5EF4-FFF2-40B4-BE49-F238E27FC236}">
                    <a16:creationId xmlns:a16="http://schemas.microsoft.com/office/drawing/2014/main" xmlns="" id="{F805A379-36B8-D0DB-D550-41FF9F59A9C7}"/>
                  </a:ext>
                </a:extLst>
              </p:cNvPr>
              <p:cNvGrpSpPr/>
              <p:nvPr/>
            </p:nvGrpSpPr>
            <p:grpSpPr bwMode="gray">
              <a:xfrm>
                <a:off x="2372254" y="1914095"/>
                <a:ext cx="360465" cy="363331"/>
                <a:chOff x="2901092" y="-707724"/>
                <a:chExt cx="265665" cy="267777"/>
              </a:xfrm>
              <a:solidFill>
                <a:schemeClr val="bg1"/>
              </a:solidFill>
            </p:grpSpPr>
            <p:sp>
              <p:nvSpPr>
                <p:cNvPr id="471" name="Rectangle 291">
                  <a:extLst>
                    <a:ext uri="{FF2B5EF4-FFF2-40B4-BE49-F238E27FC236}">
                      <a16:creationId xmlns:a16="http://schemas.microsoft.com/office/drawing/2014/main" xmlns="" id="{A01B8952-4A27-053B-BA7A-20FCF6D31C87}"/>
                    </a:ext>
                  </a:extLst>
                </p:cNvPr>
                <p:cNvSpPr>
                  <a:spLocks noChangeArrowheads="1"/>
                </p:cNvSpPr>
                <p:nvPr/>
              </p:nvSpPr>
              <p:spPr bwMode="gray">
                <a:xfrm rot="5400000" flipH="1">
                  <a:off x="3050481" y="-472362"/>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2" name="Freeform 292">
                  <a:extLst>
                    <a:ext uri="{FF2B5EF4-FFF2-40B4-BE49-F238E27FC236}">
                      <a16:creationId xmlns:a16="http://schemas.microsoft.com/office/drawing/2014/main" xmlns="" id="{2E46FEED-4EE1-323B-A62B-0CEDF7804969}"/>
                    </a:ext>
                  </a:extLst>
                </p:cNvPr>
                <p:cNvSpPr>
                  <a:spLocks noEditPoints="1"/>
                </p:cNvSpPr>
                <p:nvPr/>
              </p:nvSpPr>
              <p:spPr bwMode="gray">
                <a:xfrm rot="5400000" flipH="1">
                  <a:off x="3071977" y="-536841"/>
                  <a:ext cx="74696" cy="75401"/>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3" name="Freeform 293">
                  <a:extLst>
                    <a:ext uri="{FF2B5EF4-FFF2-40B4-BE49-F238E27FC236}">
                      <a16:creationId xmlns:a16="http://schemas.microsoft.com/office/drawing/2014/main" xmlns="" id="{628A4840-4961-7847-C708-60B9C3D4DE3A}"/>
                    </a:ext>
                  </a:extLst>
                </p:cNvPr>
                <p:cNvSpPr>
                  <a:spLocks/>
                </p:cNvSpPr>
                <p:nvPr/>
              </p:nvSpPr>
              <p:spPr bwMode="gray">
                <a:xfrm rot="5400000" flipH="1">
                  <a:off x="3029343" y="-493505"/>
                  <a:ext cx="31710" cy="10571"/>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4" name="Freeform 294">
                  <a:extLst>
                    <a:ext uri="{FF2B5EF4-FFF2-40B4-BE49-F238E27FC236}">
                      <a16:creationId xmlns:a16="http://schemas.microsoft.com/office/drawing/2014/main" xmlns="" id="{D690A6FC-A7B0-E2FB-21C2-37A78A7109F1}"/>
                    </a:ext>
                  </a:extLst>
                </p:cNvPr>
                <p:cNvSpPr>
                  <a:spLocks/>
                </p:cNvSpPr>
                <p:nvPr/>
              </p:nvSpPr>
              <p:spPr bwMode="gray">
                <a:xfrm rot="5400000" flipH="1">
                  <a:off x="3093117" y="-514996"/>
                  <a:ext cx="32415" cy="31710"/>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5" name="Freeform 295">
                  <a:extLst>
                    <a:ext uri="{FF2B5EF4-FFF2-40B4-BE49-F238E27FC236}">
                      <a16:creationId xmlns:a16="http://schemas.microsoft.com/office/drawing/2014/main" xmlns="" id="{FB067D9D-7287-0EA8-4AC9-81A274C5CB04}"/>
                    </a:ext>
                  </a:extLst>
                </p:cNvPr>
                <p:cNvSpPr>
                  <a:spLocks/>
                </p:cNvSpPr>
                <p:nvPr/>
              </p:nvSpPr>
              <p:spPr bwMode="gray">
                <a:xfrm rot="5400000" flipH="1">
                  <a:off x="2943021" y="-514996"/>
                  <a:ext cx="32415" cy="31710"/>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6" name="Rectangle 296">
                  <a:extLst>
                    <a:ext uri="{FF2B5EF4-FFF2-40B4-BE49-F238E27FC236}">
                      <a16:creationId xmlns:a16="http://schemas.microsoft.com/office/drawing/2014/main" xmlns="" id="{AD85F768-8CB2-BA44-B446-5494B660C81C}"/>
                    </a:ext>
                  </a:extLst>
                </p:cNvPr>
                <p:cNvSpPr>
                  <a:spLocks noChangeArrowheads="1"/>
                </p:cNvSpPr>
                <p:nvPr/>
              </p:nvSpPr>
              <p:spPr bwMode="gray">
                <a:xfrm rot="5400000" flipH="1">
                  <a:off x="3050130" y="-51499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7" name="Freeform 297">
                  <a:extLst>
                    <a:ext uri="{FF2B5EF4-FFF2-40B4-BE49-F238E27FC236}">
                      <a16:creationId xmlns:a16="http://schemas.microsoft.com/office/drawing/2014/main" xmlns="" id="{E412ACE4-9013-6A55-AA73-0EEFBE15BC1E}"/>
                    </a:ext>
                  </a:extLst>
                </p:cNvPr>
                <p:cNvSpPr>
                  <a:spLocks noEditPoints="1"/>
                </p:cNvSpPr>
                <p:nvPr/>
              </p:nvSpPr>
              <p:spPr bwMode="gray">
                <a:xfrm rot="5400000" flipH="1">
                  <a:off x="2921880" y="-536841"/>
                  <a:ext cx="74696" cy="75401"/>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8" name="Rectangle 298">
                  <a:extLst>
                    <a:ext uri="{FF2B5EF4-FFF2-40B4-BE49-F238E27FC236}">
                      <a16:creationId xmlns:a16="http://schemas.microsoft.com/office/drawing/2014/main" xmlns="" id="{94FC8923-E4D2-AA3B-315A-D1210C62C204}"/>
                    </a:ext>
                  </a:extLst>
                </p:cNvPr>
                <p:cNvSpPr>
                  <a:spLocks noChangeArrowheads="1"/>
                </p:cNvSpPr>
                <p:nvPr/>
              </p:nvSpPr>
              <p:spPr bwMode="gray">
                <a:xfrm rot="5400000" flipH="1">
                  <a:off x="3007498" y="-536489"/>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9" name="Freeform 299">
                  <a:extLst>
                    <a:ext uri="{FF2B5EF4-FFF2-40B4-BE49-F238E27FC236}">
                      <a16:creationId xmlns:a16="http://schemas.microsoft.com/office/drawing/2014/main" xmlns="" id="{C5F5C750-A4DA-F1BD-CFE5-030E16CC8B89}"/>
                    </a:ext>
                  </a:extLst>
                </p:cNvPr>
                <p:cNvSpPr>
                  <a:spLocks/>
                </p:cNvSpPr>
                <p:nvPr/>
              </p:nvSpPr>
              <p:spPr bwMode="gray">
                <a:xfrm rot="5400000" flipH="1">
                  <a:off x="3061052" y="-579474"/>
                  <a:ext cx="42986" cy="64127"/>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0" name="Freeform 300">
                  <a:extLst>
                    <a:ext uri="{FF2B5EF4-FFF2-40B4-BE49-F238E27FC236}">
                      <a16:creationId xmlns:a16="http://schemas.microsoft.com/office/drawing/2014/main" xmlns="" id="{38624E07-D1B6-A6C4-9DB3-ABAE83116F0B}"/>
                    </a:ext>
                  </a:extLst>
                </p:cNvPr>
                <p:cNvSpPr>
                  <a:spLocks/>
                </p:cNvSpPr>
                <p:nvPr/>
              </p:nvSpPr>
              <p:spPr bwMode="gray">
                <a:xfrm rot="5400000" flipH="1">
                  <a:off x="2986358" y="-525918"/>
                  <a:ext cx="85265" cy="42986"/>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1" name="Freeform 301">
                  <a:extLst>
                    <a:ext uri="{FF2B5EF4-FFF2-40B4-BE49-F238E27FC236}">
                      <a16:creationId xmlns:a16="http://schemas.microsoft.com/office/drawing/2014/main" xmlns="" id="{36ED43C1-71C1-715E-9DA1-DB486F450F6C}"/>
                    </a:ext>
                  </a:extLst>
                </p:cNvPr>
                <p:cNvSpPr>
                  <a:spLocks/>
                </p:cNvSpPr>
                <p:nvPr/>
              </p:nvSpPr>
              <p:spPr bwMode="gray">
                <a:xfrm rot="5400000" flipH="1">
                  <a:off x="2991290" y="-584406"/>
                  <a:ext cx="32415" cy="42281"/>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2" name="Rectangle 302">
                  <a:extLst>
                    <a:ext uri="{FF2B5EF4-FFF2-40B4-BE49-F238E27FC236}">
                      <a16:creationId xmlns:a16="http://schemas.microsoft.com/office/drawing/2014/main" xmlns="" id="{FDA99255-90B1-79C1-76D7-28A7B7FF39E6}"/>
                    </a:ext>
                  </a:extLst>
                </p:cNvPr>
                <p:cNvSpPr>
                  <a:spLocks noChangeArrowheads="1"/>
                </p:cNvSpPr>
                <p:nvPr/>
              </p:nvSpPr>
              <p:spPr bwMode="gray">
                <a:xfrm rot="5400000" flipH="1">
                  <a:off x="2921530" y="-558334"/>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3" name="Freeform 303">
                  <a:extLst>
                    <a:ext uri="{FF2B5EF4-FFF2-40B4-BE49-F238E27FC236}">
                      <a16:creationId xmlns:a16="http://schemas.microsoft.com/office/drawing/2014/main" xmlns="" id="{A2811BF1-15BF-CCE7-281B-F430EE662A15}"/>
                    </a:ext>
                  </a:extLst>
                </p:cNvPr>
                <p:cNvSpPr>
                  <a:spLocks/>
                </p:cNvSpPr>
                <p:nvPr/>
              </p:nvSpPr>
              <p:spPr bwMode="gray">
                <a:xfrm rot="5400000" flipH="1">
                  <a:off x="3114609" y="-579474"/>
                  <a:ext cx="42986" cy="21845"/>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4" name="Rectangle 304">
                  <a:extLst>
                    <a:ext uri="{FF2B5EF4-FFF2-40B4-BE49-F238E27FC236}">
                      <a16:creationId xmlns:a16="http://schemas.microsoft.com/office/drawing/2014/main" xmlns="" id="{07CE0328-B66D-BB5F-BB7C-506A9689B04B}"/>
                    </a:ext>
                  </a:extLst>
                </p:cNvPr>
                <p:cNvSpPr>
                  <a:spLocks noChangeArrowheads="1"/>
                </p:cNvSpPr>
                <p:nvPr/>
              </p:nvSpPr>
              <p:spPr bwMode="gray">
                <a:xfrm rot="5400000" flipH="1">
                  <a:off x="3039912" y="-568903"/>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5" name="Rectangle 305">
                  <a:extLst>
                    <a:ext uri="{FF2B5EF4-FFF2-40B4-BE49-F238E27FC236}">
                      <a16:creationId xmlns:a16="http://schemas.microsoft.com/office/drawing/2014/main" xmlns="" id="{F6BF4F72-1531-3EC4-62A8-B688FF0CFBA4}"/>
                    </a:ext>
                  </a:extLst>
                </p:cNvPr>
                <p:cNvSpPr>
                  <a:spLocks noChangeArrowheads="1"/>
                </p:cNvSpPr>
                <p:nvPr/>
              </p:nvSpPr>
              <p:spPr bwMode="gray">
                <a:xfrm rot="5400000" flipH="1">
                  <a:off x="3071622" y="-579475"/>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6" name="Rectangle 306">
                  <a:extLst>
                    <a:ext uri="{FF2B5EF4-FFF2-40B4-BE49-F238E27FC236}">
                      <a16:creationId xmlns:a16="http://schemas.microsoft.com/office/drawing/2014/main" xmlns="" id="{4367394A-D2F2-020E-DCDD-F5014D3E9581}"/>
                    </a:ext>
                  </a:extLst>
                </p:cNvPr>
                <p:cNvSpPr>
                  <a:spLocks noChangeArrowheads="1"/>
                </p:cNvSpPr>
                <p:nvPr/>
              </p:nvSpPr>
              <p:spPr bwMode="gray">
                <a:xfrm rot="5400000" flipH="1">
                  <a:off x="3104037" y="-590044"/>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7" name="Rectangle 307">
                  <a:extLst>
                    <a:ext uri="{FF2B5EF4-FFF2-40B4-BE49-F238E27FC236}">
                      <a16:creationId xmlns:a16="http://schemas.microsoft.com/office/drawing/2014/main" xmlns="" id="{7D2F1C39-458A-3CC3-687E-C8AC54DA5981}"/>
                    </a:ext>
                  </a:extLst>
                </p:cNvPr>
                <p:cNvSpPr>
                  <a:spLocks noChangeArrowheads="1"/>
                </p:cNvSpPr>
                <p:nvPr/>
              </p:nvSpPr>
              <p:spPr bwMode="gray">
                <a:xfrm rot="5400000" flipH="1">
                  <a:off x="3082547" y="-590395"/>
                  <a:ext cx="10571"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8" name="Freeform 308">
                  <a:extLst>
                    <a:ext uri="{FF2B5EF4-FFF2-40B4-BE49-F238E27FC236}">
                      <a16:creationId xmlns:a16="http://schemas.microsoft.com/office/drawing/2014/main" xmlns="" id="{E27F4158-FA82-8E32-9493-8388DA061625}"/>
                    </a:ext>
                  </a:extLst>
                </p:cNvPr>
                <p:cNvSpPr>
                  <a:spLocks/>
                </p:cNvSpPr>
                <p:nvPr/>
              </p:nvSpPr>
              <p:spPr bwMode="gray">
                <a:xfrm rot="5400000" flipH="1">
                  <a:off x="3039209" y="-611888"/>
                  <a:ext cx="32415" cy="53555"/>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9" name="Rectangle 309">
                  <a:extLst>
                    <a:ext uri="{FF2B5EF4-FFF2-40B4-BE49-F238E27FC236}">
                      <a16:creationId xmlns:a16="http://schemas.microsoft.com/office/drawing/2014/main" xmlns="" id="{8044953B-0736-6B33-FB45-2E733EC2A461}"/>
                    </a:ext>
                  </a:extLst>
                </p:cNvPr>
                <p:cNvSpPr>
                  <a:spLocks noChangeArrowheads="1"/>
                </p:cNvSpPr>
                <p:nvPr/>
              </p:nvSpPr>
              <p:spPr bwMode="gray">
                <a:xfrm rot="5400000" flipH="1">
                  <a:off x="3135751" y="-601318"/>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0" name="Rectangle 310">
                  <a:extLst>
                    <a:ext uri="{FF2B5EF4-FFF2-40B4-BE49-F238E27FC236}">
                      <a16:creationId xmlns:a16="http://schemas.microsoft.com/office/drawing/2014/main" xmlns="" id="{CDFC4189-CC71-6ACC-D467-24E53808545A}"/>
                    </a:ext>
                  </a:extLst>
                </p:cNvPr>
                <p:cNvSpPr>
                  <a:spLocks noChangeArrowheads="1"/>
                </p:cNvSpPr>
                <p:nvPr/>
              </p:nvSpPr>
              <p:spPr bwMode="gray">
                <a:xfrm rot="5400000" flipH="1">
                  <a:off x="3093116" y="-60096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1" name="Freeform 311">
                  <a:extLst>
                    <a:ext uri="{FF2B5EF4-FFF2-40B4-BE49-F238E27FC236}">
                      <a16:creationId xmlns:a16="http://schemas.microsoft.com/office/drawing/2014/main" xmlns="" id="{DC5DC602-5FD3-B7EB-739F-0940D1940FE0}"/>
                    </a:ext>
                  </a:extLst>
                </p:cNvPr>
                <p:cNvSpPr>
                  <a:spLocks/>
                </p:cNvSpPr>
                <p:nvPr/>
              </p:nvSpPr>
              <p:spPr bwMode="gray">
                <a:xfrm rot="5400000" flipH="1">
                  <a:off x="3093117" y="-665092"/>
                  <a:ext cx="32415" cy="31710"/>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2" name="Freeform 312">
                  <a:extLst>
                    <a:ext uri="{FF2B5EF4-FFF2-40B4-BE49-F238E27FC236}">
                      <a16:creationId xmlns:a16="http://schemas.microsoft.com/office/drawing/2014/main" xmlns="" id="{E2119B22-0A2D-5CE0-A012-67C8E15D3367}"/>
                    </a:ext>
                  </a:extLst>
                </p:cNvPr>
                <p:cNvSpPr>
                  <a:spLocks noEditPoints="1"/>
                </p:cNvSpPr>
                <p:nvPr/>
              </p:nvSpPr>
              <p:spPr bwMode="gray">
                <a:xfrm rot="5400000" flipH="1">
                  <a:off x="2926813" y="-681298"/>
                  <a:ext cx="140230" cy="128251"/>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3" name="Freeform 313">
                  <a:extLst>
                    <a:ext uri="{FF2B5EF4-FFF2-40B4-BE49-F238E27FC236}">
                      <a16:creationId xmlns:a16="http://schemas.microsoft.com/office/drawing/2014/main" xmlns="" id="{CC800FBE-B187-A0AE-5151-49347D72D5D6}"/>
                    </a:ext>
                  </a:extLst>
                </p:cNvPr>
                <p:cNvSpPr>
                  <a:spLocks noEditPoints="1"/>
                </p:cNvSpPr>
                <p:nvPr/>
              </p:nvSpPr>
              <p:spPr bwMode="gray">
                <a:xfrm rot="5400000" flipH="1">
                  <a:off x="2905322" y="-671079"/>
                  <a:ext cx="97246" cy="64829"/>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4" name="Freeform 314">
                  <a:extLst>
                    <a:ext uri="{FF2B5EF4-FFF2-40B4-BE49-F238E27FC236}">
                      <a16:creationId xmlns:a16="http://schemas.microsoft.com/office/drawing/2014/main" xmlns="" id="{5D7D6DEE-8B7A-5650-7A00-09E5341E28FA}"/>
                    </a:ext>
                  </a:extLst>
                </p:cNvPr>
                <p:cNvSpPr>
                  <a:spLocks noEditPoints="1"/>
                </p:cNvSpPr>
                <p:nvPr/>
              </p:nvSpPr>
              <p:spPr bwMode="gray">
                <a:xfrm rot="5400000" flipH="1">
                  <a:off x="3071624" y="-687288"/>
                  <a:ext cx="75401" cy="75401"/>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5" name="Rectangle 315">
                  <a:extLst>
                    <a:ext uri="{FF2B5EF4-FFF2-40B4-BE49-F238E27FC236}">
                      <a16:creationId xmlns:a16="http://schemas.microsoft.com/office/drawing/2014/main" xmlns="" id="{D57E70E3-FBC7-AAB3-1031-6450C7355654}"/>
                    </a:ext>
                  </a:extLst>
                </p:cNvPr>
                <p:cNvSpPr>
                  <a:spLocks noChangeArrowheads="1"/>
                </p:cNvSpPr>
                <p:nvPr/>
              </p:nvSpPr>
              <p:spPr bwMode="gray">
                <a:xfrm rot="5400000" flipH="1">
                  <a:off x="3050130" y="-686936"/>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6" name="Rectangle 316">
                  <a:extLst>
                    <a:ext uri="{FF2B5EF4-FFF2-40B4-BE49-F238E27FC236}">
                      <a16:creationId xmlns:a16="http://schemas.microsoft.com/office/drawing/2014/main" xmlns="" id="{04CBE5CB-4B97-CD74-DD4D-09F5E6C61214}"/>
                    </a:ext>
                  </a:extLst>
                </p:cNvPr>
                <p:cNvSpPr>
                  <a:spLocks noChangeArrowheads="1"/>
                </p:cNvSpPr>
                <p:nvPr/>
              </p:nvSpPr>
              <p:spPr bwMode="gray">
                <a:xfrm rot="5400000" flipH="1">
                  <a:off x="3145968" y="-691166"/>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7" name="Rectangle 317">
                  <a:extLst>
                    <a:ext uri="{FF2B5EF4-FFF2-40B4-BE49-F238E27FC236}">
                      <a16:creationId xmlns:a16="http://schemas.microsoft.com/office/drawing/2014/main" xmlns="" id="{DC6256CF-F8A2-F85B-7223-ACEAE2D05628}"/>
                    </a:ext>
                  </a:extLst>
                </p:cNvPr>
                <p:cNvSpPr>
                  <a:spLocks noChangeArrowheads="1"/>
                </p:cNvSpPr>
                <p:nvPr/>
              </p:nvSpPr>
              <p:spPr bwMode="gray">
                <a:xfrm rot="5400000" flipH="1">
                  <a:off x="3144558" y="-722874"/>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8" name="Rectangle 318">
                  <a:extLst>
                    <a:ext uri="{FF2B5EF4-FFF2-40B4-BE49-F238E27FC236}">
                      <a16:creationId xmlns:a16="http://schemas.microsoft.com/office/drawing/2014/main" xmlns="" id="{422DC496-0D15-9DCA-E6AD-65C6DD178BCA}"/>
                    </a:ext>
                  </a:extLst>
                </p:cNvPr>
                <p:cNvSpPr>
                  <a:spLocks noChangeArrowheads="1"/>
                </p:cNvSpPr>
                <p:nvPr/>
              </p:nvSpPr>
              <p:spPr bwMode="gray">
                <a:xfrm rot="5400000" flipH="1">
                  <a:off x="2918004" y="-721112"/>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9" name="Rectangle 319">
                  <a:extLst>
                    <a:ext uri="{FF2B5EF4-FFF2-40B4-BE49-F238E27FC236}">
                      <a16:creationId xmlns:a16="http://schemas.microsoft.com/office/drawing/2014/main" xmlns="" id="{AA733221-3B0E-5E81-DBF1-13B4DD57AAFA}"/>
                    </a:ext>
                  </a:extLst>
                </p:cNvPr>
                <p:cNvSpPr>
                  <a:spLocks noChangeArrowheads="1"/>
                </p:cNvSpPr>
                <p:nvPr/>
              </p:nvSpPr>
              <p:spPr bwMode="gray">
                <a:xfrm rot="5400000" flipH="1">
                  <a:off x="2885942" y="-692573"/>
                  <a:ext cx="37348"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0" name="Rectangle 320">
                  <a:extLst>
                    <a:ext uri="{FF2B5EF4-FFF2-40B4-BE49-F238E27FC236}">
                      <a16:creationId xmlns:a16="http://schemas.microsoft.com/office/drawing/2014/main" xmlns="" id="{B2AEE778-06C7-099F-9D57-7B145D2A9AFA}"/>
                    </a:ext>
                  </a:extLst>
                </p:cNvPr>
                <p:cNvSpPr>
                  <a:spLocks noChangeArrowheads="1"/>
                </p:cNvSpPr>
                <p:nvPr/>
              </p:nvSpPr>
              <p:spPr bwMode="gray">
                <a:xfrm rot="5400000" flipH="1">
                  <a:off x="2887351" y="-464260"/>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1" name="Rectangle 321">
                  <a:extLst>
                    <a:ext uri="{FF2B5EF4-FFF2-40B4-BE49-F238E27FC236}">
                      <a16:creationId xmlns:a16="http://schemas.microsoft.com/office/drawing/2014/main" xmlns="" id="{F2D033C5-1515-03DF-783C-5D0F5FA90A47}"/>
                    </a:ext>
                  </a:extLst>
                </p:cNvPr>
                <p:cNvSpPr>
                  <a:spLocks noChangeArrowheads="1"/>
                </p:cNvSpPr>
                <p:nvPr/>
              </p:nvSpPr>
              <p:spPr bwMode="gray">
                <a:xfrm rot="5400000" flipH="1">
                  <a:off x="2916242" y="-462145"/>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2" name="Rectangle 322">
                  <a:extLst>
                    <a:ext uri="{FF2B5EF4-FFF2-40B4-BE49-F238E27FC236}">
                      <a16:creationId xmlns:a16="http://schemas.microsoft.com/office/drawing/2014/main" xmlns="" id="{56FF64C9-25B9-ADEA-FE79-C5931D3FE3F0}"/>
                    </a:ext>
                  </a:extLst>
                </p:cNvPr>
                <p:cNvSpPr>
                  <a:spLocks noChangeArrowheads="1"/>
                </p:cNvSpPr>
                <p:nvPr/>
              </p:nvSpPr>
              <p:spPr bwMode="gray">
                <a:xfrm rot="5400000" flipH="1">
                  <a:off x="3142796" y="-460383"/>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3" name="Rectangle 323">
                  <a:extLst>
                    <a:ext uri="{FF2B5EF4-FFF2-40B4-BE49-F238E27FC236}">
                      <a16:creationId xmlns:a16="http://schemas.microsoft.com/office/drawing/2014/main" xmlns="" id="{930C56B1-9806-1085-08CD-12854C50DFEB}"/>
                    </a:ext>
                  </a:extLst>
                </p:cNvPr>
                <p:cNvSpPr>
                  <a:spLocks noChangeArrowheads="1"/>
                </p:cNvSpPr>
                <p:nvPr/>
              </p:nvSpPr>
              <p:spPr bwMode="gray">
                <a:xfrm rot="5400000" flipH="1">
                  <a:off x="3144206" y="-462498"/>
                  <a:ext cx="38053"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470" name="TextBox 469">
                <a:extLst>
                  <a:ext uri="{FF2B5EF4-FFF2-40B4-BE49-F238E27FC236}">
                    <a16:creationId xmlns:a16="http://schemas.microsoft.com/office/drawing/2014/main" xmlns="" id="{CE6B7C26-AA98-953D-FA37-E3FD33677236}"/>
                  </a:ext>
                </a:extLst>
              </p:cNvPr>
              <p:cNvSpPr txBox="1"/>
              <p:nvPr/>
            </p:nvSpPr>
            <p:spPr bwMode="gray">
              <a:xfrm>
                <a:off x="1948548" y="1494245"/>
                <a:ext cx="693051" cy="328007"/>
              </a:xfrm>
              <a:prstGeom prst="wedgeRectCallout">
                <a:avLst>
                  <a:gd name="adj1" fmla="val 66743"/>
                  <a:gd name="adj2" fmla="val -54933"/>
                </a:avLst>
              </a:prstGeom>
              <a:solidFill>
                <a:schemeClr val="bg1">
                  <a:lumMod val="95000"/>
                </a:schemeClr>
              </a:solidFill>
              <a:ln w="6350">
                <a:solidFill>
                  <a:schemeClr val="bg1">
                    <a:lumMod val="75000"/>
                  </a:schemeClr>
                </a:solidFill>
              </a:ln>
            </p:spPr>
            <p:txBody>
              <a:bodyPr wrap="square" lIns="76200" tIns="45720" rIns="76200" bIns="45720" rtlCol="0" anchor="ctr" anchorCtr="1">
                <a:spAutoFit/>
              </a:bodyPr>
              <a:lstStyle/>
              <a:p>
                <a:pPr lvl="0">
                  <a:defRPr/>
                </a:pPr>
                <a:r>
                  <a:rPr lang="en-US" sz="600" b="1" dirty="0"/>
                  <a:t>Please pay Birr XX</a:t>
                </a:r>
              </a:p>
            </p:txBody>
          </p:sp>
        </p:grpSp>
        <p:grpSp>
          <p:nvGrpSpPr>
            <p:cNvPr id="9" name="Group 8">
              <a:extLst>
                <a:ext uri="{FF2B5EF4-FFF2-40B4-BE49-F238E27FC236}">
                  <a16:creationId xmlns:a16="http://schemas.microsoft.com/office/drawing/2014/main" xmlns="" id="{8E32E96A-44A6-FBA4-3DC8-294E2CFF785D}"/>
                </a:ext>
              </a:extLst>
            </p:cNvPr>
            <p:cNvGrpSpPr/>
            <p:nvPr/>
          </p:nvGrpSpPr>
          <p:grpSpPr>
            <a:xfrm>
              <a:off x="10392688" y="1631261"/>
              <a:ext cx="569816" cy="1255560"/>
              <a:chOff x="10583041" y="1029676"/>
              <a:chExt cx="674745" cy="1486768"/>
            </a:xfrm>
          </p:grpSpPr>
          <p:grpSp>
            <p:nvGrpSpPr>
              <p:cNvPr id="391" name="Group 390">
                <a:extLst>
                  <a:ext uri="{FF2B5EF4-FFF2-40B4-BE49-F238E27FC236}">
                    <a16:creationId xmlns:a16="http://schemas.microsoft.com/office/drawing/2014/main" xmlns="" id="{101D3C93-06EA-71D6-967A-DF4802AC9A69}"/>
                  </a:ext>
                </a:extLst>
              </p:cNvPr>
              <p:cNvGrpSpPr/>
              <p:nvPr/>
            </p:nvGrpSpPr>
            <p:grpSpPr bwMode="gray">
              <a:xfrm>
                <a:off x="10583041" y="1029676"/>
                <a:ext cx="674745" cy="1486768"/>
                <a:chOff x="13245594" y="3448825"/>
                <a:chExt cx="367136" cy="808966"/>
              </a:xfrm>
            </p:grpSpPr>
            <p:sp>
              <p:nvSpPr>
                <p:cNvPr id="404" name="Freeform 273">
                  <a:extLst>
                    <a:ext uri="{FF2B5EF4-FFF2-40B4-BE49-F238E27FC236}">
                      <a16:creationId xmlns:a16="http://schemas.microsoft.com/office/drawing/2014/main" xmlns="" id="{03230ECC-FA4F-8461-486A-C98E410C6E9F}"/>
                    </a:ext>
                  </a:extLst>
                </p:cNvPr>
                <p:cNvSpPr>
                  <a:spLocks/>
                </p:cNvSpPr>
                <p:nvPr/>
              </p:nvSpPr>
              <p:spPr bwMode="gray">
                <a:xfrm rot="5400000" flipH="1">
                  <a:off x="13024679" y="3669740"/>
                  <a:ext cx="808966" cy="367136"/>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sp>
              <p:nvSpPr>
                <p:cNvPr id="405" name="Oval 274">
                  <a:extLst>
                    <a:ext uri="{FF2B5EF4-FFF2-40B4-BE49-F238E27FC236}">
                      <a16:creationId xmlns:a16="http://schemas.microsoft.com/office/drawing/2014/main" xmlns="" id="{C7C6ABFB-BE65-EDF1-621D-C3A15E9420C9}"/>
                    </a:ext>
                  </a:extLst>
                </p:cNvPr>
                <p:cNvSpPr>
                  <a:spLocks noChangeArrowheads="1"/>
                </p:cNvSpPr>
                <p:nvPr/>
              </p:nvSpPr>
              <p:spPr bwMode="gray">
                <a:xfrm rot="5400000" flipH="1">
                  <a:off x="13395338" y="4151033"/>
                  <a:ext cx="68353" cy="69058"/>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sp>
              <p:nvSpPr>
                <p:cNvPr id="406" name="Freeform 275">
                  <a:extLst>
                    <a:ext uri="{FF2B5EF4-FFF2-40B4-BE49-F238E27FC236}">
                      <a16:creationId xmlns:a16="http://schemas.microsoft.com/office/drawing/2014/main" xmlns="" id="{7C308495-EE8C-D08B-E862-B51936BEBBCC}"/>
                    </a:ext>
                  </a:extLst>
                </p:cNvPr>
                <p:cNvSpPr>
                  <a:spLocks/>
                </p:cNvSpPr>
                <p:nvPr/>
              </p:nvSpPr>
              <p:spPr bwMode="gray">
                <a:xfrm rot="5400000" flipH="1">
                  <a:off x="13149406" y="3681721"/>
                  <a:ext cx="560216" cy="315693"/>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sp>
              <p:nvSpPr>
                <p:cNvPr id="407" name="Freeform 280">
                  <a:extLst>
                    <a:ext uri="{FF2B5EF4-FFF2-40B4-BE49-F238E27FC236}">
                      <a16:creationId xmlns:a16="http://schemas.microsoft.com/office/drawing/2014/main" xmlns="" id="{CA9B54C6-E50A-5457-388A-9F6F6ED517F7}"/>
                    </a:ext>
                  </a:extLst>
                </p:cNvPr>
                <p:cNvSpPr>
                  <a:spLocks/>
                </p:cNvSpPr>
                <p:nvPr/>
              </p:nvSpPr>
              <p:spPr bwMode="gray">
                <a:xfrm rot="5400000" flipH="1">
                  <a:off x="13425287" y="3442483"/>
                  <a:ext cx="8457" cy="124022"/>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grpSp>
          <p:sp>
            <p:nvSpPr>
              <p:cNvPr id="392" name="TextBox 391">
                <a:extLst>
                  <a:ext uri="{FF2B5EF4-FFF2-40B4-BE49-F238E27FC236}">
                    <a16:creationId xmlns:a16="http://schemas.microsoft.com/office/drawing/2014/main" xmlns="" id="{7BD6677D-8385-D634-20EE-9B97F6FC4848}"/>
                  </a:ext>
                </a:extLst>
              </p:cNvPr>
              <p:cNvSpPr txBox="1"/>
              <p:nvPr/>
            </p:nvSpPr>
            <p:spPr>
              <a:xfrm>
                <a:off x="10649180" y="1303021"/>
                <a:ext cx="542466" cy="76535"/>
              </a:xfrm>
              <a:prstGeom prst="rect">
                <a:avLst/>
              </a:prstGeom>
              <a:solidFill>
                <a:srgbClr val="FEF9E6"/>
              </a:solidFill>
            </p:spPr>
            <p:txBody>
              <a:bodyPr vert="horz" wrap="square" lIns="27432" tIns="18288" rIns="18288" bIns="18288"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00" b="1" dirty="0"/>
                  <a:t>Pay [Merchant XYZ]</a:t>
                </a:r>
              </a:p>
            </p:txBody>
          </p:sp>
          <p:grpSp>
            <p:nvGrpSpPr>
              <p:cNvPr id="393" name="Group 392">
                <a:extLst>
                  <a:ext uri="{FF2B5EF4-FFF2-40B4-BE49-F238E27FC236}">
                    <a16:creationId xmlns:a16="http://schemas.microsoft.com/office/drawing/2014/main" xmlns="" id="{D808C988-1B20-07B7-04B0-AB1EE48F00B0}"/>
                  </a:ext>
                </a:extLst>
              </p:cNvPr>
              <p:cNvGrpSpPr>
                <a:grpSpLocks/>
              </p:cNvGrpSpPr>
              <p:nvPr/>
            </p:nvGrpSpPr>
            <p:grpSpPr>
              <a:xfrm>
                <a:off x="10722384" y="1729875"/>
                <a:ext cx="179388" cy="76200"/>
                <a:chOff x="10831513" y="2003425"/>
                <a:chExt cx="179388" cy="76200"/>
              </a:xfrm>
              <a:solidFill>
                <a:srgbClr val="92D050"/>
              </a:solidFill>
            </p:grpSpPr>
            <p:sp>
              <p:nvSpPr>
                <p:cNvPr id="402" name="Rectangle 401">
                  <a:extLst>
                    <a:ext uri="{FF2B5EF4-FFF2-40B4-BE49-F238E27FC236}">
                      <a16:creationId xmlns:a16="http://schemas.microsoft.com/office/drawing/2014/main" xmlns="" id="{328A90F7-D411-4BC7-3DA3-64B9A738B466}"/>
                    </a:ext>
                  </a:extLst>
                </p:cNvPr>
                <p:cNvSpPr>
                  <a:spLocks noChangeArrowheads="1"/>
                </p:cNvSpPr>
                <p:nvPr/>
              </p:nvSpPr>
              <p:spPr bwMode="auto">
                <a:xfrm>
                  <a:off x="10831513" y="2003425"/>
                  <a:ext cx="179388" cy="762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p>
              </p:txBody>
            </p:sp>
            <p:sp>
              <p:nvSpPr>
                <p:cNvPr id="403" name="Rectangle 402">
                  <a:extLst>
                    <a:ext uri="{FF2B5EF4-FFF2-40B4-BE49-F238E27FC236}">
                      <a16:creationId xmlns:a16="http://schemas.microsoft.com/office/drawing/2014/main" xmlns="" id="{2FB00DD9-F41E-1602-E92D-8615B1FF58B8}"/>
                    </a:ext>
                  </a:extLst>
                </p:cNvPr>
                <p:cNvSpPr>
                  <a:spLocks noChangeArrowheads="1"/>
                </p:cNvSpPr>
                <p:nvPr/>
              </p:nvSpPr>
              <p:spPr bwMode="auto">
                <a:xfrm>
                  <a:off x="10831513" y="2003425"/>
                  <a:ext cx="179388" cy="76200"/>
                </a:xfrm>
                <a:prstGeom prst="rect">
                  <a:avLst/>
                </a:prstGeom>
                <a:grp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p>
              </p:txBody>
            </p:sp>
          </p:grpSp>
          <p:sp>
            <p:nvSpPr>
              <p:cNvPr id="394" name="Freeform 99">
                <a:extLst>
                  <a:ext uri="{FF2B5EF4-FFF2-40B4-BE49-F238E27FC236}">
                    <a16:creationId xmlns:a16="http://schemas.microsoft.com/office/drawing/2014/main" xmlns="" id="{14F4D34A-E93C-A901-8921-886A17B24C82}"/>
                  </a:ext>
                </a:extLst>
              </p:cNvPr>
              <p:cNvSpPr>
                <a:spLocks/>
              </p:cNvSpPr>
              <p:nvPr>
                <p:custDataLst>
                  <p:tags r:id="rId4"/>
                </p:custDataLst>
              </p:nvPr>
            </p:nvSpPr>
            <p:spPr bwMode="auto">
              <a:xfrm>
                <a:off x="10784488" y="1741801"/>
                <a:ext cx="55180" cy="52349"/>
              </a:xfrm>
              <a:custGeom>
                <a:avLst/>
                <a:gdLst>
                  <a:gd name="T0" fmla="*/ 3040 w 3040"/>
                  <a:gd name="T1" fmla="*/ 109 h 2884"/>
                  <a:gd name="T2" fmla="*/ 2860 w 3040"/>
                  <a:gd name="T3" fmla="*/ 256 h 2884"/>
                  <a:gd name="T4" fmla="*/ 2673 w 3040"/>
                  <a:gd name="T5" fmla="*/ 428 h 2884"/>
                  <a:gd name="T6" fmla="*/ 2479 w 3040"/>
                  <a:gd name="T7" fmla="*/ 627 h 2884"/>
                  <a:gd name="T8" fmla="*/ 2277 w 3040"/>
                  <a:gd name="T9" fmla="*/ 853 h 2884"/>
                  <a:gd name="T10" fmla="*/ 2067 w 3040"/>
                  <a:gd name="T11" fmla="*/ 1106 h 2884"/>
                  <a:gd name="T12" fmla="*/ 1926 w 3040"/>
                  <a:gd name="T13" fmla="*/ 1287 h 2884"/>
                  <a:gd name="T14" fmla="*/ 1727 w 3040"/>
                  <a:gd name="T15" fmla="*/ 1556 h 2884"/>
                  <a:gd name="T16" fmla="*/ 1546 w 3040"/>
                  <a:gd name="T17" fmla="*/ 1819 h 2884"/>
                  <a:gd name="T18" fmla="*/ 1385 w 3040"/>
                  <a:gd name="T19" fmla="*/ 2076 h 2884"/>
                  <a:gd name="T20" fmla="*/ 1243 w 3040"/>
                  <a:gd name="T21" fmla="*/ 2324 h 2884"/>
                  <a:gd name="T22" fmla="*/ 1120 w 3040"/>
                  <a:gd name="T23" fmla="*/ 2567 h 2884"/>
                  <a:gd name="T24" fmla="*/ 865 w 3040"/>
                  <a:gd name="T25" fmla="*/ 2741 h 2884"/>
                  <a:gd name="T26" fmla="*/ 704 w 3040"/>
                  <a:gd name="T27" fmla="*/ 2867 h 2884"/>
                  <a:gd name="T28" fmla="*/ 675 w 3040"/>
                  <a:gd name="T29" fmla="*/ 2856 h 2884"/>
                  <a:gd name="T30" fmla="*/ 603 w 3040"/>
                  <a:gd name="T31" fmla="*/ 2655 h 2884"/>
                  <a:gd name="T32" fmla="*/ 498 w 3040"/>
                  <a:gd name="T33" fmla="*/ 2404 h 2884"/>
                  <a:gd name="T34" fmla="*/ 401 w 3040"/>
                  <a:gd name="T35" fmla="*/ 2197 h 2884"/>
                  <a:gd name="T36" fmla="*/ 311 w 3040"/>
                  <a:gd name="T37" fmla="*/ 2034 h 2884"/>
                  <a:gd name="T38" fmla="*/ 253 w 3040"/>
                  <a:gd name="T39" fmla="*/ 1950 h 2884"/>
                  <a:gd name="T40" fmla="*/ 164 w 3040"/>
                  <a:gd name="T41" fmla="*/ 1855 h 2884"/>
                  <a:gd name="T42" fmla="*/ 69 w 3040"/>
                  <a:gd name="T43" fmla="*/ 1786 h 2884"/>
                  <a:gd name="T44" fmla="*/ 0 w 3040"/>
                  <a:gd name="T45" fmla="*/ 1757 h 2884"/>
                  <a:gd name="T46" fmla="*/ 87 w 3040"/>
                  <a:gd name="T47" fmla="*/ 1672 h 2884"/>
                  <a:gd name="T48" fmla="*/ 172 w 3040"/>
                  <a:gd name="T49" fmla="*/ 1605 h 2884"/>
                  <a:gd name="T50" fmla="*/ 254 w 3040"/>
                  <a:gd name="T51" fmla="*/ 1555 h 2884"/>
                  <a:gd name="T52" fmla="*/ 332 w 3040"/>
                  <a:gd name="T53" fmla="*/ 1523 h 2884"/>
                  <a:gd name="T54" fmla="*/ 409 w 3040"/>
                  <a:gd name="T55" fmla="*/ 1508 h 2884"/>
                  <a:gd name="T56" fmla="*/ 444 w 3040"/>
                  <a:gd name="T57" fmla="*/ 1507 h 2884"/>
                  <a:gd name="T58" fmla="*/ 476 w 3040"/>
                  <a:gd name="T59" fmla="*/ 1513 h 2884"/>
                  <a:gd name="T60" fmla="*/ 543 w 3040"/>
                  <a:gd name="T61" fmla="*/ 1551 h 2884"/>
                  <a:gd name="T62" fmla="*/ 612 w 3040"/>
                  <a:gd name="T63" fmla="*/ 1621 h 2884"/>
                  <a:gd name="T64" fmla="*/ 683 w 3040"/>
                  <a:gd name="T65" fmla="*/ 1723 h 2884"/>
                  <a:gd name="T66" fmla="*/ 757 w 3040"/>
                  <a:gd name="T67" fmla="*/ 1858 h 2884"/>
                  <a:gd name="T68" fmla="*/ 877 w 3040"/>
                  <a:gd name="T69" fmla="*/ 2117 h 2884"/>
                  <a:gd name="T70" fmla="*/ 973 w 3040"/>
                  <a:gd name="T71" fmla="*/ 1963 h 2884"/>
                  <a:gd name="T72" fmla="*/ 1129 w 3040"/>
                  <a:gd name="T73" fmla="*/ 1731 h 2884"/>
                  <a:gd name="T74" fmla="*/ 1299 w 3040"/>
                  <a:gd name="T75" fmla="*/ 1503 h 2884"/>
                  <a:gd name="T76" fmla="*/ 1485 w 3040"/>
                  <a:gd name="T77" fmla="*/ 1277 h 2884"/>
                  <a:gd name="T78" fmla="*/ 1685 w 3040"/>
                  <a:gd name="T79" fmla="*/ 1052 h 2884"/>
                  <a:gd name="T80" fmla="*/ 1828 w 3040"/>
                  <a:gd name="T81" fmla="*/ 904 h 2884"/>
                  <a:gd name="T82" fmla="*/ 2045 w 3040"/>
                  <a:gd name="T83" fmla="*/ 693 h 2884"/>
                  <a:gd name="T84" fmla="*/ 2260 w 3040"/>
                  <a:gd name="T85" fmla="*/ 502 h 2884"/>
                  <a:gd name="T86" fmla="*/ 2474 w 3040"/>
                  <a:gd name="T87" fmla="*/ 328 h 2884"/>
                  <a:gd name="T88" fmla="*/ 2685 w 3040"/>
                  <a:gd name="T89" fmla="*/ 175 h 2884"/>
                  <a:gd name="T90" fmla="*/ 2893 w 3040"/>
                  <a:gd name="T91" fmla="*/ 40 h 2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40" h="2884">
                    <a:moveTo>
                      <a:pt x="2963" y="0"/>
                    </a:moveTo>
                    <a:lnTo>
                      <a:pt x="3040" y="109"/>
                    </a:lnTo>
                    <a:lnTo>
                      <a:pt x="3040" y="109"/>
                    </a:lnTo>
                    <a:lnTo>
                      <a:pt x="2981" y="155"/>
                    </a:lnTo>
                    <a:lnTo>
                      <a:pt x="2922" y="203"/>
                    </a:lnTo>
                    <a:lnTo>
                      <a:pt x="2860" y="256"/>
                    </a:lnTo>
                    <a:lnTo>
                      <a:pt x="2799" y="309"/>
                    </a:lnTo>
                    <a:lnTo>
                      <a:pt x="2736" y="367"/>
                    </a:lnTo>
                    <a:lnTo>
                      <a:pt x="2673" y="428"/>
                    </a:lnTo>
                    <a:lnTo>
                      <a:pt x="2610" y="491"/>
                    </a:lnTo>
                    <a:lnTo>
                      <a:pt x="2545" y="557"/>
                    </a:lnTo>
                    <a:lnTo>
                      <a:pt x="2479" y="627"/>
                    </a:lnTo>
                    <a:lnTo>
                      <a:pt x="2413" y="699"/>
                    </a:lnTo>
                    <a:lnTo>
                      <a:pt x="2346" y="775"/>
                    </a:lnTo>
                    <a:lnTo>
                      <a:pt x="2277" y="853"/>
                    </a:lnTo>
                    <a:lnTo>
                      <a:pt x="2209" y="934"/>
                    </a:lnTo>
                    <a:lnTo>
                      <a:pt x="2139" y="1018"/>
                    </a:lnTo>
                    <a:lnTo>
                      <a:pt x="2067" y="1106"/>
                    </a:lnTo>
                    <a:lnTo>
                      <a:pt x="1996" y="1196"/>
                    </a:lnTo>
                    <a:lnTo>
                      <a:pt x="1996" y="1196"/>
                    </a:lnTo>
                    <a:lnTo>
                      <a:pt x="1926" y="1287"/>
                    </a:lnTo>
                    <a:lnTo>
                      <a:pt x="1858" y="1377"/>
                    </a:lnTo>
                    <a:lnTo>
                      <a:pt x="1790" y="1468"/>
                    </a:lnTo>
                    <a:lnTo>
                      <a:pt x="1727" y="1556"/>
                    </a:lnTo>
                    <a:lnTo>
                      <a:pt x="1664" y="1645"/>
                    </a:lnTo>
                    <a:lnTo>
                      <a:pt x="1605" y="1733"/>
                    </a:lnTo>
                    <a:lnTo>
                      <a:pt x="1546" y="1819"/>
                    </a:lnTo>
                    <a:lnTo>
                      <a:pt x="1490" y="1905"/>
                    </a:lnTo>
                    <a:lnTo>
                      <a:pt x="1437" y="1991"/>
                    </a:lnTo>
                    <a:lnTo>
                      <a:pt x="1385" y="2076"/>
                    </a:lnTo>
                    <a:lnTo>
                      <a:pt x="1336" y="2159"/>
                    </a:lnTo>
                    <a:lnTo>
                      <a:pt x="1289" y="2242"/>
                    </a:lnTo>
                    <a:lnTo>
                      <a:pt x="1243" y="2324"/>
                    </a:lnTo>
                    <a:lnTo>
                      <a:pt x="1200" y="2405"/>
                    </a:lnTo>
                    <a:lnTo>
                      <a:pt x="1160" y="2486"/>
                    </a:lnTo>
                    <a:lnTo>
                      <a:pt x="1120" y="2567"/>
                    </a:lnTo>
                    <a:lnTo>
                      <a:pt x="958" y="2676"/>
                    </a:lnTo>
                    <a:lnTo>
                      <a:pt x="958" y="2676"/>
                    </a:lnTo>
                    <a:lnTo>
                      <a:pt x="865" y="2741"/>
                    </a:lnTo>
                    <a:lnTo>
                      <a:pt x="788" y="2798"/>
                    </a:lnTo>
                    <a:lnTo>
                      <a:pt x="728" y="2845"/>
                    </a:lnTo>
                    <a:lnTo>
                      <a:pt x="704" y="2867"/>
                    </a:lnTo>
                    <a:lnTo>
                      <a:pt x="683" y="2884"/>
                    </a:lnTo>
                    <a:lnTo>
                      <a:pt x="683" y="2884"/>
                    </a:lnTo>
                    <a:lnTo>
                      <a:pt x="675" y="2856"/>
                    </a:lnTo>
                    <a:lnTo>
                      <a:pt x="666" y="2825"/>
                    </a:lnTo>
                    <a:lnTo>
                      <a:pt x="639" y="2748"/>
                    </a:lnTo>
                    <a:lnTo>
                      <a:pt x="603" y="2655"/>
                    </a:lnTo>
                    <a:lnTo>
                      <a:pt x="560" y="2546"/>
                    </a:lnTo>
                    <a:lnTo>
                      <a:pt x="498" y="2404"/>
                    </a:lnTo>
                    <a:lnTo>
                      <a:pt x="498" y="2404"/>
                    </a:lnTo>
                    <a:lnTo>
                      <a:pt x="465" y="2330"/>
                    </a:lnTo>
                    <a:lnTo>
                      <a:pt x="433" y="2261"/>
                    </a:lnTo>
                    <a:lnTo>
                      <a:pt x="401" y="2197"/>
                    </a:lnTo>
                    <a:lnTo>
                      <a:pt x="371" y="2137"/>
                    </a:lnTo>
                    <a:lnTo>
                      <a:pt x="340" y="2084"/>
                    </a:lnTo>
                    <a:lnTo>
                      <a:pt x="311" y="2034"/>
                    </a:lnTo>
                    <a:lnTo>
                      <a:pt x="281" y="1991"/>
                    </a:lnTo>
                    <a:lnTo>
                      <a:pt x="253" y="1950"/>
                    </a:lnTo>
                    <a:lnTo>
                      <a:pt x="253" y="1950"/>
                    </a:lnTo>
                    <a:lnTo>
                      <a:pt x="225" y="1915"/>
                    </a:lnTo>
                    <a:lnTo>
                      <a:pt x="195" y="1885"/>
                    </a:lnTo>
                    <a:lnTo>
                      <a:pt x="164" y="1855"/>
                    </a:lnTo>
                    <a:lnTo>
                      <a:pt x="133" y="1829"/>
                    </a:lnTo>
                    <a:lnTo>
                      <a:pt x="101" y="1807"/>
                    </a:lnTo>
                    <a:lnTo>
                      <a:pt x="69" y="1786"/>
                    </a:lnTo>
                    <a:lnTo>
                      <a:pt x="35" y="1770"/>
                    </a:lnTo>
                    <a:lnTo>
                      <a:pt x="0" y="1757"/>
                    </a:lnTo>
                    <a:lnTo>
                      <a:pt x="0" y="1757"/>
                    </a:lnTo>
                    <a:lnTo>
                      <a:pt x="30" y="1726"/>
                    </a:lnTo>
                    <a:lnTo>
                      <a:pt x="59" y="1698"/>
                    </a:lnTo>
                    <a:lnTo>
                      <a:pt x="87" y="1672"/>
                    </a:lnTo>
                    <a:lnTo>
                      <a:pt x="116" y="1646"/>
                    </a:lnTo>
                    <a:lnTo>
                      <a:pt x="144" y="1625"/>
                    </a:lnTo>
                    <a:lnTo>
                      <a:pt x="172" y="1605"/>
                    </a:lnTo>
                    <a:lnTo>
                      <a:pt x="199" y="1586"/>
                    </a:lnTo>
                    <a:lnTo>
                      <a:pt x="227" y="1568"/>
                    </a:lnTo>
                    <a:lnTo>
                      <a:pt x="254" y="1555"/>
                    </a:lnTo>
                    <a:lnTo>
                      <a:pt x="281" y="1542"/>
                    </a:lnTo>
                    <a:lnTo>
                      <a:pt x="307" y="1531"/>
                    </a:lnTo>
                    <a:lnTo>
                      <a:pt x="332" y="1523"/>
                    </a:lnTo>
                    <a:lnTo>
                      <a:pt x="359" y="1516"/>
                    </a:lnTo>
                    <a:lnTo>
                      <a:pt x="385" y="1511"/>
                    </a:lnTo>
                    <a:lnTo>
                      <a:pt x="409" y="1508"/>
                    </a:lnTo>
                    <a:lnTo>
                      <a:pt x="434" y="1507"/>
                    </a:lnTo>
                    <a:lnTo>
                      <a:pt x="434" y="1507"/>
                    </a:lnTo>
                    <a:lnTo>
                      <a:pt x="444" y="1507"/>
                    </a:lnTo>
                    <a:lnTo>
                      <a:pt x="455" y="1508"/>
                    </a:lnTo>
                    <a:lnTo>
                      <a:pt x="465" y="1511"/>
                    </a:lnTo>
                    <a:lnTo>
                      <a:pt x="476" y="1513"/>
                    </a:lnTo>
                    <a:lnTo>
                      <a:pt x="499" y="1523"/>
                    </a:lnTo>
                    <a:lnTo>
                      <a:pt x="521" y="1535"/>
                    </a:lnTo>
                    <a:lnTo>
                      <a:pt x="543" y="1551"/>
                    </a:lnTo>
                    <a:lnTo>
                      <a:pt x="566" y="1571"/>
                    </a:lnTo>
                    <a:lnTo>
                      <a:pt x="589" y="1594"/>
                    </a:lnTo>
                    <a:lnTo>
                      <a:pt x="612" y="1621"/>
                    </a:lnTo>
                    <a:lnTo>
                      <a:pt x="636" y="1652"/>
                    </a:lnTo>
                    <a:lnTo>
                      <a:pt x="659" y="1685"/>
                    </a:lnTo>
                    <a:lnTo>
                      <a:pt x="683" y="1723"/>
                    </a:lnTo>
                    <a:lnTo>
                      <a:pt x="708" y="1763"/>
                    </a:lnTo>
                    <a:lnTo>
                      <a:pt x="733" y="1809"/>
                    </a:lnTo>
                    <a:lnTo>
                      <a:pt x="757" y="1858"/>
                    </a:lnTo>
                    <a:lnTo>
                      <a:pt x="783" y="1909"/>
                    </a:lnTo>
                    <a:lnTo>
                      <a:pt x="808" y="1964"/>
                    </a:lnTo>
                    <a:lnTo>
                      <a:pt x="877" y="2117"/>
                    </a:lnTo>
                    <a:lnTo>
                      <a:pt x="877" y="2117"/>
                    </a:lnTo>
                    <a:lnTo>
                      <a:pt x="924" y="2039"/>
                    </a:lnTo>
                    <a:lnTo>
                      <a:pt x="973" y="1963"/>
                    </a:lnTo>
                    <a:lnTo>
                      <a:pt x="1024" y="1885"/>
                    </a:lnTo>
                    <a:lnTo>
                      <a:pt x="1075" y="1808"/>
                    </a:lnTo>
                    <a:lnTo>
                      <a:pt x="1129" y="1731"/>
                    </a:lnTo>
                    <a:lnTo>
                      <a:pt x="1184" y="1655"/>
                    </a:lnTo>
                    <a:lnTo>
                      <a:pt x="1242" y="1578"/>
                    </a:lnTo>
                    <a:lnTo>
                      <a:pt x="1299" y="1503"/>
                    </a:lnTo>
                    <a:lnTo>
                      <a:pt x="1360" y="1427"/>
                    </a:lnTo>
                    <a:lnTo>
                      <a:pt x="1422" y="1351"/>
                    </a:lnTo>
                    <a:lnTo>
                      <a:pt x="1485" y="1277"/>
                    </a:lnTo>
                    <a:lnTo>
                      <a:pt x="1551" y="1201"/>
                    </a:lnTo>
                    <a:lnTo>
                      <a:pt x="1618" y="1127"/>
                    </a:lnTo>
                    <a:lnTo>
                      <a:pt x="1685" y="1052"/>
                    </a:lnTo>
                    <a:lnTo>
                      <a:pt x="1757" y="978"/>
                    </a:lnTo>
                    <a:lnTo>
                      <a:pt x="1828" y="904"/>
                    </a:lnTo>
                    <a:lnTo>
                      <a:pt x="1828" y="904"/>
                    </a:lnTo>
                    <a:lnTo>
                      <a:pt x="1901" y="831"/>
                    </a:lnTo>
                    <a:lnTo>
                      <a:pt x="1973" y="761"/>
                    </a:lnTo>
                    <a:lnTo>
                      <a:pt x="2045" y="693"/>
                    </a:lnTo>
                    <a:lnTo>
                      <a:pt x="2117" y="627"/>
                    </a:lnTo>
                    <a:lnTo>
                      <a:pt x="2189" y="564"/>
                    </a:lnTo>
                    <a:lnTo>
                      <a:pt x="2260" y="502"/>
                    </a:lnTo>
                    <a:lnTo>
                      <a:pt x="2331" y="441"/>
                    </a:lnTo>
                    <a:lnTo>
                      <a:pt x="2402" y="383"/>
                    </a:lnTo>
                    <a:lnTo>
                      <a:pt x="2474" y="328"/>
                    </a:lnTo>
                    <a:lnTo>
                      <a:pt x="2544" y="274"/>
                    </a:lnTo>
                    <a:lnTo>
                      <a:pt x="2614" y="223"/>
                    </a:lnTo>
                    <a:lnTo>
                      <a:pt x="2685" y="175"/>
                    </a:lnTo>
                    <a:lnTo>
                      <a:pt x="2755" y="128"/>
                    </a:lnTo>
                    <a:lnTo>
                      <a:pt x="2825" y="83"/>
                    </a:lnTo>
                    <a:lnTo>
                      <a:pt x="2893" y="40"/>
                    </a:lnTo>
                    <a:lnTo>
                      <a:pt x="2963" y="0"/>
                    </a:lnTo>
                    <a:lnTo>
                      <a:pt x="2963" y="0"/>
                    </a:lnTo>
                    <a:close/>
                  </a:path>
                </a:pathLst>
              </a:custGeom>
              <a:solidFill>
                <a:schemeClr val="bg1"/>
              </a:solidFill>
              <a:ln>
                <a:noFill/>
              </a:ln>
            </p:spPr>
            <p:txBody>
              <a:bodyPr vert="horz" wrap="square" lIns="93297" tIns="46649" rIns="93297" bIns="46649" numCol="1" anchor="t" anchorCtr="0" compatLnSpc="1">
                <a:prstTxWarp prst="textNoShape">
                  <a:avLst/>
                </a:prstTxWarp>
              </a:bodyPr>
              <a:lstStyle/>
              <a:p>
                <a:endParaRPr lang="en-US" sz="1600" dirty="0"/>
              </a:p>
            </p:txBody>
          </p:sp>
          <p:sp>
            <p:nvSpPr>
              <p:cNvPr id="395" name="Rectangle 394">
                <a:extLst>
                  <a:ext uri="{FF2B5EF4-FFF2-40B4-BE49-F238E27FC236}">
                    <a16:creationId xmlns:a16="http://schemas.microsoft.com/office/drawing/2014/main" xmlns="" id="{9BC3FB57-B6B2-B67A-794B-EB2D1E15EB9F}"/>
                  </a:ext>
                </a:extLst>
              </p:cNvPr>
              <p:cNvSpPr>
                <a:spLocks noChangeArrowheads="1"/>
              </p:cNvSpPr>
              <p:nvPr/>
            </p:nvSpPr>
            <p:spPr bwMode="auto">
              <a:xfrm>
                <a:off x="10936779" y="1729875"/>
                <a:ext cx="179388" cy="76200"/>
              </a:xfrm>
              <a:prstGeom prst="rect">
                <a:avLst/>
              </a:prstGeom>
              <a:solidFill>
                <a:srgbClr val="BFBFBF"/>
              </a:solidFill>
              <a:ln w="9525">
                <a:noFill/>
                <a:miter lim="800000"/>
                <a:headEnd/>
                <a:tailEnd/>
              </a:ln>
            </p:spPr>
            <p:txBody>
              <a:bodyPr vert="horz" wrap="square" lIns="91440" tIns="45720" rIns="91440" bIns="45720" numCol="1" anchor="t" anchorCtr="0" compatLnSpc="1">
                <a:prstTxWarp prst="textNoShape">
                  <a:avLst/>
                </a:prstTxWarp>
                <a:noAutofit/>
              </a:bodyPr>
              <a:lstStyle/>
              <a:p>
                <a:endParaRPr lang="en-US" sz="1400" dirty="0"/>
              </a:p>
            </p:txBody>
          </p:sp>
          <p:sp>
            <p:nvSpPr>
              <p:cNvPr id="396" name="Rectangle 395">
                <a:extLst>
                  <a:ext uri="{FF2B5EF4-FFF2-40B4-BE49-F238E27FC236}">
                    <a16:creationId xmlns:a16="http://schemas.microsoft.com/office/drawing/2014/main" xmlns="" id="{D1E341DA-CF87-74D2-CDC4-0334BC0A4CAF}"/>
                  </a:ext>
                </a:extLst>
              </p:cNvPr>
              <p:cNvSpPr>
                <a:spLocks noChangeArrowheads="1"/>
              </p:cNvSpPr>
              <p:nvPr/>
            </p:nvSpPr>
            <p:spPr bwMode="auto">
              <a:xfrm>
                <a:off x="10936779" y="1728455"/>
                <a:ext cx="179388" cy="76200"/>
              </a:xfrm>
              <a:prstGeom prst="rect">
                <a:avLst/>
              </a:prstGeom>
              <a:noFill/>
              <a:ln w="3175" cap="flat">
                <a:solidFill>
                  <a:srgbClr val="BFBFB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397" name="Freeform 103">
                <a:extLst>
                  <a:ext uri="{FF2B5EF4-FFF2-40B4-BE49-F238E27FC236}">
                    <a16:creationId xmlns:a16="http://schemas.microsoft.com/office/drawing/2014/main" xmlns="" id="{F54D40C1-C0D6-975D-AC36-BE2A9A1D87E0}"/>
                  </a:ext>
                </a:extLst>
              </p:cNvPr>
              <p:cNvSpPr>
                <a:spLocks/>
              </p:cNvSpPr>
              <p:nvPr>
                <p:custDataLst>
                  <p:tags r:id="rId5"/>
                </p:custDataLst>
              </p:nvPr>
            </p:nvSpPr>
            <p:spPr bwMode="auto">
              <a:xfrm>
                <a:off x="10998883" y="1740381"/>
                <a:ext cx="55180" cy="52349"/>
              </a:xfrm>
              <a:custGeom>
                <a:avLst/>
                <a:gdLst>
                  <a:gd name="T0" fmla="*/ 1326 w 2880"/>
                  <a:gd name="T1" fmla="*/ 2079 h 2674"/>
                  <a:gd name="T2" fmla="*/ 1118 w 2880"/>
                  <a:gd name="T3" fmla="*/ 2354 h 2674"/>
                  <a:gd name="T4" fmla="*/ 929 w 2880"/>
                  <a:gd name="T5" fmla="*/ 2544 h 2674"/>
                  <a:gd name="T6" fmla="*/ 780 w 2880"/>
                  <a:gd name="T7" fmla="*/ 2642 h 2674"/>
                  <a:gd name="T8" fmla="*/ 702 w 2880"/>
                  <a:gd name="T9" fmla="*/ 2669 h 2674"/>
                  <a:gd name="T10" fmla="*/ 648 w 2880"/>
                  <a:gd name="T11" fmla="*/ 2674 h 2674"/>
                  <a:gd name="T12" fmla="*/ 484 w 2880"/>
                  <a:gd name="T13" fmla="*/ 2641 h 2674"/>
                  <a:gd name="T14" fmla="*/ 320 w 2880"/>
                  <a:gd name="T15" fmla="*/ 2540 h 2674"/>
                  <a:gd name="T16" fmla="*/ 160 w 2880"/>
                  <a:gd name="T17" fmla="*/ 2371 h 2674"/>
                  <a:gd name="T18" fmla="*/ 0 w 2880"/>
                  <a:gd name="T19" fmla="*/ 2136 h 2674"/>
                  <a:gd name="T20" fmla="*/ 86 w 2880"/>
                  <a:gd name="T21" fmla="*/ 2139 h 2674"/>
                  <a:gd name="T22" fmla="*/ 206 w 2880"/>
                  <a:gd name="T23" fmla="*/ 2120 h 2674"/>
                  <a:gd name="T24" fmla="*/ 408 w 2880"/>
                  <a:gd name="T25" fmla="*/ 2030 h 2674"/>
                  <a:gd name="T26" fmla="*/ 620 w 2880"/>
                  <a:gd name="T27" fmla="*/ 1868 h 2674"/>
                  <a:gd name="T28" fmla="*/ 843 w 2880"/>
                  <a:gd name="T29" fmla="*/ 1638 h 2674"/>
                  <a:gd name="T30" fmla="*/ 877 w 2880"/>
                  <a:gd name="T31" fmla="*/ 1362 h 2674"/>
                  <a:gd name="T32" fmla="*/ 694 w 2880"/>
                  <a:gd name="T33" fmla="*/ 1147 h 2674"/>
                  <a:gd name="T34" fmla="*/ 563 w 2880"/>
                  <a:gd name="T35" fmla="*/ 948 h 2674"/>
                  <a:gd name="T36" fmla="*/ 484 w 2880"/>
                  <a:gd name="T37" fmla="*/ 767 h 2674"/>
                  <a:gd name="T38" fmla="*/ 458 w 2880"/>
                  <a:gd name="T39" fmla="*/ 602 h 2674"/>
                  <a:gd name="T40" fmla="*/ 474 w 2880"/>
                  <a:gd name="T41" fmla="*/ 503 h 2674"/>
                  <a:gd name="T42" fmla="*/ 546 w 2880"/>
                  <a:gd name="T43" fmla="*/ 361 h 2674"/>
                  <a:gd name="T44" fmla="*/ 674 w 2880"/>
                  <a:gd name="T45" fmla="*/ 208 h 2674"/>
                  <a:gd name="T46" fmla="*/ 861 w 2880"/>
                  <a:gd name="T47" fmla="*/ 42 h 2674"/>
                  <a:gd name="T48" fmla="*/ 938 w 2880"/>
                  <a:gd name="T49" fmla="*/ 111 h 2674"/>
                  <a:gd name="T50" fmla="*/ 1003 w 2880"/>
                  <a:gd name="T51" fmla="*/ 331 h 2674"/>
                  <a:gd name="T52" fmla="*/ 1102 w 2880"/>
                  <a:gd name="T53" fmla="*/ 547 h 2674"/>
                  <a:gd name="T54" fmla="*/ 1232 w 2880"/>
                  <a:gd name="T55" fmla="*/ 760 h 2674"/>
                  <a:gd name="T56" fmla="*/ 1465 w 2880"/>
                  <a:gd name="T57" fmla="*/ 887 h 2674"/>
                  <a:gd name="T58" fmla="*/ 1641 w 2880"/>
                  <a:gd name="T59" fmla="*/ 679 h 2674"/>
                  <a:gd name="T60" fmla="*/ 1866 w 2880"/>
                  <a:gd name="T61" fmla="*/ 468 h 2674"/>
                  <a:gd name="T62" fmla="*/ 2081 w 2880"/>
                  <a:gd name="T63" fmla="*/ 334 h 2674"/>
                  <a:gd name="T64" fmla="*/ 2209 w 2880"/>
                  <a:gd name="T65" fmla="*/ 289 h 2674"/>
                  <a:gd name="T66" fmla="*/ 2308 w 2880"/>
                  <a:gd name="T67" fmla="*/ 274 h 2674"/>
                  <a:gd name="T68" fmla="*/ 2406 w 2880"/>
                  <a:gd name="T69" fmla="*/ 281 h 2674"/>
                  <a:gd name="T70" fmla="*/ 2540 w 2880"/>
                  <a:gd name="T71" fmla="*/ 340 h 2674"/>
                  <a:gd name="T72" fmla="*/ 2655 w 2880"/>
                  <a:gd name="T73" fmla="*/ 456 h 2674"/>
                  <a:gd name="T74" fmla="*/ 2751 w 2880"/>
                  <a:gd name="T75" fmla="*/ 630 h 2674"/>
                  <a:gd name="T76" fmla="*/ 2755 w 2880"/>
                  <a:gd name="T77" fmla="*/ 734 h 2674"/>
                  <a:gd name="T78" fmla="*/ 2692 w 2880"/>
                  <a:gd name="T79" fmla="*/ 735 h 2674"/>
                  <a:gd name="T80" fmla="*/ 2609 w 2880"/>
                  <a:gd name="T81" fmla="*/ 758 h 2674"/>
                  <a:gd name="T82" fmla="*/ 2401 w 2880"/>
                  <a:gd name="T83" fmla="*/ 873 h 2674"/>
                  <a:gd name="T84" fmla="*/ 2222 w 2880"/>
                  <a:gd name="T85" fmla="*/ 1012 h 2674"/>
                  <a:gd name="T86" fmla="*/ 2010 w 2880"/>
                  <a:gd name="T87" fmla="*/ 1221 h 2674"/>
                  <a:gd name="T88" fmla="*/ 1917 w 2880"/>
                  <a:gd name="T89" fmla="*/ 1531 h 2674"/>
                  <a:gd name="T90" fmla="*/ 2091 w 2880"/>
                  <a:gd name="T91" fmla="*/ 1682 h 2674"/>
                  <a:gd name="T92" fmla="*/ 2329 w 2880"/>
                  <a:gd name="T93" fmla="*/ 1837 h 2674"/>
                  <a:gd name="T94" fmla="*/ 2570 w 2880"/>
                  <a:gd name="T95" fmla="*/ 1933 h 2674"/>
                  <a:gd name="T96" fmla="*/ 2817 w 2880"/>
                  <a:gd name="T97" fmla="*/ 1976 h 2674"/>
                  <a:gd name="T98" fmla="*/ 2813 w 2880"/>
                  <a:gd name="T99" fmla="*/ 2104 h 2674"/>
                  <a:gd name="T100" fmla="*/ 2674 w 2880"/>
                  <a:gd name="T101" fmla="*/ 2308 h 2674"/>
                  <a:gd name="T102" fmla="*/ 2535 w 2880"/>
                  <a:gd name="T103" fmla="*/ 2444 h 2674"/>
                  <a:gd name="T104" fmla="*/ 2391 w 2880"/>
                  <a:gd name="T105" fmla="*/ 2510 h 2674"/>
                  <a:gd name="T106" fmla="*/ 2318 w 2880"/>
                  <a:gd name="T107" fmla="*/ 2519 h 2674"/>
                  <a:gd name="T108" fmla="*/ 2172 w 2880"/>
                  <a:gd name="T109" fmla="*/ 2491 h 2674"/>
                  <a:gd name="T110" fmla="*/ 1996 w 2880"/>
                  <a:gd name="T111" fmla="*/ 2403 h 2674"/>
                  <a:gd name="T112" fmla="*/ 1790 w 2880"/>
                  <a:gd name="T113" fmla="*/ 2259 h 2674"/>
                  <a:gd name="T114" fmla="*/ 1556 w 2880"/>
                  <a:gd name="T115" fmla="*/ 2057 h 2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80" h="2674">
                    <a:moveTo>
                      <a:pt x="1424" y="1937"/>
                    </a:moveTo>
                    <a:lnTo>
                      <a:pt x="1382" y="1997"/>
                    </a:lnTo>
                    <a:lnTo>
                      <a:pt x="1382" y="1997"/>
                    </a:lnTo>
                    <a:lnTo>
                      <a:pt x="1326" y="2079"/>
                    </a:lnTo>
                    <a:lnTo>
                      <a:pt x="1273" y="2157"/>
                    </a:lnTo>
                    <a:lnTo>
                      <a:pt x="1220" y="2227"/>
                    </a:lnTo>
                    <a:lnTo>
                      <a:pt x="1167" y="2294"/>
                    </a:lnTo>
                    <a:lnTo>
                      <a:pt x="1118" y="2354"/>
                    </a:lnTo>
                    <a:lnTo>
                      <a:pt x="1069" y="2410"/>
                    </a:lnTo>
                    <a:lnTo>
                      <a:pt x="1021" y="2459"/>
                    </a:lnTo>
                    <a:lnTo>
                      <a:pt x="973" y="2505"/>
                    </a:lnTo>
                    <a:lnTo>
                      <a:pt x="929" y="2544"/>
                    </a:lnTo>
                    <a:lnTo>
                      <a:pt x="885" y="2579"/>
                    </a:lnTo>
                    <a:lnTo>
                      <a:pt x="843" y="2607"/>
                    </a:lnTo>
                    <a:lnTo>
                      <a:pt x="801" y="2632"/>
                    </a:lnTo>
                    <a:lnTo>
                      <a:pt x="780" y="2642"/>
                    </a:lnTo>
                    <a:lnTo>
                      <a:pt x="760" y="2649"/>
                    </a:lnTo>
                    <a:lnTo>
                      <a:pt x="741" y="2658"/>
                    </a:lnTo>
                    <a:lnTo>
                      <a:pt x="722" y="2663"/>
                    </a:lnTo>
                    <a:lnTo>
                      <a:pt x="702" y="2669"/>
                    </a:lnTo>
                    <a:lnTo>
                      <a:pt x="685" y="2670"/>
                    </a:lnTo>
                    <a:lnTo>
                      <a:pt x="665" y="2674"/>
                    </a:lnTo>
                    <a:lnTo>
                      <a:pt x="648" y="2674"/>
                    </a:lnTo>
                    <a:lnTo>
                      <a:pt x="648" y="2674"/>
                    </a:lnTo>
                    <a:lnTo>
                      <a:pt x="606" y="2672"/>
                    </a:lnTo>
                    <a:lnTo>
                      <a:pt x="565" y="2665"/>
                    </a:lnTo>
                    <a:lnTo>
                      <a:pt x="525" y="2655"/>
                    </a:lnTo>
                    <a:lnTo>
                      <a:pt x="484" y="2641"/>
                    </a:lnTo>
                    <a:lnTo>
                      <a:pt x="444" y="2621"/>
                    </a:lnTo>
                    <a:lnTo>
                      <a:pt x="401" y="2598"/>
                    </a:lnTo>
                    <a:lnTo>
                      <a:pt x="361" y="2572"/>
                    </a:lnTo>
                    <a:lnTo>
                      <a:pt x="320" y="2540"/>
                    </a:lnTo>
                    <a:lnTo>
                      <a:pt x="280" y="2503"/>
                    </a:lnTo>
                    <a:lnTo>
                      <a:pt x="239" y="2465"/>
                    </a:lnTo>
                    <a:lnTo>
                      <a:pt x="201" y="2421"/>
                    </a:lnTo>
                    <a:lnTo>
                      <a:pt x="160" y="2371"/>
                    </a:lnTo>
                    <a:lnTo>
                      <a:pt x="120" y="2319"/>
                    </a:lnTo>
                    <a:lnTo>
                      <a:pt x="79" y="2262"/>
                    </a:lnTo>
                    <a:lnTo>
                      <a:pt x="40" y="2201"/>
                    </a:lnTo>
                    <a:lnTo>
                      <a:pt x="0" y="2136"/>
                    </a:lnTo>
                    <a:lnTo>
                      <a:pt x="0" y="2136"/>
                    </a:lnTo>
                    <a:lnTo>
                      <a:pt x="63" y="2139"/>
                    </a:lnTo>
                    <a:lnTo>
                      <a:pt x="63" y="2139"/>
                    </a:lnTo>
                    <a:lnTo>
                      <a:pt x="86" y="2139"/>
                    </a:lnTo>
                    <a:lnTo>
                      <a:pt x="111" y="2137"/>
                    </a:lnTo>
                    <a:lnTo>
                      <a:pt x="134" y="2134"/>
                    </a:lnTo>
                    <a:lnTo>
                      <a:pt x="158" y="2130"/>
                    </a:lnTo>
                    <a:lnTo>
                      <a:pt x="206" y="2120"/>
                    </a:lnTo>
                    <a:lnTo>
                      <a:pt x="255" y="2104"/>
                    </a:lnTo>
                    <a:lnTo>
                      <a:pt x="306" y="2083"/>
                    </a:lnTo>
                    <a:lnTo>
                      <a:pt x="357" y="2058"/>
                    </a:lnTo>
                    <a:lnTo>
                      <a:pt x="408" y="2030"/>
                    </a:lnTo>
                    <a:lnTo>
                      <a:pt x="459" y="1997"/>
                    </a:lnTo>
                    <a:lnTo>
                      <a:pt x="512" y="1958"/>
                    </a:lnTo>
                    <a:lnTo>
                      <a:pt x="565" y="1916"/>
                    </a:lnTo>
                    <a:lnTo>
                      <a:pt x="620" y="1868"/>
                    </a:lnTo>
                    <a:lnTo>
                      <a:pt x="674" y="1817"/>
                    </a:lnTo>
                    <a:lnTo>
                      <a:pt x="731" y="1763"/>
                    </a:lnTo>
                    <a:lnTo>
                      <a:pt x="785" y="1701"/>
                    </a:lnTo>
                    <a:lnTo>
                      <a:pt x="843" y="1638"/>
                    </a:lnTo>
                    <a:lnTo>
                      <a:pt x="900" y="1567"/>
                    </a:lnTo>
                    <a:lnTo>
                      <a:pt x="977" y="1471"/>
                    </a:lnTo>
                    <a:lnTo>
                      <a:pt x="877" y="1362"/>
                    </a:lnTo>
                    <a:lnTo>
                      <a:pt x="877" y="1362"/>
                    </a:lnTo>
                    <a:lnTo>
                      <a:pt x="827" y="1307"/>
                    </a:lnTo>
                    <a:lnTo>
                      <a:pt x="778" y="1253"/>
                    </a:lnTo>
                    <a:lnTo>
                      <a:pt x="734" y="1198"/>
                    </a:lnTo>
                    <a:lnTo>
                      <a:pt x="694" y="1147"/>
                    </a:lnTo>
                    <a:lnTo>
                      <a:pt x="657" y="1096"/>
                    </a:lnTo>
                    <a:lnTo>
                      <a:pt x="621" y="1045"/>
                    </a:lnTo>
                    <a:lnTo>
                      <a:pt x="590" y="996"/>
                    </a:lnTo>
                    <a:lnTo>
                      <a:pt x="563" y="948"/>
                    </a:lnTo>
                    <a:lnTo>
                      <a:pt x="539" y="901"/>
                    </a:lnTo>
                    <a:lnTo>
                      <a:pt x="518" y="855"/>
                    </a:lnTo>
                    <a:lnTo>
                      <a:pt x="498" y="811"/>
                    </a:lnTo>
                    <a:lnTo>
                      <a:pt x="484" y="767"/>
                    </a:lnTo>
                    <a:lnTo>
                      <a:pt x="472" y="723"/>
                    </a:lnTo>
                    <a:lnTo>
                      <a:pt x="465" y="683"/>
                    </a:lnTo>
                    <a:lnTo>
                      <a:pt x="459" y="642"/>
                    </a:lnTo>
                    <a:lnTo>
                      <a:pt x="458" y="602"/>
                    </a:lnTo>
                    <a:lnTo>
                      <a:pt x="458" y="602"/>
                    </a:lnTo>
                    <a:lnTo>
                      <a:pt x="459" y="570"/>
                    </a:lnTo>
                    <a:lnTo>
                      <a:pt x="465" y="537"/>
                    </a:lnTo>
                    <a:lnTo>
                      <a:pt x="474" y="503"/>
                    </a:lnTo>
                    <a:lnTo>
                      <a:pt x="486" y="468"/>
                    </a:lnTo>
                    <a:lnTo>
                      <a:pt x="502" y="433"/>
                    </a:lnTo>
                    <a:lnTo>
                      <a:pt x="523" y="398"/>
                    </a:lnTo>
                    <a:lnTo>
                      <a:pt x="546" y="361"/>
                    </a:lnTo>
                    <a:lnTo>
                      <a:pt x="572" y="324"/>
                    </a:lnTo>
                    <a:lnTo>
                      <a:pt x="604" y="287"/>
                    </a:lnTo>
                    <a:lnTo>
                      <a:pt x="637" y="248"/>
                    </a:lnTo>
                    <a:lnTo>
                      <a:pt x="674" y="208"/>
                    </a:lnTo>
                    <a:lnTo>
                      <a:pt x="716" y="167"/>
                    </a:lnTo>
                    <a:lnTo>
                      <a:pt x="760" y="127"/>
                    </a:lnTo>
                    <a:lnTo>
                      <a:pt x="810" y="84"/>
                    </a:lnTo>
                    <a:lnTo>
                      <a:pt x="861" y="42"/>
                    </a:lnTo>
                    <a:lnTo>
                      <a:pt x="917" y="0"/>
                    </a:lnTo>
                    <a:lnTo>
                      <a:pt x="917" y="0"/>
                    </a:lnTo>
                    <a:lnTo>
                      <a:pt x="926" y="56"/>
                    </a:lnTo>
                    <a:lnTo>
                      <a:pt x="938" y="111"/>
                    </a:lnTo>
                    <a:lnTo>
                      <a:pt x="951" y="165"/>
                    </a:lnTo>
                    <a:lnTo>
                      <a:pt x="966" y="222"/>
                    </a:lnTo>
                    <a:lnTo>
                      <a:pt x="984" y="276"/>
                    </a:lnTo>
                    <a:lnTo>
                      <a:pt x="1003" y="331"/>
                    </a:lnTo>
                    <a:lnTo>
                      <a:pt x="1025" y="385"/>
                    </a:lnTo>
                    <a:lnTo>
                      <a:pt x="1047" y="438"/>
                    </a:lnTo>
                    <a:lnTo>
                      <a:pt x="1074" y="493"/>
                    </a:lnTo>
                    <a:lnTo>
                      <a:pt x="1102" y="547"/>
                    </a:lnTo>
                    <a:lnTo>
                      <a:pt x="1130" y="600"/>
                    </a:lnTo>
                    <a:lnTo>
                      <a:pt x="1162" y="654"/>
                    </a:lnTo>
                    <a:lnTo>
                      <a:pt x="1197" y="707"/>
                    </a:lnTo>
                    <a:lnTo>
                      <a:pt x="1232" y="760"/>
                    </a:lnTo>
                    <a:lnTo>
                      <a:pt x="1269" y="813"/>
                    </a:lnTo>
                    <a:lnTo>
                      <a:pt x="1310" y="866"/>
                    </a:lnTo>
                    <a:lnTo>
                      <a:pt x="1396" y="975"/>
                    </a:lnTo>
                    <a:lnTo>
                      <a:pt x="1465" y="887"/>
                    </a:lnTo>
                    <a:lnTo>
                      <a:pt x="1465" y="887"/>
                    </a:lnTo>
                    <a:lnTo>
                      <a:pt x="1524" y="813"/>
                    </a:lnTo>
                    <a:lnTo>
                      <a:pt x="1583" y="742"/>
                    </a:lnTo>
                    <a:lnTo>
                      <a:pt x="1641" y="679"/>
                    </a:lnTo>
                    <a:lnTo>
                      <a:pt x="1699" y="619"/>
                    </a:lnTo>
                    <a:lnTo>
                      <a:pt x="1755" y="563"/>
                    </a:lnTo>
                    <a:lnTo>
                      <a:pt x="1811" y="514"/>
                    </a:lnTo>
                    <a:lnTo>
                      <a:pt x="1866" y="468"/>
                    </a:lnTo>
                    <a:lnTo>
                      <a:pt x="1921" y="427"/>
                    </a:lnTo>
                    <a:lnTo>
                      <a:pt x="1975" y="392"/>
                    </a:lnTo>
                    <a:lnTo>
                      <a:pt x="2028" y="361"/>
                    </a:lnTo>
                    <a:lnTo>
                      <a:pt x="2081" y="334"/>
                    </a:lnTo>
                    <a:lnTo>
                      <a:pt x="2132" y="313"/>
                    </a:lnTo>
                    <a:lnTo>
                      <a:pt x="2158" y="304"/>
                    </a:lnTo>
                    <a:lnTo>
                      <a:pt x="2183" y="296"/>
                    </a:lnTo>
                    <a:lnTo>
                      <a:pt x="2209" y="289"/>
                    </a:lnTo>
                    <a:lnTo>
                      <a:pt x="2234" y="283"/>
                    </a:lnTo>
                    <a:lnTo>
                      <a:pt x="2259" y="280"/>
                    </a:lnTo>
                    <a:lnTo>
                      <a:pt x="2283" y="276"/>
                    </a:lnTo>
                    <a:lnTo>
                      <a:pt x="2308" y="274"/>
                    </a:lnTo>
                    <a:lnTo>
                      <a:pt x="2333" y="274"/>
                    </a:lnTo>
                    <a:lnTo>
                      <a:pt x="2333" y="274"/>
                    </a:lnTo>
                    <a:lnTo>
                      <a:pt x="2369" y="276"/>
                    </a:lnTo>
                    <a:lnTo>
                      <a:pt x="2406" y="281"/>
                    </a:lnTo>
                    <a:lnTo>
                      <a:pt x="2442" y="290"/>
                    </a:lnTo>
                    <a:lnTo>
                      <a:pt x="2475" y="303"/>
                    </a:lnTo>
                    <a:lnTo>
                      <a:pt x="2509" y="320"/>
                    </a:lnTo>
                    <a:lnTo>
                      <a:pt x="2540" y="340"/>
                    </a:lnTo>
                    <a:lnTo>
                      <a:pt x="2570" y="362"/>
                    </a:lnTo>
                    <a:lnTo>
                      <a:pt x="2600" y="391"/>
                    </a:lnTo>
                    <a:lnTo>
                      <a:pt x="2628" y="420"/>
                    </a:lnTo>
                    <a:lnTo>
                      <a:pt x="2655" y="456"/>
                    </a:lnTo>
                    <a:lnTo>
                      <a:pt x="2681" y="493"/>
                    </a:lnTo>
                    <a:lnTo>
                      <a:pt x="2706" y="535"/>
                    </a:lnTo>
                    <a:lnTo>
                      <a:pt x="2730" y="581"/>
                    </a:lnTo>
                    <a:lnTo>
                      <a:pt x="2751" y="630"/>
                    </a:lnTo>
                    <a:lnTo>
                      <a:pt x="2774" y="681"/>
                    </a:lnTo>
                    <a:lnTo>
                      <a:pt x="2794" y="737"/>
                    </a:lnTo>
                    <a:lnTo>
                      <a:pt x="2794" y="737"/>
                    </a:lnTo>
                    <a:lnTo>
                      <a:pt x="2755" y="734"/>
                    </a:lnTo>
                    <a:lnTo>
                      <a:pt x="2729" y="732"/>
                    </a:lnTo>
                    <a:lnTo>
                      <a:pt x="2729" y="732"/>
                    </a:lnTo>
                    <a:lnTo>
                      <a:pt x="2711" y="732"/>
                    </a:lnTo>
                    <a:lnTo>
                      <a:pt x="2692" y="735"/>
                    </a:lnTo>
                    <a:lnTo>
                      <a:pt x="2672" y="739"/>
                    </a:lnTo>
                    <a:lnTo>
                      <a:pt x="2653" y="744"/>
                    </a:lnTo>
                    <a:lnTo>
                      <a:pt x="2632" y="749"/>
                    </a:lnTo>
                    <a:lnTo>
                      <a:pt x="2609" y="758"/>
                    </a:lnTo>
                    <a:lnTo>
                      <a:pt x="2563" y="778"/>
                    </a:lnTo>
                    <a:lnTo>
                      <a:pt x="2512" y="804"/>
                    </a:lnTo>
                    <a:lnTo>
                      <a:pt x="2459" y="836"/>
                    </a:lnTo>
                    <a:lnTo>
                      <a:pt x="2401" y="873"/>
                    </a:lnTo>
                    <a:lnTo>
                      <a:pt x="2341" y="917"/>
                    </a:lnTo>
                    <a:lnTo>
                      <a:pt x="2341" y="917"/>
                    </a:lnTo>
                    <a:lnTo>
                      <a:pt x="2280" y="964"/>
                    </a:lnTo>
                    <a:lnTo>
                      <a:pt x="2222" y="1012"/>
                    </a:lnTo>
                    <a:lnTo>
                      <a:pt x="2165" y="1063"/>
                    </a:lnTo>
                    <a:lnTo>
                      <a:pt x="2111" y="1114"/>
                    </a:lnTo>
                    <a:lnTo>
                      <a:pt x="2060" y="1166"/>
                    </a:lnTo>
                    <a:lnTo>
                      <a:pt x="2010" y="1221"/>
                    </a:lnTo>
                    <a:lnTo>
                      <a:pt x="1965" y="1275"/>
                    </a:lnTo>
                    <a:lnTo>
                      <a:pt x="1921" y="1333"/>
                    </a:lnTo>
                    <a:lnTo>
                      <a:pt x="1834" y="1450"/>
                    </a:lnTo>
                    <a:lnTo>
                      <a:pt x="1917" y="1531"/>
                    </a:lnTo>
                    <a:lnTo>
                      <a:pt x="1917" y="1531"/>
                    </a:lnTo>
                    <a:lnTo>
                      <a:pt x="1975" y="1585"/>
                    </a:lnTo>
                    <a:lnTo>
                      <a:pt x="2033" y="1636"/>
                    </a:lnTo>
                    <a:lnTo>
                      <a:pt x="2091" y="1682"/>
                    </a:lnTo>
                    <a:lnTo>
                      <a:pt x="2149" y="1726"/>
                    </a:lnTo>
                    <a:lnTo>
                      <a:pt x="2209" y="1766"/>
                    </a:lnTo>
                    <a:lnTo>
                      <a:pt x="2269" y="1803"/>
                    </a:lnTo>
                    <a:lnTo>
                      <a:pt x="2329" y="1837"/>
                    </a:lnTo>
                    <a:lnTo>
                      <a:pt x="2389" y="1867"/>
                    </a:lnTo>
                    <a:lnTo>
                      <a:pt x="2449" y="1891"/>
                    </a:lnTo>
                    <a:lnTo>
                      <a:pt x="2510" y="1914"/>
                    </a:lnTo>
                    <a:lnTo>
                      <a:pt x="2570" y="1933"/>
                    </a:lnTo>
                    <a:lnTo>
                      <a:pt x="2632" y="1949"/>
                    </a:lnTo>
                    <a:lnTo>
                      <a:pt x="2693" y="1962"/>
                    </a:lnTo>
                    <a:lnTo>
                      <a:pt x="2755" y="1970"/>
                    </a:lnTo>
                    <a:lnTo>
                      <a:pt x="2817" y="1976"/>
                    </a:lnTo>
                    <a:lnTo>
                      <a:pt x="2880" y="1977"/>
                    </a:lnTo>
                    <a:lnTo>
                      <a:pt x="2880" y="1977"/>
                    </a:lnTo>
                    <a:lnTo>
                      <a:pt x="2847" y="2042"/>
                    </a:lnTo>
                    <a:lnTo>
                      <a:pt x="2813" y="2104"/>
                    </a:lnTo>
                    <a:lnTo>
                      <a:pt x="2778" y="2162"/>
                    </a:lnTo>
                    <a:lnTo>
                      <a:pt x="2744" y="2215"/>
                    </a:lnTo>
                    <a:lnTo>
                      <a:pt x="2709" y="2262"/>
                    </a:lnTo>
                    <a:lnTo>
                      <a:pt x="2674" y="2308"/>
                    </a:lnTo>
                    <a:lnTo>
                      <a:pt x="2641" y="2349"/>
                    </a:lnTo>
                    <a:lnTo>
                      <a:pt x="2605" y="2384"/>
                    </a:lnTo>
                    <a:lnTo>
                      <a:pt x="2570" y="2415"/>
                    </a:lnTo>
                    <a:lnTo>
                      <a:pt x="2535" y="2444"/>
                    </a:lnTo>
                    <a:lnTo>
                      <a:pt x="2498" y="2466"/>
                    </a:lnTo>
                    <a:lnTo>
                      <a:pt x="2463" y="2486"/>
                    </a:lnTo>
                    <a:lnTo>
                      <a:pt x="2428" y="2500"/>
                    </a:lnTo>
                    <a:lnTo>
                      <a:pt x="2391" y="2510"/>
                    </a:lnTo>
                    <a:lnTo>
                      <a:pt x="2355" y="2517"/>
                    </a:lnTo>
                    <a:lnTo>
                      <a:pt x="2336" y="2519"/>
                    </a:lnTo>
                    <a:lnTo>
                      <a:pt x="2318" y="2519"/>
                    </a:lnTo>
                    <a:lnTo>
                      <a:pt x="2318" y="2519"/>
                    </a:lnTo>
                    <a:lnTo>
                      <a:pt x="2285" y="2517"/>
                    </a:lnTo>
                    <a:lnTo>
                      <a:pt x="2248" y="2512"/>
                    </a:lnTo>
                    <a:lnTo>
                      <a:pt x="2211" y="2503"/>
                    </a:lnTo>
                    <a:lnTo>
                      <a:pt x="2172" y="2491"/>
                    </a:lnTo>
                    <a:lnTo>
                      <a:pt x="2130" y="2473"/>
                    </a:lnTo>
                    <a:lnTo>
                      <a:pt x="2088" y="2454"/>
                    </a:lnTo>
                    <a:lnTo>
                      <a:pt x="2042" y="2431"/>
                    </a:lnTo>
                    <a:lnTo>
                      <a:pt x="1996" y="2403"/>
                    </a:lnTo>
                    <a:lnTo>
                      <a:pt x="1947" y="2373"/>
                    </a:lnTo>
                    <a:lnTo>
                      <a:pt x="1898" y="2338"/>
                    </a:lnTo>
                    <a:lnTo>
                      <a:pt x="1845" y="2301"/>
                    </a:lnTo>
                    <a:lnTo>
                      <a:pt x="1790" y="2259"/>
                    </a:lnTo>
                    <a:lnTo>
                      <a:pt x="1734" y="2215"/>
                    </a:lnTo>
                    <a:lnTo>
                      <a:pt x="1678" y="2166"/>
                    </a:lnTo>
                    <a:lnTo>
                      <a:pt x="1618" y="2113"/>
                    </a:lnTo>
                    <a:lnTo>
                      <a:pt x="1556" y="2057"/>
                    </a:lnTo>
                    <a:lnTo>
                      <a:pt x="1424" y="1937"/>
                    </a:lnTo>
                    <a:close/>
                  </a:path>
                </a:pathLst>
              </a:custGeom>
              <a:solidFill>
                <a:schemeClr val="bg1"/>
              </a:solidFill>
              <a:ln>
                <a:noFill/>
              </a:ln>
            </p:spPr>
            <p:txBody>
              <a:bodyPr vert="horz" wrap="square" lIns="93297" tIns="46649" rIns="93297" bIns="46649" numCol="1" anchor="t" anchorCtr="0" compatLnSpc="1">
                <a:prstTxWarp prst="textNoShape">
                  <a:avLst/>
                </a:prstTxWarp>
                <a:noAutofit/>
              </a:bodyPr>
              <a:lstStyle/>
              <a:p>
                <a:endParaRPr lang="en-US" sz="1600" dirty="0"/>
              </a:p>
            </p:txBody>
          </p:sp>
          <p:pic>
            <p:nvPicPr>
              <p:cNvPr id="398" name="Picture 397">
                <a:extLst>
                  <a:ext uri="{FF2B5EF4-FFF2-40B4-BE49-F238E27FC236}">
                    <a16:creationId xmlns:a16="http://schemas.microsoft.com/office/drawing/2014/main" xmlns="" id="{C675C948-4552-AF02-DACE-42E83AAAA7B9}"/>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0629355" y="1863374"/>
                <a:ext cx="591860" cy="404375"/>
              </a:xfrm>
              <a:prstGeom prst="rect">
                <a:avLst/>
              </a:prstGeom>
            </p:spPr>
          </p:pic>
          <p:grpSp>
            <p:nvGrpSpPr>
              <p:cNvPr id="399" name="Group 398">
                <a:extLst>
                  <a:ext uri="{FF2B5EF4-FFF2-40B4-BE49-F238E27FC236}">
                    <a16:creationId xmlns:a16="http://schemas.microsoft.com/office/drawing/2014/main" xmlns="" id="{4B4E13F3-D572-CC13-8E51-55D81FC38BB0}"/>
                  </a:ext>
                </a:extLst>
              </p:cNvPr>
              <p:cNvGrpSpPr/>
              <p:nvPr/>
            </p:nvGrpSpPr>
            <p:grpSpPr>
              <a:xfrm>
                <a:off x="10647911" y="1433023"/>
                <a:ext cx="557410" cy="150541"/>
                <a:chOff x="10647911" y="1279292"/>
                <a:chExt cx="557410" cy="150541"/>
              </a:xfrm>
            </p:grpSpPr>
            <p:sp>
              <p:nvSpPr>
                <p:cNvPr id="400" name="Rectangle 399">
                  <a:extLst>
                    <a:ext uri="{FF2B5EF4-FFF2-40B4-BE49-F238E27FC236}">
                      <a16:creationId xmlns:a16="http://schemas.microsoft.com/office/drawing/2014/main" xmlns="" id="{68BF7BB8-F3D9-B3CD-5CD1-F1C9F7B4DC9D}"/>
                    </a:ext>
                  </a:extLst>
                </p:cNvPr>
                <p:cNvSpPr/>
                <p:nvPr/>
              </p:nvSpPr>
              <p:spPr bwMode="gray">
                <a:xfrm>
                  <a:off x="10647911" y="1279292"/>
                  <a:ext cx="278705" cy="150541"/>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18000" tIns="18000" rIns="18000" bIns="18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Calibri" panose="020F0502020204030204"/>
                      <a:ea typeface="+mn-ea"/>
                      <a:cs typeface="+mn-cs"/>
                    </a:rPr>
                    <a:t>XX</a:t>
                  </a:r>
                </a:p>
              </p:txBody>
            </p:sp>
            <p:sp>
              <p:nvSpPr>
                <p:cNvPr id="401" name="Rectangle 400">
                  <a:extLst>
                    <a:ext uri="{FF2B5EF4-FFF2-40B4-BE49-F238E27FC236}">
                      <a16:creationId xmlns:a16="http://schemas.microsoft.com/office/drawing/2014/main" xmlns="" id="{7170B75E-462E-EFA0-6DD4-F407A3721E12}"/>
                    </a:ext>
                  </a:extLst>
                </p:cNvPr>
                <p:cNvSpPr/>
                <p:nvPr/>
              </p:nvSpPr>
              <p:spPr bwMode="gray">
                <a:xfrm>
                  <a:off x="10926616" y="1279292"/>
                  <a:ext cx="278705" cy="15054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8000" tIns="18000" rIns="18000" bIns="1800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latin typeface="Calibri" panose="020F0502020204030204"/>
                    </a:rPr>
                    <a:t>Birr</a:t>
                  </a:r>
                  <a:endParaRPr kumimoji="0" lang="en-US" sz="1050" b="0" i="0" u="none" strike="noStrike" kern="1200" cap="none" spc="0" normalizeH="0" baseline="0" noProof="0" dirty="0">
                    <a:ln>
                      <a:noFill/>
                    </a:ln>
                    <a:solidFill>
                      <a:schemeClr val="tx1"/>
                    </a:solidFill>
                    <a:effectLst/>
                    <a:uLnTx/>
                    <a:uFillTx/>
                    <a:latin typeface="Calibri" panose="020F0502020204030204"/>
                  </a:endParaRPr>
                </a:p>
              </p:txBody>
            </p:sp>
          </p:grpSp>
        </p:grpSp>
        <p:grpSp>
          <p:nvGrpSpPr>
            <p:cNvPr id="10" name="Group 9">
              <a:extLst>
                <a:ext uri="{FF2B5EF4-FFF2-40B4-BE49-F238E27FC236}">
                  <a16:creationId xmlns:a16="http://schemas.microsoft.com/office/drawing/2014/main" xmlns="" id="{11807142-AEA6-9C68-E0BE-060AA8788472}"/>
                </a:ext>
              </a:extLst>
            </p:cNvPr>
            <p:cNvGrpSpPr/>
            <p:nvPr/>
          </p:nvGrpSpPr>
          <p:grpSpPr>
            <a:xfrm>
              <a:off x="3740557" y="1767311"/>
              <a:ext cx="1466434" cy="1119510"/>
              <a:chOff x="4607036" y="1110229"/>
              <a:chExt cx="1736474" cy="1325666"/>
            </a:xfrm>
          </p:grpSpPr>
          <p:grpSp>
            <p:nvGrpSpPr>
              <p:cNvPr id="282" name="Group 281">
                <a:extLst>
                  <a:ext uri="{FF2B5EF4-FFF2-40B4-BE49-F238E27FC236}">
                    <a16:creationId xmlns:a16="http://schemas.microsoft.com/office/drawing/2014/main" xmlns="" id="{070C5D85-97FA-5B56-B80C-748AC76D9A5A}"/>
                  </a:ext>
                </a:extLst>
              </p:cNvPr>
              <p:cNvGrpSpPr/>
              <p:nvPr/>
            </p:nvGrpSpPr>
            <p:grpSpPr bwMode="gray">
              <a:xfrm>
                <a:off x="4607036" y="1539127"/>
                <a:ext cx="651432" cy="858260"/>
                <a:chOff x="1835279" y="1691933"/>
                <a:chExt cx="319009" cy="420293"/>
              </a:xfrm>
            </p:grpSpPr>
            <p:sp>
              <p:nvSpPr>
                <p:cNvPr id="326" name="Freeform 5">
                  <a:extLst>
                    <a:ext uri="{FF2B5EF4-FFF2-40B4-BE49-F238E27FC236}">
                      <a16:creationId xmlns:a16="http://schemas.microsoft.com/office/drawing/2014/main" xmlns="" id="{15275E0B-E72B-93FF-A404-5123482EF85D}"/>
                    </a:ext>
                  </a:extLst>
                </p:cNvPr>
                <p:cNvSpPr>
                  <a:spLocks/>
                </p:cNvSpPr>
                <p:nvPr/>
              </p:nvSpPr>
              <p:spPr bwMode="gray">
                <a:xfrm flipH="1">
                  <a:off x="2114882" y="1860949"/>
                  <a:ext cx="7735" cy="9825"/>
                </a:xfrm>
                <a:custGeom>
                  <a:avLst/>
                  <a:gdLst>
                    <a:gd name="T0" fmla="*/ 94 w 254"/>
                    <a:gd name="T1" fmla="*/ 34 h 328"/>
                    <a:gd name="T2" fmla="*/ 188 w 254"/>
                    <a:gd name="T3" fmla="*/ 32 h 328"/>
                    <a:gd name="T4" fmla="*/ 240 w 254"/>
                    <a:gd name="T5" fmla="*/ 170 h 328"/>
                    <a:gd name="T6" fmla="*/ 250 w 254"/>
                    <a:gd name="T7" fmla="*/ 272 h 328"/>
                    <a:gd name="T8" fmla="*/ 229 w 254"/>
                    <a:gd name="T9" fmla="*/ 325 h 328"/>
                    <a:gd name="T10" fmla="*/ 172 w 254"/>
                    <a:gd name="T11" fmla="*/ 293 h 328"/>
                    <a:gd name="T12" fmla="*/ 128 w 254"/>
                    <a:gd name="T13" fmla="*/ 224 h 328"/>
                    <a:gd name="T14" fmla="*/ 85 w 254"/>
                    <a:gd name="T15" fmla="*/ 162 h 328"/>
                    <a:gd name="T16" fmla="*/ 18 w 254"/>
                    <a:gd name="T17" fmla="*/ 85 h 328"/>
                    <a:gd name="T18" fmla="*/ 36 w 254"/>
                    <a:gd name="T19" fmla="*/ 34 h 328"/>
                    <a:gd name="T20" fmla="*/ 94 w 254"/>
                    <a:gd name="T21" fmla="*/ 34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328">
                      <a:moveTo>
                        <a:pt x="94" y="34"/>
                      </a:moveTo>
                      <a:cubicBezTo>
                        <a:pt x="163" y="32"/>
                        <a:pt x="158" y="0"/>
                        <a:pt x="188" y="32"/>
                      </a:cubicBezTo>
                      <a:cubicBezTo>
                        <a:pt x="218" y="64"/>
                        <a:pt x="227" y="135"/>
                        <a:pt x="240" y="170"/>
                      </a:cubicBezTo>
                      <a:cubicBezTo>
                        <a:pt x="252" y="206"/>
                        <a:pt x="247" y="236"/>
                        <a:pt x="250" y="272"/>
                      </a:cubicBezTo>
                      <a:cubicBezTo>
                        <a:pt x="254" y="307"/>
                        <a:pt x="252" y="328"/>
                        <a:pt x="229" y="325"/>
                      </a:cubicBezTo>
                      <a:cubicBezTo>
                        <a:pt x="206" y="321"/>
                        <a:pt x="183" y="307"/>
                        <a:pt x="172" y="293"/>
                      </a:cubicBezTo>
                      <a:cubicBezTo>
                        <a:pt x="162" y="279"/>
                        <a:pt x="131" y="233"/>
                        <a:pt x="128" y="224"/>
                      </a:cubicBezTo>
                      <a:cubicBezTo>
                        <a:pt x="124" y="215"/>
                        <a:pt x="103" y="178"/>
                        <a:pt x="85" y="162"/>
                      </a:cubicBezTo>
                      <a:cubicBezTo>
                        <a:pt x="68" y="146"/>
                        <a:pt x="9" y="114"/>
                        <a:pt x="18" y="85"/>
                      </a:cubicBezTo>
                      <a:cubicBezTo>
                        <a:pt x="27" y="57"/>
                        <a:pt x="0" y="46"/>
                        <a:pt x="36" y="34"/>
                      </a:cubicBezTo>
                      <a:cubicBezTo>
                        <a:pt x="71" y="21"/>
                        <a:pt x="94" y="34"/>
                        <a:pt x="94" y="34"/>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7" name="Freeform 6">
                  <a:extLst>
                    <a:ext uri="{FF2B5EF4-FFF2-40B4-BE49-F238E27FC236}">
                      <a16:creationId xmlns:a16="http://schemas.microsoft.com/office/drawing/2014/main" xmlns="" id="{C5FB28BE-87A3-5446-B21C-194E864E0CB0}"/>
                    </a:ext>
                  </a:extLst>
                </p:cNvPr>
                <p:cNvSpPr>
                  <a:spLocks/>
                </p:cNvSpPr>
                <p:nvPr/>
              </p:nvSpPr>
              <p:spPr bwMode="gray">
                <a:xfrm flipH="1">
                  <a:off x="2112269" y="1910180"/>
                  <a:ext cx="10975" cy="15261"/>
                </a:xfrm>
                <a:custGeom>
                  <a:avLst/>
                  <a:gdLst>
                    <a:gd name="T0" fmla="*/ 220 w 365"/>
                    <a:gd name="T1" fmla="*/ 0 h 507"/>
                    <a:gd name="T2" fmla="*/ 74 w 365"/>
                    <a:gd name="T3" fmla="*/ 26 h 507"/>
                    <a:gd name="T4" fmla="*/ 6 w 365"/>
                    <a:gd name="T5" fmla="*/ 83 h 507"/>
                    <a:gd name="T6" fmla="*/ 11 w 365"/>
                    <a:gd name="T7" fmla="*/ 147 h 507"/>
                    <a:gd name="T8" fmla="*/ 42 w 365"/>
                    <a:gd name="T9" fmla="*/ 223 h 507"/>
                    <a:gd name="T10" fmla="*/ 103 w 365"/>
                    <a:gd name="T11" fmla="*/ 317 h 507"/>
                    <a:gd name="T12" fmla="*/ 193 w 365"/>
                    <a:gd name="T13" fmla="*/ 447 h 507"/>
                    <a:gd name="T14" fmla="*/ 264 w 365"/>
                    <a:gd name="T15" fmla="*/ 500 h 507"/>
                    <a:gd name="T16" fmla="*/ 355 w 365"/>
                    <a:gd name="T17" fmla="*/ 408 h 507"/>
                    <a:gd name="T18" fmla="*/ 358 w 365"/>
                    <a:gd name="T19" fmla="*/ 266 h 507"/>
                    <a:gd name="T20" fmla="*/ 344 w 365"/>
                    <a:gd name="T21" fmla="*/ 110 h 507"/>
                    <a:gd name="T22" fmla="*/ 220 w 365"/>
                    <a:gd name="T2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5" h="507">
                      <a:moveTo>
                        <a:pt x="220" y="0"/>
                      </a:moveTo>
                      <a:cubicBezTo>
                        <a:pt x="190" y="3"/>
                        <a:pt x="97" y="10"/>
                        <a:pt x="74" y="26"/>
                      </a:cubicBezTo>
                      <a:cubicBezTo>
                        <a:pt x="51" y="42"/>
                        <a:pt x="7" y="60"/>
                        <a:pt x="6" y="83"/>
                      </a:cubicBezTo>
                      <a:cubicBezTo>
                        <a:pt x="5" y="106"/>
                        <a:pt x="0" y="117"/>
                        <a:pt x="11" y="147"/>
                      </a:cubicBezTo>
                      <a:cubicBezTo>
                        <a:pt x="21" y="177"/>
                        <a:pt x="16" y="191"/>
                        <a:pt x="42" y="223"/>
                      </a:cubicBezTo>
                      <a:cubicBezTo>
                        <a:pt x="69" y="255"/>
                        <a:pt x="42" y="250"/>
                        <a:pt x="103" y="317"/>
                      </a:cubicBezTo>
                      <a:cubicBezTo>
                        <a:pt x="163" y="385"/>
                        <a:pt x="161" y="406"/>
                        <a:pt x="193" y="447"/>
                      </a:cubicBezTo>
                      <a:cubicBezTo>
                        <a:pt x="225" y="488"/>
                        <a:pt x="257" y="507"/>
                        <a:pt x="264" y="500"/>
                      </a:cubicBezTo>
                      <a:cubicBezTo>
                        <a:pt x="271" y="493"/>
                        <a:pt x="344" y="434"/>
                        <a:pt x="355" y="408"/>
                      </a:cubicBezTo>
                      <a:cubicBezTo>
                        <a:pt x="365" y="381"/>
                        <a:pt x="358" y="298"/>
                        <a:pt x="358" y="266"/>
                      </a:cubicBezTo>
                      <a:cubicBezTo>
                        <a:pt x="358" y="234"/>
                        <a:pt x="365" y="133"/>
                        <a:pt x="344" y="110"/>
                      </a:cubicBezTo>
                      <a:cubicBezTo>
                        <a:pt x="323" y="87"/>
                        <a:pt x="220" y="0"/>
                        <a:pt x="220" y="0"/>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8" name="Freeform 7">
                  <a:extLst>
                    <a:ext uri="{FF2B5EF4-FFF2-40B4-BE49-F238E27FC236}">
                      <a16:creationId xmlns:a16="http://schemas.microsoft.com/office/drawing/2014/main" xmlns="" id="{2C7BE792-4F81-D4C8-D167-8B79406C4DF8}"/>
                    </a:ext>
                  </a:extLst>
                </p:cNvPr>
                <p:cNvSpPr>
                  <a:spLocks/>
                </p:cNvSpPr>
                <p:nvPr/>
              </p:nvSpPr>
              <p:spPr bwMode="gray">
                <a:xfrm flipH="1">
                  <a:off x="1842282" y="1747540"/>
                  <a:ext cx="220024" cy="364477"/>
                </a:xfrm>
                <a:custGeom>
                  <a:avLst/>
                  <a:gdLst>
                    <a:gd name="T0" fmla="*/ 969 w 7303"/>
                    <a:gd name="T1" fmla="*/ 7779 h 12128"/>
                    <a:gd name="T2" fmla="*/ 1219 w 7303"/>
                    <a:gd name="T3" fmla="*/ 8013 h 12128"/>
                    <a:gd name="T4" fmla="*/ 1644 w 7303"/>
                    <a:gd name="T5" fmla="*/ 8268 h 12128"/>
                    <a:gd name="T6" fmla="*/ 2033 w 7303"/>
                    <a:gd name="T7" fmla="*/ 8497 h 12128"/>
                    <a:gd name="T8" fmla="*/ 2299 w 7303"/>
                    <a:gd name="T9" fmla="*/ 8715 h 12128"/>
                    <a:gd name="T10" fmla="*/ 2597 w 7303"/>
                    <a:gd name="T11" fmla="*/ 8992 h 12128"/>
                    <a:gd name="T12" fmla="*/ 2677 w 7303"/>
                    <a:gd name="T13" fmla="*/ 9290 h 12128"/>
                    <a:gd name="T14" fmla="*/ 2852 w 7303"/>
                    <a:gd name="T15" fmla="*/ 10019 h 12128"/>
                    <a:gd name="T16" fmla="*/ 3124 w 7303"/>
                    <a:gd name="T17" fmla="*/ 10817 h 12128"/>
                    <a:gd name="T18" fmla="*/ 3459 w 7303"/>
                    <a:gd name="T19" fmla="*/ 11876 h 12128"/>
                    <a:gd name="T20" fmla="*/ 3532 w 7303"/>
                    <a:gd name="T21" fmla="*/ 12127 h 12128"/>
                    <a:gd name="T22" fmla="*/ 5044 w 7303"/>
                    <a:gd name="T23" fmla="*/ 12128 h 12128"/>
                    <a:gd name="T24" fmla="*/ 7303 w 7303"/>
                    <a:gd name="T25" fmla="*/ 10507 h 12128"/>
                    <a:gd name="T26" fmla="*/ 6630 w 7303"/>
                    <a:gd name="T27" fmla="*/ 9157 h 12128"/>
                    <a:gd name="T28" fmla="*/ 5970 w 7303"/>
                    <a:gd name="T29" fmla="*/ 7774 h 12128"/>
                    <a:gd name="T30" fmla="*/ 5587 w 7303"/>
                    <a:gd name="T31" fmla="*/ 7039 h 12128"/>
                    <a:gd name="T32" fmla="*/ 5321 w 7303"/>
                    <a:gd name="T33" fmla="*/ 6656 h 12128"/>
                    <a:gd name="T34" fmla="*/ 5289 w 7303"/>
                    <a:gd name="T35" fmla="*/ 6507 h 12128"/>
                    <a:gd name="T36" fmla="*/ 5215 w 7303"/>
                    <a:gd name="T37" fmla="*/ 5571 h 12128"/>
                    <a:gd name="T38" fmla="*/ 5098 w 7303"/>
                    <a:gd name="T39" fmla="*/ 4922 h 12128"/>
                    <a:gd name="T40" fmla="*/ 4821 w 7303"/>
                    <a:gd name="T41" fmla="*/ 3974 h 12128"/>
                    <a:gd name="T42" fmla="*/ 4667 w 7303"/>
                    <a:gd name="T43" fmla="*/ 3421 h 12128"/>
                    <a:gd name="T44" fmla="*/ 4544 w 7303"/>
                    <a:gd name="T45" fmla="*/ 3150 h 12128"/>
                    <a:gd name="T46" fmla="*/ 4321 w 7303"/>
                    <a:gd name="T47" fmla="*/ 2639 h 12128"/>
                    <a:gd name="T48" fmla="*/ 4145 w 7303"/>
                    <a:gd name="T49" fmla="*/ 2027 h 12128"/>
                    <a:gd name="T50" fmla="*/ 3959 w 7303"/>
                    <a:gd name="T51" fmla="*/ 1553 h 12128"/>
                    <a:gd name="T52" fmla="*/ 3682 w 7303"/>
                    <a:gd name="T53" fmla="*/ 1218 h 12128"/>
                    <a:gd name="T54" fmla="*/ 3453 w 7303"/>
                    <a:gd name="T55" fmla="*/ 936 h 12128"/>
                    <a:gd name="T56" fmla="*/ 3326 w 7303"/>
                    <a:gd name="T57" fmla="*/ 755 h 12128"/>
                    <a:gd name="T58" fmla="*/ 3177 w 7303"/>
                    <a:gd name="T59" fmla="*/ 329 h 12128"/>
                    <a:gd name="T60" fmla="*/ 3054 w 7303"/>
                    <a:gd name="T61" fmla="*/ 42 h 12128"/>
                    <a:gd name="T62" fmla="*/ 2943 w 7303"/>
                    <a:gd name="T63" fmla="*/ 10 h 12128"/>
                    <a:gd name="T64" fmla="*/ 2900 w 7303"/>
                    <a:gd name="T65" fmla="*/ 8 h 12128"/>
                    <a:gd name="T66" fmla="*/ 2820 w 7303"/>
                    <a:gd name="T67" fmla="*/ 21 h 12128"/>
                    <a:gd name="T68" fmla="*/ 2591 w 7303"/>
                    <a:gd name="T69" fmla="*/ 319 h 12128"/>
                    <a:gd name="T70" fmla="*/ 2559 w 7303"/>
                    <a:gd name="T71" fmla="*/ 1548 h 12128"/>
                    <a:gd name="T72" fmla="*/ 2767 w 7303"/>
                    <a:gd name="T73" fmla="*/ 2139 h 12128"/>
                    <a:gd name="T74" fmla="*/ 2943 w 7303"/>
                    <a:gd name="T75" fmla="*/ 2293 h 12128"/>
                    <a:gd name="T76" fmla="*/ 2943 w 7303"/>
                    <a:gd name="T77" fmla="*/ 2415 h 12128"/>
                    <a:gd name="T78" fmla="*/ 2953 w 7303"/>
                    <a:gd name="T79" fmla="*/ 2921 h 12128"/>
                    <a:gd name="T80" fmla="*/ 3001 w 7303"/>
                    <a:gd name="T81" fmla="*/ 3139 h 12128"/>
                    <a:gd name="T82" fmla="*/ 2863 w 7303"/>
                    <a:gd name="T83" fmla="*/ 3059 h 12128"/>
                    <a:gd name="T84" fmla="*/ 2629 w 7303"/>
                    <a:gd name="T85" fmla="*/ 2900 h 12128"/>
                    <a:gd name="T86" fmla="*/ 2544 w 7303"/>
                    <a:gd name="T87" fmla="*/ 2852 h 12128"/>
                    <a:gd name="T88" fmla="*/ 511 w 7303"/>
                    <a:gd name="T89" fmla="*/ 3793 h 12128"/>
                    <a:gd name="T90" fmla="*/ 202 w 7303"/>
                    <a:gd name="T91" fmla="*/ 4698 h 12128"/>
                    <a:gd name="T92" fmla="*/ 43 w 7303"/>
                    <a:gd name="T93" fmla="*/ 5879 h 12128"/>
                    <a:gd name="T94" fmla="*/ 149 w 7303"/>
                    <a:gd name="T95" fmla="*/ 6454 h 12128"/>
                    <a:gd name="T96" fmla="*/ 245 w 7303"/>
                    <a:gd name="T97" fmla="*/ 6869 h 12128"/>
                    <a:gd name="T98" fmla="*/ 442 w 7303"/>
                    <a:gd name="T99" fmla="*/ 7215 h 12128"/>
                    <a:gd name="T100" fmla="*/ 532 w 7303"/>
                    <a:gd name="T101" fmla="*/ 7316 h 12128"/>
                    <a:gd name="T102" fmla="*/ 969 w 7303"/>
                    <a:gd name="T103" fmla="*/ 7779 h 12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03" h="12128">
                      <a:moveTo>
                        <a:pt x="969" y="7779"/>
                      </a:moveTo>
                      <a:cubicBezTo>
                        <a:pt x="1107" y="7885"/>
                        <a:pt x="1181" y="7981"/>
                        <a:pt x="1219" y="8013"/>
                      </a:cubicBezTo>
                      <a:cubicBezTo>
                        <a:pt x="1256" y="8045"/>
                        <a:pt x="1458" y="8173"/>
                        <a:pt x="1644" y="8268"/>
                      </a:cubicBezTo>
                      <a:cubicBezTo>
                        <a:pt x="1831" y="8364"/>
                        <a:pt x="1921" y="8417"/>
                        <a:pt x="2033" y="8497"/>
                      </a:cubicBezTo>
                      <a:cubicBezTo>
                        <a:pt x="2144" y="8577"/>
                        <a:pt x="2224" y="8604"/>
                        <a:pt x="2299" y="8715"/>
                      </a:cubicBezTo>
                      <a:cubicBezTo>
                        <a:pt x="2373" y="8827"/>
                        <a:pt x="2559" y="8896"/>
                        <a:pt x="2597" y="8992"/>
                      </a:cubicBezTo>
                      <a:cubicBezTo>
                        <a:pt x="2634" y="9088"/>
                        <a:pt x="2645" y="9200"/>
                        <a:pt x="2677" y="9290"/>
                      </a:cubicBezTo>
                      <a:cubicBezTo>
                        <a:pt x="2708" y="9381"/>
                        <a:pt x="2815" y="9918"/>
                        <a:pt x="2852" y="10019"/>
                      </a:cubicBezTo>
                      <a:cubicBezTo>
                        <a:pt x="2889" y="10120"/>
                        <a:pt x="3108" y="10769"/>
                        <a:pt x="3124" y="10817"/>
                      </a:cubicBezTo>
                      <a:cubicBezTo>
                        <a:pt x="3140" y="10865"/>
                        <a:pt x="3432" y="11823"/>
                        <a:pt x="3459" y="11876"/>
                      </a:cubicBezTo>
                      <a:cubicBezTo>
                        <a:pt x="3468" y="11894"/>
                        <a:pt x="3493" y="11987"/>
                        <a:pt x="3532" y="12127"/>
                      </a:cubicBezTo>
                      <a:cubicBezTo>
                        <a:pt x="3535" y="12127"/>
                        <a:pt x="4775" y="12128"/>
                        <a:pt x="5044" y="12128"/>
                      </a:cubicBezTo>
                      <a:lnTo>
                        <a:pt x="7303" y="10507"/>
                      </a:lnTo>
                      <a:cubicBezTo>
                        <a:pt x="7269" y="10402"/>
                        <a:pt x="6843" y="9593"/>
                        <a:pt x="6630" y="9157"/>
                      </a:cubicBezTo>
                      <a:cubicBezTo>
                        <a:pt x="6417" y="8721"/>
                        <a:pt x="6077" y="8029"/>
                        <a:pt x="5970" y="7774"/>
                      </a:cubicBezTo>
                      <a:cubicBezTo>
                        <a:pt x="5864" y="7518"/>
                        <a:pt x="5640" y="7124"/>
                        <a:pt x="5587" y="7039"/>
                      </a:cubicBezTo>
                      <a:cubicBezTo>
                        <a:pt x="5534" y="6954"/>
                        <a:pt x="5321" y="6656"/>
                        <a:pt x="5321" y="6656"/>
                      </a:cubicBezTo>
                      <a:lnTo>
                        <a:pt x="5289" y="6507"/>
                      </a:lnTo>
                      <a:cubicBezTo>
                        <a:pt x="5289" y="6507"/>
                        <a:pt x="5236" y="5688"/>
                        <a:pt x="5215" y="5571"/>
                      </a:cubicBezTo>
                      <a:cubicBezTo>
                        <a:pt x="5193" y="5454"/>
                        <a:pt x="5183" y="5294"/>
                        <a:pt x="5098" y="4922"/>
                      </a:cubicBezTo>
                      <a:cubicBezTo>
                        <a:pt x="5013" y="4549"/>
                        <a:pt x="4848" y="4070"/>
                        <a:pt x="4821" y="3974"/>
                      </a:cubicBezTo>
                      <a:cubicBezTo>
                        <a:pt x="4794" y="3879"/>
                        <a:pt x="4688" y="3480"/>
                        <a:pt x="4667" y="3421"/>
                      </a:cubicBezTo>
                      <a:cubicBezTo>
                        <a:pt x="4645" y="3362"/>
                        <a:pt x="4576" y="3192"/>
                        <a:pt x="4544" y="3150"/>
                      </a:cubicBezTo>
                      <a:cubicBezTo>
                        <a:pt x="4512" y="3107"/>
                        <a:pt x="4411" y="2916"/>
                        <a:pt x="4321" y="2639"/>
                      </a:cubicBezTo>
                      <a:cubicBezTo>
                        <a:pt x="4230" y="2362"/>
                        <a:pt x="4209" y="2202"/>
                        <a:pt x="4145" y="2027"/>
                      </a:cubicBezTo>
                      <a:cubicBezTo>
                        <a:pt x="4081" y="1851"/>
                        <a:pt x="4023" y="1686"/>
                        <a:pt x="3959" y="1553"/>
                      </a:cubicBezTo>
                      <a:cubicBezTo>
                        <a:pt x="3895" y="1420"/>
                        <a:pt x="3751" y="1314"/>
                        <a:pt x="3682" y="1218"/>
                      </a:cubicBezTo>
                      <a:cubicBezTo>
                        <a:pt x="3613" y="1122"/>
                        <a:pt x="3501" y="995"/>
                        <a:pt x="3453" y="936"/>
                      </a:cubicBezTo>
                      <a:cubicBezTo>
                        <a:pt x="3406" y="878"/>
                        <a:pt x="3352" y="819"/>
                        <a:pt x="3326" y="755"/>
                      </a:cubicBezTo>
                      <a:cubicBezTo>
                        <a:pt x="3299" y="691"/>
                        <a:pt x="3257" y="500"/>
                        <a:pt x="3177" y="329"/>
                      </a:cubicBezTo>
                      <a:cubicBezTo>
                        <a:pt x="3097" y="159"/>
                        <a:pt x="3086" y="58"/>
                        <a:pt x="3054" y="42"/>
                      </a:cubicBezTo>
                      <a:cubicBezTo>
                        <a:pt x="3022" y="26"/>
                        <a:pt x="2975" y="5"/>
                        <a:pt x="2943" y="10"/>
                      </a:cubicBezTo>
                      <a:cubicBezTo>
                        <a:pt x="2931" y="12"/>
                        <a:pt x="2916" y="10"/>
                        <a:pt x="2900" y="8"/>
                      </a:cubicBezTo>
                      <a:cubicBezTo>
                        <a:pt x="2870" y="4"/>
                        <a:pt x="2837" y="0"/>
                        <a:pt x="2820" y="21"/>
                      </a:cubicBezTo>
                      <a:cubicBezTo>
                        <a:pt x="2794" y="53"/>
                        <a:pt x="2655" y="90"/>
                        <a:pt x="2591" y="319"/>
                      </a:cubicBezTo>
                      <a:cubicBezTo>
                        <a:pt x="2528" y="548"/>
                        <a:pt x="2490" y="1303"/>
                        <a:pt x="2559" y="1548"/>
                      </a:cubicBezTo>
                      <a:cubicBezTo>
                        <a:pt x="2629" y="1793"/>
                        <a:pt x="2671" y="2032"/>
                        <a:pt x="2767" y="2139"/>
                      </a:cubicBezTo>
                      <a:cubicBezTo>
                        <a:pt x="2863" y="2245"/>
                        <a:pt x="2932" y="2277"/>
                        <a:pt x="2943" y="2293"/>
                      </a:cubicBezTo>
                      <a:cubicBezTo>
                        <a:pt x="2953" y="2309"/>
                        <a:pt x="2943" y="2415"/>
                        <a:pt x="2943" y="2415"/>
                      </a:cubicBezTo>
                      <a:cubicBezTo>
                        <a:pt x="2943" y="2415"/>
                        <a:pt x="2916" y="2735"/>
                        <a:pt x="2953" y="2921"/>
                      </a:cubicBezTo>
                      <a:cubicBezTo>
                        <a:pt x="2953" y="2921"/>
                        <a:pt x="2996" y="3118"/>
                        <a:pt x="3001" y="3139"/>
                      </a:cubicBezTo>
                      <a:cubicBezTo>
                        <a:pt x="3001" y="3139"/>
                        <a:pt x="2911" y="3091"/>
                        <a:pt x="2863" y="3059"/>
                      </a:cubicBezTo>
                      <a:cubicBezTo>
                        <a:pt x="2815" y="3027"/>
                        <a:pt x="2655" y="2910"/>
                        <a:pt x="2629" y="2900"/>
                      </a:cubicBezTo>
                      <a:cubicBezTo>
                        <a:pt x="2602" y="2889"/>
                        <a:pt x="2570" y="2857"/>
                        <a:pt x="2544" y="2852"/>
                      </a:cubicBezTo>
                      <a:cubicBezTo>
                        <a:pt x="2517" y="2846"/>
                        <a:pt x="543" y="3623"/>
                        <a:pt x="511" y="3793"/>
                      </a:cubicBezTo>
                      <a:cubicBezTo>
                        <a:pt x="479" y="3964"/>
                        <a:pt x="319" y="4294"/>
                        <a:pt x="202" y="4698"/>
                      </a:cubicBezTo>
                      <a:cubicBezTo>
                        <a:pt x="85" y="5102"/>
                        <a:pt x="0" y="5635"/>
                        <a:pt x="43" y="5879"/>
                      </a:cubicBezTo>
                      <a:cubicBezTo>
                        <a:pt x="85" y="6124"/>
                        <a:pt x="149" y="6454"/>
                        <a:pt x="149" y="6454"/>
                      </a:cubicBezTo>
                      <a:lnTo>
                        <a:pt x="245" y="6869"/>
                      </a:lnTo>
                      <a:cubicBezTo>
                        <a:pt x="245" y="6869"/>
                        <a:pt x="426" y="7183"/>
                        <a:pt x="442" y="7215"/>
                      </a:cubicBezTo>
                      <a:cubicBezTo>
                        <a:pt x="458" y="7247"/>
                        <a:pt x="516" y="7284"/>
                        <a:pt x="532" y="7316"/>
                      </a:cubicBezTo>
                      <a:cubicBezTo>
                        <a:pt x="548" y="7348"/>
                        <a:pt x="830" y="7673"/>
                        <a:pt x="969" y="7779"/>
                      </a:cubicBez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9" name="Freeform 8">
                  <a:extLst>
                    <a:ext uri="{FF2B5EF4-FFF2-40B4-BE49-F238E27FC236}">
                      <a16:creationId xmlns:a16="http://schemas.microsoft.com/office/drawing/2014/main" xmlns="" id="{024D6C39-F9C8-055A-42EF-83C9E22C0C14}"/>
                    </a:ext>
                  </a:extLst>
                </p:cNvPr>
                <p:cNvSpPr>
                  <a:spLocks/>
                </p:cNvSpPr>
                <p:nvPr/>
              </p:nvSpPr>
              <p:spPr bwMode="gray">
                <a:xfrm flipH="1">
                  <a:off x="1973983" y="1835132"/>
                  <a:ext cx="74840" cy="149261"/>
                </a:xfrm>
                <a:custGeom>
                  <a:avLst/>
                  <a:gdLst>
                    <a:gd name="T0" fmla="*/ 2480 w 2480"/>
                    <a:gd name="T1" fmla="*/ 266 h 4963"/>
                    <a:gd name="T2" fmla="*/ 2192 w 2480"/>
                    <a:gd name="T3" fmla="*/ 2384 h 4963"/>
                    <a:gd name="T4" fmla="*/ 1799 w 2480"/>
                    <a:gd name="T5" fmla="*/ 4118 h 4963"/>
                    <a:gd name="T6" fmla="*/ 1817 w 2480"/>
                    <a:gd name="T7" fmla="*/ 4457 h 4963"/>
                    <a:gd name="T8" fmla="*/ 569 w 2480"/>
                    <a:gd name="T9" fmla="*/ 4963 h 4963"/>
                    <a:gd name="T10" fmla="*/ 85 w 2480"/>
                    <a:gd name="T11" fmla="*/ 4406 h 4963"/>
                    <a:gd name="T12" fmla="*/ 1043 w 2480"/>
                    <a:gd name="T13" fmla="*/ 649 h 4963"/>
                    <a:gd name="T14" fmla="*/ 1564 w 2480"/>
                    <a:gd name="T15" fmla="*/ 0 h 4963"/>
                    <a:gd name="T16" fmla="*/ 2038 w 2480"/>
                    <a:gd name="T17" fmla="*/ 71 h 4963"/>
                    <a:gd name="T18" fmla="*/ 2405 w 2480"/>
                    <a:gd name="T19" fmla="*/ 202 h 4963"/>
                    <a:gd name="T20" fmla="*/ 2480 w 2480"/>
                    <a:gd name="T21" fmla="*/ 266 h 4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0" h="4963">
                      <a:moveTo>
                        <a:pt x="2480" y="266"/>
                      </a:moveTo>
                      <a:cubicBezTo>
                        <a:pt x="2384" y="340"/>
                        <a:pt x="2224" y="628"/>
                        <a:pt x="2192" y="2384"/>
                      </a:cubicBezTo>
                      <a:cubicBezTo>
                        <a:pt x="2160" y="4140"/>
                        <a:pt x="1894" y="4086"/>
                        <a:pt x="1799" y="4118"/>
                      </a:cubicBezTo>
                      <a:cubicBezTo>
                        <a:pt x="1703" y="4150"/>
                        <a:pt x="1995" y="4387"/>
                        <a:pt x="1817" y="4457"/>
                      </a:cubicBezTo>
                      <a:cubicBezTo>
                        <a:pt x="1457" y="4599"/>
                        <a:pt x="580" y="4580"/>
                        <a:pt x="569" y="4963"/>
                      </a:cubicBezTo>
                      <a:cubicBezTo>
                        <a:pt x="569" y="4963"/>
                        <a:pt x="170" y="4576"/>
                        <a:pt x="85" y="4406"/>
                      </a:cubicBezTo>
                      <a:cubicBezTo>
                        <a:pt x="0" y="4235"/>
                        <a:pt x="1000" y="755"/>
                        <a:pt x="1043" y="649"/>
                      </a:cubicBezTo>
                      <a:cubicBezTo>
                        <a:pt x="1086" y="543"/>
                        <a:pt x="1564" y="0"/>
                        <a:pt x="1564" y="0"/>
                      </a:cubicBezTo>
                      <a:cubicBezTo>
                        <a:pt x="1564" y="0"/>
                        <a:pt x="1958" y="58"/>
                        <a:pt x="2038" y="71"/>
                      </a:cubicBezTo>
                      <a:cubicBezTo>
                        <a:pt x="2118" y="85"/>
                        <a:pt x="2363" y="149"/>
                        <a:pt x="2405" y="202"/>
                      </a:cubicBezTo>
                      <a:cubicBezTo>
                        <a:pt x="2448" y="255"/>
                        <a:pt x="2480" y="266"/>
                        <a:pt x="2480" y="26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0" name="Freeform 9">
                  <a:extLst>
                    <a:ext uri="{FF2B5EF4-FFF2-40B4-BE49-F238E27FC236}">
                      <a16:creationId xmlns:a16="http://schemas.microsoft.com/office/drawing/2014/main" xmlns="" id="{44834990-7EA0-7822-EBC2-2AB6932344CB}"/>
                    </a:ext>
                  </a:extLst>
                </p:cNvPr>
                <p:cNvSpPr>
                  <a:spLocks/>
                </p:cNvSpPr>
                <p:nvPr/>
              </p:nvSpPr>
              <p:spPr bwMode="gray">
                <a:xfrm flipH="1">
                  <a:off x="1973147" y="1969864"/>
                  <a:ext cx="72958" cy="61774"/>
                </a:xfrm>
                <a:custGeom>
                  <a:avLst/>
                  <a:gdLst>
                    <a:gd name="T0" fmla="*/ 80 w 2422"/>
                    <a:gd name="T1" fmla="*/ 0 h 2058"/>
                    <a:gd name="T2" fmla="*/ 407 w 2422"/>
                    <a:gd name="T3" fmla="*/ 360 h 2058"/>
                    <a:gd name="T4" fmla="*/ 403 w 2422"/>
                    <a:gd name="T5" fmla="*/ 340 h 2058"/>
                    <a:gd name="T6" fmla="*/ 490 w 2422"/>
                    <a:gd name="T7" fmla="*/ 236 h 2058"/>
                    <a:gd name="T8" fmla="*/ 1073 w 2422"/>
                    <a:gd name="T9" fmla="*/ 84 h 2058"/>
                    <a:gd name="T10" fmla="*/ 1554 w 2422"/>
                    <a:gd name="T11" fmla="*/ 1105 h 2058"/>
                    <a:gd name="T12" fmla="*/ 2081 w 2422"/>
                    <a:gd name="T13" fmla="*/ 1589 h 2058"/>
                    <a:gd name="T14" fmla="*/ 2422 w 2422"/>
                    <a:gd name="T15" fmla="*/ 2058 h 2058"/>
                    <a:gd name="T16" fmla="*/ 2019 w 2422"/>
                    <a:gd name="T17" fmla="*/ 1616 h 2058"/>
                    <a:gd name="T18" fmla="*/ 1460 w 2422"/>
                    <a:gd name="T19" fmla="*/ 1201 h 2058"/>
                    <a:gd name="T20" fmla="*/ 747 w 2422"/>
                    <a:gd name="T21" fmla="*/ 756 h 2058"/>
                    <a:gd name="T22" fmla="*/ 0 w 2422"/>
                    <a:gd name="T23" fmla="*/ 0 h 2058"/>
                    <a:gd name="T24" fmla="*/ 80 w 2422"/>
                    <a:gd name="T25" fmla="*/ 0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2" h="2058">
                      <a:moveTo>
                        <a:pt x="80" y="0"/>
                      </a:moveTo>
                      <a:cubicBezTo>
                        <a:pt x="201" y="183"/>
                        <a:pt x="246" y="197"/>
                        <a:pt x="407" y="360"/>
                      </a:cubicBezTo>
                      <a:cubicBezTo>
                        <a:pt x="404" y="353"/>
                        <a:pt x="403" y="345"/>
                        <a:pt x="403" y="340"/>
                      </a:cubicBezTo>
                      <a:cubicBezTo>
                        <a:pt x="403" y="316"/>
                        <a:pt x="466" y="260"/>
                        <a:pt x="490" y="236"/>
                      </a:cubicBezTo>
                      <a:cubicBezTo>
                        <a:pt x="514" y="212"/>
                        <a:pt x="1073" y="84"/>
                        <a:pt x="1073" y="84"/>
                      </a:cubicBezTo>
                      <a:cubicBezTo>
                        <a:pt x="361" y="319"/>
                        <a:pt x="1192" y="875"/>
                        <a:pt x="1554" y="1105"/>
                      </a:cubicBezTo>
                      <a:cubicBezTo>
                        <a:pt x="1834" y="1268"/>
                        <a:pt x="2011" y="1495"/>
                        <a:pt x="2081" y="1589"/>
                      </a:cubicBezTo>
                      <a:cubicBezTo>
                        <a:pt x="2176" y="1720"/>
                        <a:pt x="2230" y="1824"/>
                        <a:pt x="2422" y="2058"/>
                      </a:cubicBezTo>
                      <a:cubicBezTo>
                        <a:pt x="2422" y="2058"/>
                        <a:pt x="2183" y="1792"/>
                        <a:pt x="2019" y="1616"/>
                      </a:cubicBezTo>
                      <a:cubicBezTo>
                        <a:pt x="1832" y="1416"/>
                        <a:pt x="1624" y="1276"/>
                        <a:pt x="1460" y="1201"/>
                      </a:cubicBezTo>
                      <a:cubicBezTo>
                        <a:pt x="1355" y="1153"/>
                        <a:pt x="1078" y="1015"/>
                        <a:pt x="747" y="756"/>
                      </a:cubicBezTo>
                      <a:cubicBezTo>
                        <a:pt x="415" y="496"/>
                        <a:pt x="214" y="323"/>
                        <a:pt x="0" y="0"/>
                      </a:cubicBezTo>
                      <a:lnTo>
                        <a:pt x="80" y="0"/>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1" name="Freeform 10">
                  <a:extLst>
                    <a:ext uri="{FF2B5EF4-FFF2-40B4-BE49-F238E27FC236}">
                      <a16:creationId xmlns:a16="http://schemas.microsoft.com/office/drawing/2014/main" xmlns="" id="{578B3181-B783-A9CF-815D-53CF44E75F75}"/>
                    </a:ext>
                  </a:extLst>
                </p:cNvPr>
                <p:cNvSpPr>
                  <a:spLocks/>
                </p:cNvSpPr>
                <p:nvPr/>
              </p:nvSpPr>
              <p:spPr bwMode="gray">
                <a:xfrm flipH="1">
                  <a:off x="2113837" y="1861054"/>
                  <a:ext cx="12020" cy="9721"/>
                </a:xfrm>
                <a:custGeom>
                  <a:avLst/>
                  <a:gdLst>
                    <a:gd name="T0" fmla="*/ 0 w 399"/>
                    <a:gd name="T1" fmla="*/ 42 h 324"/>
                    <a:gd name="T2" fmla="*/ 277 w 399"/>
                    <a:gd name="T3" fmla="*/ 26 h 324"/>
                    <a:gd name="T4" fmla="*/ 372 w 399"/>
                    <a:gd name="T5" fmla="*/ 106 h 324"/>
                    <a:gd name="T6" fmla="*/ 372 w 399"/>
                    <a:gd name="T7" fmla="*/ 234 h 324"/>
                    <a:gd name="T8" fmla="*/ 356 w 399"/>
                    <a:gd name="T9" fmla="*/ 308 h 324"/>
                    <a:gd name="T10" fmla="*/ 266 w 399"/>
                    <a:gd name="T11" fmla="*/ 255 h 324"/>
                    <a:gd name="T12" fmla="*/ 218 w 399"/>
                    <a:gd name="T13" fmla="*/ 202 h 324"/>
                    <a:gd name="T14" fmla="*/ 181 w 399"/>
                    <a:gd name="T15" fmla="*/ 170 h 324"/>
                    <a:gd name="T16" fmla="*/ 128 w 399"/>
                    <a:gd name="T17" fmla="*/ 133 h 324"/>
                    <a:gd name="T18" fmla="*/ 69 w 399"/>
                    <a:gd name="T19" fmla="*/ 111 h 324"/>
                    <a:gd name="T20" fmla="*/ 5 w 399"/>
                    <a:gd name="T21" fmla="*/ 90 h 324"/>
                    <a:gd name="T22" fmla="*/ 0 w 399"/>
                    <a:gd name="T23" fmla="*/ 4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9" h="324">
                      <a:moveTo>
                        <a:pt x="0" y="42"/>
                      </a:moveTo>
                      <a:cubicBezTo>
                        <a:pt x="101" y="37"/>
                        <a:pt x="218" y="0"/>
                        <a:pt x="277" y="26"/>
                      </a:cubicBezTo>
                      <a:cubicBezTo>
                        <a:pt x="335" y="53"/>
                        <a:pt x="378" y="63"/>
                        <a:pt x="372" y="106"/>
                      </a:cubicBezTo>
                      <a:cubicBezTo>
                        <a:pt x="367" y="149"/>
                        <a:pt x="372" y="180"/>
                        <a:pt x="372" y="234"/>
                      </a:cubicBezTo>
                      <a:cubicBezTo>
                        <a:pt x="372" y="287"/>
                        <a:pt x="399" y="324"/>
                        <a:pt x="356" y="308"/>
                      </a:cubicBezTo>
                      <a:cubicBezTo>
                        <a:pt x="314" y="292"/>
                        <a:pt x="282" y="266"/>
                        <a:pt x="266" y="255"/>
                      </a:cubicBezTo>
                      <a:cubicBezTo>
                        <a:pt x="250" y="244"/>
                        <a:pt x="234" y="212"/>
                        <a:pt x="218" y="202"/>
                      </a:cubicBezTo>
                      <a:cubicBezTo>
                        <a:pt x="202" y="191"/>
                        <a:pt x="197" y="180"/>
                        <a:pt x="181" y="170"/>
                      </a:cubicBezTo>
                      <a:cubicBezTo>
                        <a:pt x="165" y="159"/>
                        <a:pt x="144" y="133"/>
                        <a:pt x="128" y="133"/>
                      </a:cubicBezTo>
                      <a:cubicBezTo>
                        <a:pt x="112" y="133"/>
                        <a:pt x="90" y="111"/>
                        <a:pt x="69" y="111"/>
                      </a:cubicBezTo>
                      <a:cubicBezTo>
                        <a:pt x="48" y="111"/>
                        <a:pt x="5" y="90"/>
                        <a:pt x="5" y="90"/>
                      </a:cubicBezTo>
                      <a:lnTo>
                        <a:pt x="0" y="42"/>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2" name="Freeform 11">
                  <a:extLst>
                    <a:ext uri="{FF2B5EF4-FFF2-40B4-BE49-F238E27FC236}">
                      <a16:creationId xmlns:a16="http://schemas.microsoft.com/office/drawing/2014/main" xmlns="" id="{7D620C1F-C2B2-2EF5-6147-24DFB11FAC52}"/>
                    </a:ext>
                  </a:extLst>
                </p:cNvPr>
                <p:cNvSpPr>
                  <a:spLocks/>
                </p:cNvSpPr>
                <p:nvPr/>
              </p:nvSpPr>
              <p:spPr bwMode="gray">
                <a:xfrm flipH="1">
                  <a:off x="2116659" y="1765936"/>
                  <a:ext cx="36793" cy="40556"/>
                </a:xfrm>
                <a:custGeom>
                  <a:avLst/>
                  <a:gdLst>
                    <a:gd name="T0" fmla="*/ 1217 w 1220"/>
                    <a:gd name="T1" fmla="*/ 250 h 1348"/>
                    <a:gd name="T2" fmla="*/ 335 w 1220"/>
                    <a:gd name="T3" fmla="*/ 221 h 1348"/>
                    <a:gd name="T4" fmla="*/ 908 w 1220"/>
                    <a:gd name="T5" fmla="*/ 1260 h 1348"/>
                    <a:gd name="T6" fmla="*/ 1220 w 1220"/>
                    <a:gd name="T7" fmla="*/ 1348 h 1348"/>
                    <a:gd name="T8" fmla="*/ 1217 w 1220"/>
                    <a:gd name="T9" fmla="*/ 250 h 1348"/>
                  </a:gdLst>
                  <a:ahLst/>
                  <a:cxnLst>
                    <a:cxn ang="0">
                      <a:pos x="T0" y="T1"/>
                    </a:cxn>
                    <a:cxn ang="0">
                      <a:pos x="T2" y="T3"/>
                    </a:cxn>
                    <a:cxn ang="0">
                      <a:pos x="T4" y="T5"/>
                    </a:cxn>
                    <a:cxn ang="0">
                      <a:pos x="T6" y="T7"/>
                    </a:cxn>
                    <a:cxn ang="0">
                      <a:pos x="T8" y="T9"/>
                    </a:cxn>
                  </a:cxnLst>
                  <a:rect l="0" t="0" r="r" b="b"/>
                  <a:pathLst>
                    <a:path w="1220" h="1348">
                      <a:moveTo>
                        <a:pt x="1217" y="250"/>
                      </a:moveTo>
                      <a:cubicBezTo>
                        <a:pt x="1145" y="229"/>
                        <a:pt x="594" y="0"/>
                        <a:pt x="335" y="221"/>
                      </a:cubicBezTo>
                      <a:cubicBezTo>
                        <a:pt x="76" y="443"/>
                        <a:pt x="0" y="997"/>
                        <a:pt x="908" y="1260"/>
                      </a:cubicBezTo>
                      <a:cubicBezTo>
                        <a:pt x="1027" y="1295"/>
                        <a:pt x="1130" y="1324"/>
                        <a:pt x="1220" y="1348"/>
                      </a:cubicBezTo>
                      <a:lnTo>
                        <a:pt x="1217" y="250"/>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3" name="Freeform 12">
                  <a:extLst>
                    <a:ext uri="{FF2B5EF4-FFF2-40B4-BE49-F238E27FC236}">
                      <a16:creationId xmlns:a16="http://schemas.microsoft.com/office/drawing/2014/main" xmlns="" id="{9B31406D-8321-B204-895F-05FE1DDAEE8B}"/>
                    </a:ext>
                  </a:extLst>
                </p:cNvPr>
                <p:cNvSpPr>
                  <a:spLocks/>
                </p:cNvSpPr>
                <p:nvPr/>
              </p:nvSpPr>
              <p:spPr bwMode="gray">
                <a:xfrm flipH="1">
                  <a:off x="2116450" y="1765414"/>
                  <a:ext cx="33448" cy="42019"/>
                </a:xfrm>
                <a:custGeom>
                  <a:avLst/>
                  <a:gdLst>
                    <a:gd name="T0" fmla="*/ 1091 w 1109"/>
                    <a:gd name="T1" fmla="*/ 1398 h 1398"/>
                    <a:gd name="T2" fmla="*/ 1109 w 1109"/>
                    <a:gd name="T3" fmla="*/ 1332 h 1398"/>
                    <a:gd name="T4" fmla="*/ 798 w 1109"/>
                    <a:gd name="T5" fmla="*/ 1244 h 1398"/>
                    <a:gd name="T6" fmla="*/ 278 w 1109"/>
                    <a:gd name="T7" fmla="*/ 990 h 1398"/>
                    <a:gd name="T8" fmla="*/ 87 w 1109"/>
                    <a:gd name="T9" fmla="*/ 694 h 1398"/>
                    <a:gd name="T10" fmla="*/ 238 w 1109"/>
                    <a:gd name="T11" fmla="*/ 264 h 1398"/>
                    <a:gd name="T12" fmla="*/ 666 w 1109"/>
                    <a:gd name="T13" fmla="*/ 187 h 1398"/>
                    <a:gd name="T14" fmla="*/ 1049 w 1109"/>
                    <a:gd name="T15" fmla="*/ 287 h 1398"/>
                    <a:gd name="T16" fmla="*/ 1087 w 1109"/>
                    <a:gd name="T17" fmla="*/ 300 h 1398"/>
                    <a:gd name="T18" fmla="*/ 1107 w 1109"/>
                    <a:gd name="T19" fmla="*/ 234 h 1398"/>
                    <a:gd name="T20" fmla="*/ 1072 w 1109"/>
                    <a:gd name="T21" fmla="*/ 222 h 1398"/>
                    <a:gd name="T22" fmla="*/ 193 w 1109"/>
                    <a:gd name="T23" fmla="*/ 212 h 1398"/>
                    <a:gd name="T24" fmla="*/ 42 w 1109"/>
                    <a:gd name="T25" fmla="*/ 427 h 1398"/>
                    <a:gd name="T26" fmla="*/ 20 w 1109"/>
                    <a:gd name="T27" fmla="*/ 709 h 1398"/>
                    <a:gd name="T28" fmla="*/ 234 w 1109"/>
                    <a:gd name="T29" fmla="*/ 1042 h 1398"/>
                    <a:gd name="T30" fmla="*/ 778 w 1109"/>
                    <a:gd name="T31" fmla="*/ 1310 h 1398"/>
                    <a:gd name="T32" fmla="*/ 1091 w 1109"/>
                    <a:gd name="T33" fmla="*/ 1398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09" h="1398">
                      <a:moveTo>
                        <a:pt x="1091" y="1398"/>
                      </a:moveTo>
                      <a:lnTo>
                        <a:pt x="1109" y="1332"/>
                      </a:lnTo>
                      <a:cubicBezTo>
                        <a:pt x="1015" y="1306"/>
                        <a:pt x="911" y="1277"/>
                        <a:pt x="798" y="1244"/>
                      </a:cubicBezTo>
                      <a:cubicBezTo>
                        <a:pt x="576" y="1180"/>
                        <a:pt x="401" y="1094"/>
                        <a:pt x="278" y="990"/>
                      </a:cubicBezTo>
                      <a:cubicBezTo>
                        <a:pt x="175" y="901"/>
                        <a:pt x="110" y="802"/>
                        <a:pt x="87" y="694"/>
                      </a:cubicBezTo>
                      <a:cubicBezTo>
                        <a:pt x="54" y="540"/>
                        <a:pt x="113" y="371"/>
                        <a:pt x="238" y="264"/>
                      </a:cubicBezTo>
                      <a:cubicBezTo>
                        <a:pt x="329" y="187"/>
                        <a:pt x="473" y="160"/>
                        <a:pt x="666" y="187"/>
                      </a:cubicBezTo>
                      <a:cubicBezTo>
                        <a:pt x="827" y="209"/>
                        <a:pt x="977" y="262"/>
                        <a:pt x="1049" y="287"/>
                      </a:cubicBezTo>
                      <a:cubicBezTo>
                        <a:pt x="1066" y="293"/>
                        <a:pt x="1079" y="298"/>
                        <a:pt x="1087" y="300"/>
                      </a:cubicBezTo>
                      <a:lnTo>
                        <a:pt x="1107" y="234"/>
                      </a:lnTo>
                      <a:cubicBezTo>
                        <a:pt x="1100" y="232"/>
                        <a:pt x="1088" y="228"/>
                        <a:pt x="1072" y="222"/>
                      </a:cubicBezTo>
                      <a:cubicBezTo>
                        <a:pt x="916" y="167"/>
                        <a:pt x="440" y="0"/>
                        <a:pt x="193" y="212"/>
                      </a:cubicBezTo>
                      <a:cubicBezTo>
                        <a:pt x="126" y="269"/>
                        <a:pt x="74" y="344"/>
                        <a:pt x="42" y="427"/>
                      </a:cubicBezTo>
                      <a:cubicBezTo>
                        <a:pt x="7" y="518"/>
                        <a:pt x="0" y="616"/>
                        <a:pt x="20" y="709"/>
                      </a:cubicBezTo>
                      <a:cubicBezTo>
                        <a:pt x="46" y="832"/>
                        <a:pt x="118" y="944"/>
                        <a:pt x="234" y="1042"/>
                      </a:cubicBezTo>
                      <a:cubicBezTo>
                        <a:pt x="364" y="1153"/>
                        <a:pt x="547" y="1243"/>
                        <a:pt x="778" y="1310"/>
                      </a:cubicBezTo>
                      <a:cubicBezTo>
                        <a:pt x="892" y="1343"/>
                        <a:pt x="997" y="1373"/>
                        <a:pt x="1091" y="1398"/>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4" name="Freeform 13">
                  <a:extLst>
                    <a:ext uri="{FF2B5EF4-FFF2-40B4-BE49-F238E27FC236}">
                      <a16:creationId xmlns:a16="http://schemas.microsoft.com/office/drawing/2014/main" xmlns="" id="{13DD9F06-D565-E651-C8DD-A9DE5FD31BE3}"/>
                    </a:ext>
                  </a:extLst>
                </p:cNvPr>
                <p:cNvSpPr>
                  <a:spLocks/>
                </p:cNvSpPr>
                <p:nvPr/>
              </p:nvSpPr>
              <p:spPr bwMode="gray">
                <a:xfrm flipH="1">
                  <a:off x="2110074" y="1771790"/>
                  <a:ext cx="19442" cy="35225"/>
                </a:xfrm>
                <a:custGeom>
                  <a:avLst/>
                  <a:gdLst>
                    <a:gd name="T0" fmla="*/ 236 w 647"/>
                    <a:gd name="T1" fmla="*/ 0 h 1172"/>
                    <a:gd name="T2" fmla="*/ 0 w 647"/>
                    <a:gd name="T3" fmla="*/ 1050 h 1172"/>
                    <a:gd name="T4" fmla="*/ 328 w 647"/>
                    <a:gd name="T5" fmla="*/ 1140 h 1172"/>
                    <a:gd name="T6" fmla="*/ 573 w 647"/>
                    <a:gd name="T7" fmla="*/ 1140 h 1172"/>
                    <a:gd name="T8" fmla="*/ 552 w 647"/>
                    <a:gd name="T9" fmla="*/ 821 h 1172"/>
                    <a:gd name="T10" fmla="*/ 584 w 647"/>
                    <a:gd name="T11" fmla="*/ 395 h 1172"/>
                    <a:gd name="T12" fmla="*/ 584 w 647"/>
                    <a:gd name="T13" fmla="*/ 193 h 1172"/>
                    <a:gd name="T14" fmla="*/ 488 w 647"/>
                    <a:gd name="T15" fmla="*/ 54 h 1172"/>
                    <a:gd name="T16" fmla="*/ 236 w 647"/>
                    <a:gd name="T17" fmla="*/ 0 h 1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7" h="1172">
                      <a:moveTo>
                        <a:pt x="236" y="0"/>
                      </a:moveTo>
                      <a:cubicBezTo>
                        <a:pt x="294" y="105"/>
                        <a:pt x="204" y="950"/>
                        <a:pt x="0" y="1050"/>
                      </a:cubicBezTo>
                      <a:cubicBezTo>
                        <a:pt x="0" y="1050"/>
                        <a:pt x="275" y="1108"/>
                        <a:pt x="328" y="1140"/>
                      </a:cubicBezTo>
                      <a:cubicBezTo>
                        <a:pt x="381" y="1172"/>
                        <a:pt x="573" y="1140"/>
                        <a:pt x="573" y="1140"/>
                      </a:cubicBezTo>
                      <a:cubicBezTo>
                        <a:pt x="573" y="1140"/>
                        <a:pt x="562" y="853"/>
                        <a:pt x="552" y="821"/>
                      </a:cubicBezTo>
                      <a:cubicBezTo>
                        <a:pt x="541" y="789"/>
                        <a:pt x="594" y="448"/>
                        <a:pt x="584" y="395"/>
                      </a:cubicBezTo>
                      <a:cubicBezTo>
                        <a:pt x="573" y="342"/>
                        <a:pt x="647" y="246"/>
                        <a:pt x="584" y="193"/>
                      </a:cubicBezTo>
                      <a:cubicBezTo>
                        <a:pt x="520" y="139"/>
                        <a:pt x="552" y="44"/>
                        <a:pt x="488" y="54"/>
                      </a:cubicBezTo>
                      <a:cubicBezTo>
                        <a:pt x="424" y="65"/>
                        <a:pt x="236" y="0"/>
                        <a:pt x="236" y="0"/>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5" name="Freeform 14">
                  <a:extLst>
                    <a:ext uri="{FF2B5EF4-FFF2-40B4-BE49-F238E27FC236}">
                      <a16:creationId xmlns:a16="http://schemas.microsoft.com/office/drawing/2014/main" xmlns="" id="{6F79A61E-E6C4-09EE-3445-F395C2F17B46}"/>
                    </a:ext>
                  </a:extLst>
                </p:cNvPr>
                <p:cNvSpPr>
                  <a:spLocks/>
                </p:cNvSpPr>
                <p:nvPr/>
              </p:nvSpPr>
              <p:spPr bwMode="gray">
                <a:xfrm flipH="1">
                  <a:off x="1977641" y="1830532"/>
                  <a:ext cx="74735" cy="149156"/>
                </a:xfrm>
                <a:custGeom>
                  <a:avLst/>
                  <a:gdLst>
                    <a:gd name="T0" fmla="*/ 2480 w 2480"/>
                    <a:gd name="T1" fmla="*/ 266 h 4964"/>
                    <a:gd name="T2" fmla="*/ 2192 w 2480"/>
                    <a:gd name="T3" fmla="*/ 2384 h 4964"/>
                    <a:gd name="T4" fmla="*/ 1799 w 2480"/>
                    <a:gd name="T5" fmla="*/ 4119 h 4964"/>
                    <a:gd name="T6" fmla="*/ 1719 w 2480"/>
                    <a:gd name="T7" fmla="*/ 4485 h 4964"/>
                    <a:gd name="T8" fmla="*/ 569 w 2480"/>
                    <a:gd name="T9" fmla="*/ 4964 h 4964"/>
                    <a:gd name="T10" fmla="*/ 85 w 2480"/>
                    <a:gd name="T11" fmla="*/ 4406 h 4964"/>
                    <a:gd name="T12" fmla="*/ 1043 w 2480"/>
                    <a:gd name="T13" fmla="*/ 649 h 4964"/>
                    <a:gd name="T14" fmla="*/ 1564 w 2480"/>
                    <a:gd name="T15" fmla="*/ 0 h 4964"/>
                    <a:gd name="T16" fmla="*/ 2038 w 2480"/>
                    <a:gd name="T17" fmla="*/ 72 h 4964"/>
                    <a:gd name="T18" fmla="*/ 2405 w 2480"/>
                    <a:gd name="T19" fmla="*/ 202 h 4964"/>
                    <a:gd name="T20" fmla="*/ 2480 w 2480"/>
                    <a:gd name="T21" fmla="*/ 266 h 4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0" h="4964">
                      <a:moveTo>
                        <a:pt x="2480" y="266"/>
                      </a:moveTo>
                      <a:cubicBezTo>
                        <a:pt x="2384" y="341"/>
                        <a:pt x="2224" y="628"/>
                        <a:pt x="2192" y="2384"/>
                      </a:cubicBezTo>
                      <a:cubicBezTo>
                        <a:pt x="2160" y="4140"/>
                        <a:pt x="1894" y="4087"/>
                        <a:pt x="1799" y="4119"/>
                      </a:cubicBezTo>
                      <a:cubicBezTo>
                        <a:pt x="1703" y="4151"/>
                        <a:pt x="1908" y="4453"/>
                        <a:pt x="1719" y="4485"/>
                      </a:cubicBezTo>
                      <a:cubicBezTo>
                        <a:pt x="1455" y="4529"/>
                        <a:pt x="580" y="4581"/>
                        <a:pt x="569" y="4964"/>
                      </a:cubicBezTo>
                      <a:cubicBezTo>
                        <a:pt x="569" y="4964"/>
                        <a:pt x="170" y="4576"/>
                        <a:pt x="85" y="4406"/>
                      </a:cubicBezTo>
                      <a:cubicBezTo>
                        <a:pt x="0" y="4236"/>
                        <a:pt x="1000" y="756"/>
                        <a:pt x="1043" y="649"/>
                      </a:cubicBezTo>
                      <a:cubicBezTo>
                        <a:pt x="1085" y="543"/>
                        <a:pt x="1564" y="0"/>
                        <a:pt x="1564" y="0"/>
                      </a:cubicBezTo>
                      <a:cubicBezTo>
                        <a:pt x="1564" y="0"/>
                        <a:pt x="1958" y="58"/>
                        <a:pt x="2038" y="72"/>
                      </a:cubicBezTo>
                      <a:cubicBezTo>
                        <a:pt x="2118" y="85"/>
                        <a:pt x="2363" y="149"/>
                        <a:pt x="2405" y="202"/>
                      </a:cubicBezTo>
                      <a:cubicBezTo>
                        <a:pt x="2448" y="256"/>
                        <a:pt x="2480" y="266"/>
                        <a:pt x="2480" y="26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6" name="Freeform 15">
                  <a:extLst>
                    <a:ext uri="{FF2B5EF4-FFF2-40B4-BE49-F238E27FC236}">
                      <a16:creationId xmlns:a16="http://schemas.microsoft.com/office/drawing/2014/main" xmlns="" id="{B9D95322-D7BD-64A5-A03A-60D744F41E77}"/>
                    </a:ext>
                  </a:extLst>
                </p:cNvPr>
                <p:cNvSpPr>
                  <a:spLocks/>
                </p:cNvSpPr>
                <p:nvPr/>
              </p:nvSpPr>
              <p:spPr bwMode="gray">
                <a:xfrm flipH="1">
                  <a:off x="2093350" y="1812032"/>
                  <a:ext cx="60833" cy="40660"/>
                </a:xfrm>
                <a:custGeom>
                  <a:avLst/>
                  <a:gdLst>
                    <a:gd name="T0" fmla="*/ 1377 w 2018"/>
                    <a:gd name="T1" fmla="*/ 199 h 1352"/>
                    <a:gd name="T2" fmla="*/ 423 w 2018"/>
                    <a:gd name="T3" fmla="*/ 125 h 1352"/>
                    <a:gd name="T4" fmla="*/ 51 w 2018"/>
                    <a:gd name="T5" fmla="*/ 822 h 1352"/>
                    <a:gd name="T6" fmla="*/ 1050 w 2018"/>
                    <a:gd name="T7" fmla="*/ 1269 h 1352"/>
                    <a:gd name="T8" fmla="*/ 2018 w 2018"/>
                    <a:gd name="T9" fmla="*/ 1305 h 1352"/>
                    <a:gd name="T10" fmla="*/ 1377 w 2018"/>
                    <a:gd name="T11" fmla="*/ 199 h 1352"/>
                  </a:gdLst>
                  <a:ahLst/>
                  <a:cxnLst>
                    <a:cxn ang="0">
                      <a:pos x="T0" y="T1"/>
                    </a:cxn>
                    <a:cxn ang="0">
                      <a:pos x="T2" y="T3"/>
                    </a:cxn>
                    <a:cxn ang="0">
                      <a:pos x="T4" y="T5"/>
                    </a:cxn>
                    <a:cxn ang="0">
                      <a:pos x="T6" y="T7"/>
                    </a:cxn>
                    <a:cxn ang="0">
                      <a:pos x="T8" y="T9"/>
                    </a:cxn>
                    <a:cxn ang="0">
                      <a:pos x="T10" y="T11"/>
                    </a:cxn>
                  </a:cxnLst>
                  <a:rect l="0" t="0" r="r" b="b"/>
                  <a:pathLst>
                    <a:path w="2018" h="1352">
                      <a:moveTo>
                        <a:pt x="1377" y="199"/>
                      </a:moveTo>
                      <a:cubicBezTo>
                        <a:pt x="1135" y="94"/>
                        <a:pt x="772" y="0"/>
                        <a:pt x="423" y="125"/>
                      </a:cubicBezTo>
                      <a:cubicBezTo>
                        <a:pt x="35" y="264"/>
                        <a:pt x="0" y="703"/>
                        <a:pt x="51" y="822"/>
                      </a:cubicBezTo>
                      <a:cubicBezTo>
                        <a:pt x="138" y="1023"/>
                        <a:pt x="303" y="1187"/>
                        <a:pt x="1050" y="1269"/>
                      </a:cubicBezTo>
                      <a:cubicBezTo>
                        <a:pt x="1797" y="1352"/>
                        <a:pt x="2018" y="1305"/>
                        <a:pt x="2018" y="1305"/>
                      </a:cubicBezTo>
                      <a:lnTo>
                        <a:pt x="1377" y="199"/>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7" name="Freeform 16">
                  <a:extLst>
                    <a:ext uri="{FF2B5EF4-FFF2-40B4-BE49-F238E27FC236}">
                      <a16:creationId xmlns:a16="http://schemas.microsoft.com/office/drawing/2014/main" xmlns="" id="{8146AE52-D1E6-5AB0-89E4-623D794100C2}"/>
                    </a:ext>
                  </a:extLst>
                </p:cNvPr>
                <p:cNvSpPr>
                  <a:spLocks/>
                </p:cNvSpPr>
                <p:nvPr/>
              </p:nvSpPr>
              <p:spPr bwMode="gray">
                <a:xfrm flipH="1">
                  <a:off x="2093141" y="1812554"/>
                  <a:ext cx="61147" cy="40137"/>
                </a:xfrm>
                <a:custGeom>
                  <a:avLst/>
                  <a:gdLst>
                    <a:gd name="T0" fmla="*/ 1789 w 2030"/>
                    <a:gd name="T1" fmla="*/ 1336 h 1336"/>
                    <a:gd name="T2" fmla="*/ 2030 w 2030"/>
                    <a:gd name="T3" fmla="*/ 1322 h 1336"/>
                    <a:gd name="T4" fmla="*/ 2016 w 2030"/>
                    <a:gd name="T5" fmla="*/ 1254 h 1336"/>
                    <a:gd name="T6" fmla="*/ 1059 w 2030"/>
                    <a:gd name="T7" fmla="*/ 1218 h 1336"/>
                    <a:gd name="T8" fmla="*/ 324 w 2030"/>
                    <a:gd name="T9" fmla="*/ 1042 h 1336"/>
                    <a:gd name="T10" fmla="*/ 88 w 2030"/>
                    <a:gd name="T11" fmla="*/ 791 h 1336"/>
                    <a:gd name="T12" fmla="*/ 125 w 2030"/>
                    <a:gd name="T13" fmla="*/ 438 h 1336"/>
                    <a:gd name="T14" fmla="*/ 440 w 2030"/>
                    <a:gd name="T15" fmla="*/ 140 h 1336"/>
                    <a:gd name="T16" fmla="*/ 941 w 2030"/>
                    <a:gd name="T17" fmla="*/ 93 h 1336"/>
                    <a:gd name="T18" fmla="*/ 1369 w 2030"/>
                    <a:gd name="T19" fmla="*/ 213 h 1336"/>
                    <a:gd name="T20" fmla="*/ 1396 w 2030"/>
                    <a:gd name="T21" fmla="*/ 150 h 1336"/>
                    <a:gd name="T22" fmla="*/ 949 w 2030"/>
                    <a:gd name="T23" fmla="*/ 24 h 1336"/>
                    <a:gd name="T24" fmla="*/ 416 w 2030"/>
                    <a:gd name="T25" fmla="*/ 75 h 1336"/>
                    <a:gd name="T26" fmla="*/ 62 w 2030"/>
                    <a:gd name="T27" fmla="*/ 410 h 1336"/>
                    <a:gd name="T28" fmla="*/ 5 w 2030"/>
                    <a:gd name="T29" fmla="*/ 646 h 1336"/>
                    <a:gd name="T30" fmla="*/ 25 w 2030"/>
                    <a:gd name="T31" fmla="*/ 819 h 1336"/>
                    <a:gd name="T32" fmla="*/ 292 w 2030"/>
                    <a:gd name="T33" fmla="*/ 1104 h 1336"/>
                    <a:gd name="T34" fmla="*/ 1051 w 2030"/>
                    <a:gd name="T35" fmla="*/ 1287 h 1336"/>
                    <a:gd name="T36" fmla="*/ 1789 w 2030"/>
                    <a:gd name="T37"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30" h="1336">
                      <a:moveTo>
                        <a:pt x="1789" y="1336"/>
                      </a:moveTo>
                      <a:cubicBezTo>
                        <a:pt x="1960" y="1336"/>
                        <a:pt x="2025" y="1323"/>
                        <a:pt x="2030" y="1322"/>
                      </a:cubicBezTo>
                      <a:lnTo>
                        <a:pt x="2016" y="1254"/>
                      </a:lnTo>
                      <a:cubicBezTo>
                        <a:pt x="2014" y="1255"/>
                        <a:pt x="1787" y="1298"/>
                        <a:pt x="1059" y="1218"/>
                      </a:cubicBezTo>
                      <a:cubicBezTo>
                        <a:pt x="717" y="1180"/>
                        <a:pt x="477" y="1123"/>
                        <a:pt x="324" y="1042"/>
                      </a:cubicBezTo>
                      <a:cubicBezTo>
                        <a:pt x="179" y="966"/>
                        <a:pt x="125" y="877"/>
                        <a:pt x="88" y="791"/>
                      </a:cubicBezTo>
                      <a:cubicBezTo>
                        <a:pt x="65" y="737"/>
                        <a:pt x="60" y="587"/>
                        <a:pt x="125" y="438"/>
                      </a:cubicBezTo>
                      <a:cubicBezTo>
                        <a:pt x="168" y="338"/>
                        <a:pt x="258" y="206"/>
                        <a:pt x="440" y="140"/>
                      </a:cubicBezTo>
                      <a:cubicBezTo>
                        <a:pt x="592" y="86"/>
                        <a:pt x="760" y="70"/>
                        <a:pt x="941" y="93"/>
                      </a:cubicBezTo>
                      <a:cubicBezTo>
                        <a:pt x="1081" y="111"/>
                        <a:pt x="1225" y="151"/>
                        <a:pt x="1369" y="213"/>
                      </a:cubicBezTo>
                      <a:lnTo>
                        <a:pt x="1396" y="150"/>
                      </a:lnTo>
                      <a:cubicBezTo>
                        <a:pt x="1246" y="85"/>
                        <a:pt x="1096" y="43"/>
                        <a:pt x="949" y="24"/>
                      </a:cubicBezTo>
                      <a:cubicBezTo>
                        <a:pt x="758" y="0"/>
                        <a:pt x="579" y="17"/>
                        <a:pt x="416" y="75"/>
                      </a:cubicBezTo>
                      <a:cubicBezTo>
                        <a:pt x="211" y="149"/>
                        <a:pt x="110" y="298"/>
                        <a:pt x="62" y="410"/>
                      </a:cubicBezTo>
                      <a:cubicBezTo>
                        <a:pt x="21" y="504"/>
                        <a:pt x="8" y="590"/>
                        <a:pt x="5" y="646"/>
                      </a:cubicBezTo>
                      <a:cubicBezTo>
                        <a:pt x="0" y="716"/>
                        <a:pt x="8" y="779"/>
                        <a:pt x="25" y="819"/>
                      </a:cubicBezTo>
                      <a:cubicBezTo>
                        <a:pt x="65" y="911"/>
                        <a:pt x="128" y="1017"/>
                        <a:pt x="292" y="1104"/>
                      </a:cubicBezTo>
                      <a:cubicBezTo>
                        <a:pt x="453" y="1188"/>
                        <a:pt x="701" y="1248"/>
                        <a:pt x="1051" y="1287"/>
                      </a:cubicBezTo>
                      <a:cubicBezTo>
                        <a:pt x="1401" y="1325"/>
                        <a:pt x="1637" y="1336"/>
                        <a:pt x="1789" y="133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8" name="Freeform 17">
                  <a:extLst>
                    <a:ext uri="{FF2B5EF4-FFF2-40B4-BE49-F238E27FC236}">
                      <a16:creationId xmlns:a16="http://schemas.microsoft.com/office/drawing/2014/main" xmlns="" id="{249F94EB-1068-BC3C-91A9-3365F66E3C22}"/>
                    </a:ext>
                  </a:extLst>
                </p:cNvPr>
                <p:cNvSpPr>
                  <a:spLocks/>
                </p:cNvSpPr>
                <p:nvPr/>
              </p:nvSpPr>
              <p:spPr bwMode="gray">
                <a:xfrm flipH="1">
                  <a:off x="1840401" y="1746495"/>
                  <a:ext cx="147275" cy="316814"/>
                </a:xfrm>
                <a:custGeom>
                  <a:avLst/>
                  <a:gdLst>
                    <a:gd name="T0" fmla="*/ 4826 w 4886"/>
                    <a:gd name="T1" fmla="*/ 10540 h 10540"/>
                    <a:gd name="T2" fmla="*/ 4886 w 4886"/>
                    <a:gd name="T3" fmla="*/ 10505 h 10540"/>
                    <a:gd name="T4" fmla="*/ 3578 w 4886"/>
                    <a:gd name="T5" fmla="*/ 7929 h 10540"/>
                    <a:gd name="T6" fmla="*/ 3176 w 4886"/>
                    <a:gd name="T7" fmla="*/ 7118 h 10540"/>
                    <a:gd name="T8" fmla="*/ 2853 w 4886"/>
                    <a:gd name="T9" fmla="*/ 6621 h 10540"/>
                    <a:gd name="T10" fmla="*/ 2813 w 4886"/>
                    <a:gd name="T11" fmla="*/ 6064 h 10540"/>
                    <a:gd name="T12" fmla="*/ 2766 w 4886"/>
                    <a:gd name="T13" fmla="*/ 5423 h 10540"/>
                    <a:gd name="T14" fmla="*/ 2340 w 4886"/>
                    <a:gd name="T15" fmla="*/ 3857 h 10540"/>
                    <a:gd name="T16" fmla="*/ 2235 w 4886"/>
                    <a:gd name="T17" fmla="*/ 3507 h 10540"/>
                    <a:gd name="T18" fmla="*/ 2097 w 4886"/>
                    <a:gd name="T19" fmla="*/ 3195 h 10540"/>
                    <a:gd name="T20" fmla="*/ 1838 w 4886"/>
                    <a:gd name="T21" fmla="*/ 2581 h 10540"/>
                    <a:gd name="T22" fmla="*/ 1777 w 4886"/>
                    <a:gd name="T23" fmla="*/ 2363 h 10540"/>
                    <a:gd name="T24" fmla="*/ 1506 w 4886"/>
                    <a:gd name="T25" fmla="*/ 1574 h 10540"/>
                    <a:gd name="T26" fmla="*/ 1064 w 4886"/>
                    <a:gd name="T27" fmla="*/ 1021 h 10540"/>
                    <a:gd name="T28" fmla="*/ 963 w 4886"/>
                    <a:gd name="T29" fmla="*/ 903 h 10540"/>
                    <a:gd name="T30" fmla="*/ 895 w 4886"/>
                    <a:gd name="T31" fmla="*/ 803 h 10540"/>
                    <a:gd name="T32" fmla="*/ 894 w 4886"/>
                    <a:gd name="T33" fmla="*/ 797 h 10540"/>
                    <a:gd name="T34" fmla="*/ 602 w 4886"/>
                    <a:gd name="T35" fmla="*/ 69 h 10540"/>
                    <a:gd name="T36" fmla="*/ 597 w 4886"/>
                    <a:gd name="T37" fmla="*/ 64 h 10540"/>
                    <a:gd name="T38" fmla="*/ 514 w 4886"/>
                    <a:gd name="T39" fmla="*/ 34 h 10540"/>
                    <a:gd name="T40" fmla="*/ 416 w 4886"/>
                    <a:gd name="T41" fmla="*/ 4 h 10540"/>
                    <a:gd name="T42" fmla="*/ 27 w 4886"/>
                    <a:gd name="T43" fmla="*/ 695 h 10540"/>
                    <a:gd name="T44" fmla="*/ 52 w 4886"/>
                    <a:gd name="T45" fmla="*/ 1623 h 10540"/>
                    <a:gd name="T46" fmla="*/ 443 w 4886"/>
                    <a:gd name="T47" fmla="*/ 2364 h 10540"/>
                    <a:gd name="T48" fmla="*/ 422 w 4886"/>
                    <a:gd name="T49" fmla="*/ 2764 h 10540"/>
                    <a:gd name="T50" fmla="*/ 689 w 4886"/>
                    <a:gd name="T51" fmla="*/ 3540 h 10540"/>
                    <a:gd name="T52" fmla="*/ 742 w 4886"/>
                    <a:gd name="T53" fmla="*/ 3496 h 10540"/>
                    <a:gd name="T54" fmla="*/ 491 w 4886"/>
                    <a:gd name="T55" fmla="*/ 2761 h 10540"/>
                    <a:gd name="T56" fmla="*/ 514 w 4886"/>
                    <a:gd name="T57" fmla="*/ 2357 h 10540"/>
                    <a:gd name="T58" fmla="*/ 502 w 4886"/>
                    <a:gd name="T59" fmla="*/ 2323 h 10540"/>
                    <a:gd name="T60" fmla="*/ 120 w 4886"/>
                    <a:gd name="T61" fmla="*/ 1611 h 10540"/>
                    <a:gd name="T62" fmla="*/ 96 w 4886"/>
                    <a:gd name="T63" fmla="*/ 699 h 10540"/>
                    <a:gd name="T64" fmla="*/ 259 w 4886"/>
                    <a:gd name="T65" fmla="*/ 165 h 10540"/>
                    <a:gd name="T66" fmla="*/ 423 w 4886"/>
                    <a:gd name="T67" fmla="*/ 73 h 10540"/>
                    <a:gd name="T68" fmla="*/ 478 w 4886"/>
                    <a:gd name="T69" fmla="*/ 95 h 10540"/>
                    <a:gd name="T70" fmla="*/ 502 w 4886"/>
                    <a:gd name="T71" fmla="*/ 109 h 10540"/>
                    <a:gd name="T72" fmla="*/ 528 w 4886"/>
                    <a:gd name="T73" fmla="*/ 101 h 10540"/>
                    <a:gd name="T74" fmla="*/ 547 w 4886"/>
                    <a:gd name="T75" fmla="*/ 112 h 10540"/>
                    <a:gd name="T76" fmla="*/ 828 w 4886"/>
                    <a:gd name="T77" fmla="*/ 818 h 10540"/>
                    <a:gd name="T78" fmla="*/ 910 w 4886"/>
                    <a:gd name="T79" fmla="*/ 946 h 10540"/>
                    <a:gd name="T80" fmla="*/ 1011 w 4886"/>
                    <a:gd name="T81" fmla="*/ 1066 h 10540"/>
                    <a:gd name="T82" fmla="*/ 1447 w 4886"/>
                    <a:gd name="T83" fmla="*/ 1610 h 10540"/>
                    <a:gd name="T84" fmla="*/ 1711 w 4886"/>
                    <a:gd name="T85" fmla="*/ 2382 h 10540"/>
                    <a:gd name="T86" fmla="*/ 1772 w 4886"/>
                    <a:gd name="T87" fmla="*/ 2600 h 10540"/>
                    <a:gd name="T88" fmla="*/ 2036 w 4886"/>
                    <a:gd name="T89" fmla="*/ 3227 h 10540"/>
                    <a:gd name="T90" fmla="*/ 2169 w 4886"/>
                    <a:gd name="T91" fmla="*/ 3525 h 10540"/>
                    <a:gd name="T92" fmla="*/ 2275 w 4886"/>
                    <a:gd name="T93" fmla="*/ 3877 h 10540"/>
                    <a:gd name="T94" fmla="*/ 2698 w 4886"/>
                    <a:gd name="T95" fmla="*/ 5431 h 10540"/>
                    <a:gd name="T96" fmla="*/ 2744 w 4886"/>
                    <a:gd name="T97" fmla="*/ 6067 h 10540"/>
                    <a:gd name="T98" fmla="*/ 2786 w 4886"/>
                    <a:gd name="T99" fmla="*/ 6637 h 10540"/>
                    <a:gd name="T100" fmla="*/ 2790 w 4886"/>
                    <a:gd name="T101" fmla="*/ 6650 h 10540"/>
                    <a:gd name="T102" fmla="*/ 3120 w 4886"/>
                    <a:gd name="T103" fmla="*/ 7158 h 10540"/>
                    <a:gd name="T104" fmla="*/ 3516 w 4886"/>
                    <a:gd name="T105" fmla="*/ 7958 h 10540"/>
                    <a:gd name="T106" fmla="*/ 4826 w 4886"/>
                    <a:gd name="T107" fmla="*/ 10540 h 10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86" h="10540">
                      <a:moveTo>
                        <a:pt x="4826" y="10540"/>
                      </a:moveTo>
                      <a:lnTo>
                        <a:pt x="4886" y="10505"/>
                      </a:lnTo>
                      <a:cubicBezTo>
                        <a:pt x="4387" y="9648"/>
                        <a:pt x="3901" y="8613"/>
                        <a:pt x="3578" y="7929"/>
                      </a:cubicBezTo>
                      <a:cubicBezTo>
                        <a:pt x="3380" y="7508"/>
                        <a:pt x="3238" y="7204"/>
                        <a:pt x="3176" y="7118"/>
                      </a:cubicBezTo>
                      <a:cubicBezTo>
                        <a:pt x="3032" y="6917"/>
                        <a:pt x="2879" y="6663"/>
                        <a:pt x="2853" y="6621"/>
                      </a:cubicBezTo>
                      <a:cubicBezTo>
                        <a:pt x="2833" y="6457"/>
                        <a:pt x="2824" y="6266"/>
                        <a:pt x="2813" y="6064"/>
                      </a:cubicBezTo>
                      <a:cubicBezTo>
                        <a:pt x="2802" y="5850"/>
                        <a:pt x="2791" y="5628"/>
                        <a:pt x="2766" y="5423"/>
                      </a:cubicBezTo>
                      <a:cubicBezTo>
                        <a:pt x="2731" y="5126"/>
                        <a:pt x="2486" y="4331"/>
                        <a:pt x="2340" y="3857"/>
                      </a:cubicBezTo>
                      <a:cubicBezTo>
                        <a:pt x="2289" y="3690"/>
                        <a:pt x="2249" y="3559"/>
                        <a:pt x="2235" y="3507"/>
                      </a:cubicBezTo>
                      <a:cubicBezTo>
                        <a:pt x="2213" y="3420"/>
                        <a:pt x="2159" y="3316"/>
                        <a:pt x="2097" y="3195"/>
                      </a:cubicBezTo>
                      <a:cubicBezTo>
                        <a:pt x="2013" y="3030"/>
                        <a:pt x="1908" y="2826"/>
                        <a:pt x="1838" y="2581"/>
                      </a:cubicBezTo>
                      <a:cubicBezTo>
                        <a:pt x="1817" y="2508"/>
                        <a:pt x="1797" y="2434"/>
                        <a:pt x="1777" y="2363"/>
                      </a:cubicBezTo>
                      <a:cubicBezTo>
                        <a:pt x="1681" y="2020"/>
                        <a:pt x="1599" y="1724"/>
                        <a:pt x="1506" y="1574"/>
                      </a:cubicBezTo>
                      <a:cubicBezTo>
                        <a:pt x="1422" y="1440"/>
                        <a:pt x="1207" y="1188"/>
                        <a:pt x="1064" y="1021"/>
                      </a:cubicBezTo>
                      <a:cubicBezTo>
                        <a:pt x="1018" y="968"/>
                        <a:pt x="982" y="926"/>
                        <a:pt x="963" y="903"/>
                      </a:cubicBezTo>
                      <a:cubicBezTo>
                        <a:pt x="907" y="833"/>
                        <a:pt x="897" y="807"/>
                        <a:pt x="895" y="803"/>
                      </a:cubicBezTo>
                      <a:cubicBezTo>
                        <a:pt x="895" y="801"/>
                        <a:pt x="895" y="799"/>
                        <a:pt x="894" y="797"/>
                      </a:cubicBezTo>
                      <a:cubicBezTo>
                        <a:pt x="885" y="772"/>
                        <a:pt x="680" y="182"/>
                        <a:pt x="602" y="69"/>
                      </a:cubicBezTo>
                      <a:cubicBezTo>
                        <a:pt x="600" y="67"/>
                        <a:pt x="599" y="66"/>
                        <a:pt x="597" y="64"/>
                      </a:cubicBezTo>
                      <a:cubicBezTo>
                        <a:pt x="576" y="43"/>
                        <a:pt x="543" y="28"/>
                        <a:pt x="514" y="34"/>
                      </a:cubicBezTo>
                      <a:cubicBezTo>
                        <a:pt x="492" y="16"/>
                        <a:pt x="458" y="0"/>
                        <a:pt x="416" y="4"/>
                      </a:cubicBezTo>
                      <a:cubicBezTo>
                        <a:pt x="310" y="16"/>
                        <a:pt x="62" y="107"/>
                        <a:pt x="27" y="695"/>
                      </a:cubicBezTo>
                      <a:cubicBezTo>
                        <a:pt x="9" y="1004"/>
                        <a:pt x="0" y="1329"/>
                        <a:pt x="52" y="1623"/>
                      </a:cubicBezTo>
                      <a:cubicBezTo>
                        <a:pt x="111" y="1953"/>
                        <a:pt x="239" y="2196"/>
                        <a:pt x="443" y="2364"/>
                      </a:cubicBezTo>
                      <a:cubicBezTo>
                        <a:pt x="434" y="2418"/>
                        <a:pt x="412" y="2572"/>
                        <a:pt x="422" y="2764"/>
                      </a:cubicBezTo>
                      <a:cubicBezTo>
                        <a:pt x="432" y="2984"/>
                        <a:pt x="487" y="3296"/>
                        <a:pt x="689" y="3540"/>
                      </a:cubicBezTo>
                      <a:lnTo>
                        <a:pt x="742" y="3496"/>
                      </a:lnTo>
                      <a:cubicBezTo>
                        <a:pt x="638" y="3369"/>
                        <a:pt x="509" y="3139"/>
                        <a:pt x="491" y="2761"/>
                      </a:cubicBezTo>
                      <a:cubicBezTo>
                        <a:pt x="479" y="2533"/>
                        <a:pt x="514" y="2359"/>
                        <a:pt x="514" y="2357"/>
                      </a:cubicBezTo>
                      <a:cubicBezTo>
                        <a:pt x="517" y="2344"/>
                        <a:pt x="512" y="2331"/>
                        <a:pt x="502" y="2323"/>
                      </a:cubicBezTo>
                      <a:cubicBezTo>
                        <a:pt x="302" y="2165"/>
                        <a:pt x="177" y="1932"/>
                        <a:pt x="120" y="1611"/>
                      </a:cubicBezTo>
                      <a:cubicBezTo>
                        <a:pt x="69" y="1324"/>
                        <a:pt x="79" y="1003"/>
                        <a:pt x="96" y="699"/>
                      </a:cubicBezTo>
                      <a:cubicBezTo>
                        <a:pt x="111" y="450"/>
                        <a:pt x="166" y="270"/>
                        <a:pt x="259" y="165"/>
                      </a:cubicBezTo>
                      <a:cubicBezTo>
                        <a:pt x="307" y="111"/>
                        <a:pt x="364" y="80"/>
                        <a:pt x="423" y="73"/>
                      </a:cubicBezTo>
                      <a:cubicBezTo>
                        <a:pt x="457" y="69"/>
                        <a:pt x="478" y="95"/>
                        <a:pt x="478" y="95"/>
                      </a:cubicBezTo>
                      <a:cubicBezTo>
                        <a:pt x="484" y="103"/>
                        <a:pt x="493" y="108"/>
                        <a:pt x="502" y="109"/>
                      </a:cubicBezTo>
                      <a:cubicBezTo>
                        <a:pt x="511" y="110"/>
                        <a:pt x="520" y="107"/>
                        <a:pt x="528" y="101"/>
                      </a:cubicBezTo>
                      <a:cubicBezTo>
                        <a:pt x="531" y="101"/>
                        <a:pt x="541" y="106"/>
                        <a:pt x="547" y="112"/>
                      </a:cubicBezTo>
                      <a:cubicBezTo>
                        <a:pt x="609" y="206"/>
                        <a:pt x="770" y="650"/>
                        <a:pt x="828" y="818"/>
                      </a:cubicBezTo>
                      <a:cubicBezTo>
                        <a:pt x="834" y="843"/>
                        <a:pt x="861" y="886"/>
                        <a:pt x="910" y="946"/>
                      </a:cubicBezTo>
                      <a:cubicBezTo>
                        <a:pt x="929" y="970"/>
                        <a:pt x="965" y="1012"/>
                        <a:pt x="1011" y="1066"/>
                      </a:cubicBezTo>
                      <a:cubicBezTo>
                        <a:pt x="1144" y="1221"/>
                        <a:pt x="1367" y="1481"/>
                        <a:pt x="1447" y="1610"/>
                      </a:cubicBezTo>
                      <a:cubicBezTo>
                        <a:pt x="1535" y="1752"/>
                        <a:pt x="1616" y="2044"/>
                        <a:pt x="1711" y="2382"/>
                      </a:cubicBezTo>
                      <a:cubicBezTo>
                        <a:pt x="1730" y="2453"/>
                        <a:pt x="1751" y="2526"/>
                        <a:pt x="1772" y="2600"/>
                      </a:cubicBezTo>
                      <a:cubicBezTo>
                        <a:pt x="1843" y="2851"/>
                        <a:pt x="1950" y="3059"/>
                        <a:pt x="2036" y="3227"/>
                      </a:cubicBezTo>
                      <a:cubicBezTo>
                        <a:pt x="2096" y="3344"/>
                        <a:pt x="2148" y="3445"/>
                        <a:pt x="2169" y="3525"/>
                      </a:cubicBezTo>
                      <a:cubicBezTo>
                        <a:pt x="2182" y="3578"/>
                        <a:pt x="2221" y="3703"/>
                        <a:pt x="2275" y="3877"/>
                      </a:cubicBezTo>
                      <a:cubicBezTo>
                        <a:pt x="2420" y="4350"/>
                        <a:pt x="2663" y="5140"/>
                        <a:pt x="2698" y="5431"/>
                      </a:cubicBezTo>
                      <a:cubicBezTo>
                        <a:pt x="2722" y="5634"/>
                        <a:pt x="2733" y="5854"/>
                        <a:pt x="2744" y="6067"/>
                      </a:cubicBezTo>
                      <a:cubicBezTo>
                        <a:pt x="2755" y="6274"/>
                        <a:pt x="2765" y="6469"/>
                        <a:pt x="2786" y="6637"/>
                      </a:cubicBezTo>
                      <a:cubicBezTo>
                        <a:pt x="2786" y="6641"/>
                        <a:pt x="2788" y="6646"/>
                        <a:pt x="2790" y="6650"/>
                      </a:cubicBezTo>
                      <a:cubicBezTo>
                        <a:pt x="2792" y="6653"/>
                        <a:pt x="2961" y="6936"/>
                        <a:pt x="3120" y="7158"/>
                      </a:cubicBezTo>
                      <a:cubicBezTo>
                        <a:pt x="3178" y="7239"/>
                        <a:pt x="3320" y="7541"/>
                        <a:pt x="3516" y="7958"/>
                      </a:cubicBezTo>
                      <a:cubicBezTo>
                        <a:pt x="3839" y="8644"/>
                        <a:pt x="4326" y="9680"/>
                        <a:pt x="4826" y="10540"/>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9" name="Freeform 18">
                  <a:extLst>
                    <a:ext uri="{FF2B5EF4-FFF2-40B4-BE49-F238E27FC236}">
                      <a16:creationId xmlns:a16="http://schemas.microsoft.com/office/drawing/2014/main" xmlns="" id="{61E3E516-AE20-D2B5-CD10-8B787407C196}"/>
                    </a:ext>
                  </a:extLst>
                </p:cNvPr>
                <p:cNvSpPr>
                  <a:spLocks/>
                </p:cNvSpPr>
                <p:nvPr/>
              </p:nvSpPr>
              <p:spPr bwMode="gray">
                <a:xfrm flipH="1">
                  <a:off x="1970743" y="1830742"/>
                  <a:ext cx="20173" cy="12752"/>
                </a:xfrm>
                <a:custGeom>
                  <a:avLst/>
                  <a:gdLst>
                    <a:gd name="T0" fmla="*/ 629 w 671"/>
                    <a:gd name="T1" fmla="*/ 426 h 426"/>
                    <a:gd name="T2" fmla="*/ 671 w 671"/>
                    <a:gd name="T3" fmla="*/ 371 h 426"/>
                    <a:gd name="T4" fmla="*/ 450 w 671"/>
                    <a:gd name="T5" fmla="*/ 219 h 426"/>
                    <a:gd name="T6" fmla="*/ 21 w 671"/>
                    <a:gd name="T7" fmla="*/ 0 h 426"/>
                    <a:gd name="T8" fmla="*/ 0 w 671"/>
                    <a:gd name="T9" fmla="*/ 66 h 426"/>
                    <a:gd name="T10" fmla="*/ 629 w 671"/>
                    <a:gd name="T11" fmla="*/ 426 h 426"/>
                  </a:gdLst>
                  <a:ahLst/>
                  <a:cxnLst>
                    <a:cxn ang="0">
                      <a:pos x="T0" y="T1"/>
                    </a:cxn>
                    <a:cxn ang="0">
                      <a:pos x="T2" y="T3"/>
                    </a:cxn>
                    <a:cxn ang="0">
                      <a:pos x="T4" y="T5"/>
                    </a:cxn>
                    <a:cxn ang="0">
                      <a:pos x="T6" y="T7"/>
                    </a:cxn>
                    <a:cxn ang="0">
                      <a:pos x="T8" y="T9"/>
                    </a:cxn>
                    <a:cxn ang="0">
                      <a:pos x="T10" y="T11"/>
                    </a:cxn>
                  </a:cxnLst>
                  <a:rect l="0" t="0" r="r" b="b"/>
                  <a:pathLst>
                    <a:path w="671" h="426">
                      <a:moveTo>
                        <a:pt x="629" y="426"/>
                      </a:moveTo>
                      <a:lnTo>
                        <a:pt x="671" y="371"/>
                      </a:lnTo>
                      <a:cubicBezTo>
                        <a:pt x="670" y="370"/>
                        <a:pt x="576" y="299"/>
                        <a:pt x="450" y="219"/>
                      </a:cubicBezTo>
                      <a:cubicBezTo>
                        <a:pt x="280" y="111"/>
                        <a:pt x="136" y="37"/>
                        <a:pt x="21" y="0"/>
                      </a:cubicBezTo>
                      <a:lnTo>
                        <a:pt x="0" y="66"/>
                      </a:lnTo>
                      <a:cubicBezTo>
                        <a:pt x="261" y="150"/>
                        <a:pt x="626" y="423"/>
                        <a:pt x="629" y="42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0" name="Freeform 19">
                  <a:extLst>
                    <a:ext uri="{FF2B5EF4-FFF2-40B4-BE49-F238E27FC236}">
                      <a16:creationId xmlns:a16="http://schemas.microsoft.com/office/drawing/2014/main" xmlns="" id="{E886DCEC-E476-CE30-7346-53D57605E742}"/>
                    </a:ext>
                  </a:extLst>
                </p:cNvPr>
                <p:cNvSpPr>
                  <a:spLocks/>
                </p:cNvSpPr>
                <p:nvPr/>
              </p:nvSpPr>
              <p:spPr bwMode="gray">
                <a:xfrm flipH="1">
                  <a:off x="1960081" y="1747749"/>
                  <a:ext cx="14947" cy="25609"/>
                </a:xfrm>
                <a:custGeom>
                  <a:avLst/>
                  <a:gdLst>
                    <a:gd name="T0" fmla="*/ 460 w 498"/>
                    <a:gd name="T1" fmla="*/ 851 h 851"/>
                    <a:gd name="T2" fmla="*/ 449 w 498"/>
                    <a:gd name="T3" fmla="*/ 834 h 851"/>
                    <a:gd name="T4" fmla="*/ 437 w 498"/>
                    <a:gd name="T5" fmla="*/ 828 h 851"/>
                    <a:gd name="T6" fmla="*/ 288 w 498"/>
                    <a:gd name="T7" fmla="*/ 691 h 851"/>
                    <a:gd name="T8" fmla="*/ 68 w 498"/>
                    <a:gd name="T9" fmla="*/ 19 h 851"/>
                    <a:gd name="T10" fmla="*/ 82 w 498"/>
                    <a:gd name="T11" fmla="*/ 0 h 851"/>
                    <a:gd name="T12" fmla="*/ 119 w 498"/>
                    <a:gd name="T13" fmla="*/ 28 h 851"/>
                    <a:gd name="T14" fmla="*/ 105 w 498"/>
                    <a:gd name="T15" fmla="*/ 46 h 851"/>
                    <a:gd name="T16" fmla="*/ 328 w 498"/>
                    <a:gd name="T17" fmla="*/ 667 h 851"/>
                    <a:gd name="T18" fmla="*/ 457 w 498"/>
                    <a:gd name="T19" fmla="*/ 787 h 851"/>
                    <a:gd name="T20" fmla="*/ 486 w 498"/>
                    <a:gd name="T21" fmla="*/ 806 h 851"/>
                    <a:gd name="T22" fmla="*/ 498 w 498"/>
                    <a:gd name="T23" fmla="*/ 826 h 851"/>
                    <a:gd name="T24" fmla="*/ 460 w 498"/>
                    <a:gd name="T25" fmla="*/ 851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8" h="851">
                      <a:moveTo>
                        <a:pt x="460" y="851"/>
                      </a:moveTo>
                      <a:lnTo>
                        <a:pt x="449" y="834"/>
                      </a:lnTo>
                      <a:cubicBezTo>
                        <a:pt x="446" y="832"/>
                        <a:pt x="441" y="830"/>
                        <a:pt x="437" y="828"/>
                      </a:cubicBezTo>
                      <a:cubicBezTo>
                        <a:pt x="407" y="813"/>
                        <a:pt x="344" y="783"/>
                        <a:pt x="288" y="691"/>
                      </a:cubicBezTo>
                      <a:cubicBezTo>
                        <a:pt x="74" y="338"/>
                        <a:pt x="0" y="112"/>
                        <a:pt x="68" y="19"/>
                      </a:cubicBezTo>
                      <a:lnTo>
                        <a:pt x="82" y="0"/>
                      </a:lnTo>
                      <a:lnTo>
                        <a:pt x="119" y="28"/>
                      </a:lnTo>
                      <a:lnTo>
                        <a:pt x="105" y="46"/>
                      </a:lnTo>
                      <a:cubicBezTo>
                        <a:pt x="51" y="119"/>
                        <a:pt x="132" y="346"/>
                        <a:pt x="328" y="667"/>
                      </a:cubicBezTo>
                      <a:cubicBezTo>
                        <a:pt x="376" y="747"/>
                        <a:pt x="429" y="773"/>
                        <a:pt x="457" y="787"/>
                      </a:cubicBezTo>
                      <a:cubicBezTo>
                        <a:pt x="471" y="793"/>
                        <a:pt x="480" y="797"/>
                        <a:pt x="486" y="806"/>
                      </a:cubicBezTo>
                      <a:lnTo>
                        <a:pt x="498" y="826"/>
                      </a:lnTo>
                      <a:lnTo>
                        <a:pt x="460" y="851"/>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1" name="Freeform 20">
                  <a:extLst>
                    <a:ext uri="{FF2B5EF4-FFF2-40B4-BE49-F238E27FC236}">
                      <a16:creationId xmlns:a16="http://schemas.microsoft.com/office/drawing/2014/main" xmlns="" id="{5204B291-F390-D2F2-55DA-A6F64F1F8910}"/>
                    </a:ext>
                  </a:extLst>
                </p:cNvPr>
                <p:cNvSpPr>
                  <a:spLocks/>
                </p:cNvSpPr>
                <p:nvPr/>
              </p:nvSpPr>
              <p:spPr bwMode="gray">
                <a:xfrm flipH="1">
                  <a:off x="1957782" y="1812136"/>
                  <a:ext cx="15470" cy="6271"/>
                </a:xfrm>
                <a:custGeom>
                  <a:avLst/>
                  <a:gdLst>
                    <a:gd name="T0" fmla="*/ 0 w 512"/>
                    <a:gd name="T1" fmla="*/ 197 h 209"/>
                    <a:gd name="T2" fmla="*/ 512 w 512"/>
                    <a:gd name="T3" fmla="*/ 0 h 209"/>
                    <a:gd name="T4" fmla="*/ 14 w 512"/>
                    <a:gd name="T5" fmla="*/ 129 h 209"/>
                    <a:gd name="T6" fmla="*/ 0 w 512"/>
                    <a:gd name="T7" fmla="*/ 197 h 209"/>
                  </a:gdLst>
                  <a:ahLst/>
                  <a:cxnLst>
                    <a:cxn ang="0">
                      <a:pos x="T0" y="T1"/>
                    </a:cxn>
                    <a:cxn ang="0">
                      <a:pos x="T2" y="T3"/>
                    </a:cxn>
                    <a:cxn ang="0">
                      <a:pos x="T4" y="T5"/>
                    </a:cxn>
                    <a:cxn ang="0">
                      <a:pos x="T6" y="T7"/>
                    </a:cxn>
                  </a:cxnLst>
                  <a:rect l="0" t="0" r="r" b="b"/>
                  <a:pathLst>
                    <a:path w="512" h="209">
                      <a:moveTo>
                        <a:pt x="0" y="197"/>
                      </a:moveTo>
                      <a:cubicBezTo>
                        <a:pt x="56" y="209"/>
                        <a:pt x="444" y="33"/>
                        <a:pt x="512" y="0"/>
                      </a:cubicBezTo>
                      <a:cubicBezTo>
                        <a:pt x="512" y="0"/>
                        <a:pt x="92" y="152"/>
                        <a:pt x="14" y="129"/>
                      </a:cubicBezTo>
                      <a:lnTo>
                        <a:pt x="0" y="197"/>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2" name="Freeform 21">
                  <a:extLst>
                    <a:ext uri="{FF2B5EF4-FFF2-40B4-BE49-F238E27FC236}">
                      <a16:creationId xmlns:a16="http://schemas.microsoft.com/office/drawing/2014/main" xmlns="" id="{5A90CFC2-B533-217E-167C-6CA247EE3A52}"/>
                    </a:ext>
                  </a:extLst>
                </p:cNvPr>
                <p:cNvSpPr>
                  <a:spLocks/>
                </p:cNvSpPr>
                <p:nvPr/>
              </p:nvSpPr>
              <p:spPr bwMode="gray">
                <a:xfrm flipH="1">
                  <a:off x="2113523" y="1814540"/>
                  <a:ext cx="16201" cy="35852"/>
                </a:xfrm>
                <a:custGeom>
                  <a:avLst/>
                  <a:gdLst>
                    <a:gd name="T0" fmla="*/ 0 w 537"/>
                    <a:gd name="T1" fmla="*/ 11 h 1192"/>
                    <a:gd name="T2" fmla="*/ 255 w 537"/>
                    <a:gd name="T3" fmla="*/ 628 h 1192"/>
                    <a:gd name="T4" fmla="*/ 32 w 537"/>
                    <a:gd name="T5" fmla="*/ 1160 h 1192"/>
                    <a:gd name="T6" fmla="*/ 346 w 537"/>
                    <a:gd name="T7" fmla="*/ 1192 h 1192"/>
                    <a:gd name="T8" fmla="*/ 506 w 537"/>
                    <a:gd name="T9" fmla="*/ 1192 h 1192"/>
                    <a:gd name="T10" fmla="*/ 537 w 537"/>
                    <a:gd name="T11" fmla="*/ 255 h 1192"/>
                    <a:gd name="T12" fmla="*/ 325 w 537"/>
                    <a:gd name="T13" fmla="*/ 32 h 1192"/>
                    <a:gd name="T14" fmla="*/ 0 w 537"/>
                    <a:gd name="T15" fmla="*/ 11 h 11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7" h="1192">
                      <a:moveTo>
                        <a:pt x="0" y="11"/>
                      </a:moveTo>
                      <a:cubicBezTo>
                        <a:pt x="234" y="91"/>
                        <a:pt x="266" y="414"/>
                        <a:pt x="255" y="628"/>
                      </a:cubicBezTo>
                      <a:cubicBezTo>
                        <a:pt x="234" y="1043"/>
                        <a:pt x="32" y="1160"/>
                        <a:pt x="32" y="1160"/>
                      </a:cubicBezTo>
                      <a:lnTo>
                        <a:pt x="346" y="1192"/>
                      </a:lnTo>
                      <a:lnTo>
                        <a:pt x="506" y="1192"/>
                      </a:lnTo>
                      <a:lnTo>
                        <a:pt x="537" y="255"/>
                      </a:lnTo>
                      <a:cubicBezTo>
                        <a:pt x="537" y="255"/>
                        <a:pt x="506" y="64"/>
                        <a:pt x="325" y="32"/>
                      </a:cubicBezTo>
                      <a:cubicBezTo>
                        <a:pt x="144" y="0"/>
                        <a:pt x="0" y="11"/>
                        <a:pt x="0" y="11"/>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3" name="Freeform 22">
                  <a:extLst>
                    <a:ext uri="{FF2B5EF4-FFF2-40B4-BE49-F238E27FC236}">
                      <a16:creationId xmlns:a16="http://schemas.microsoft.com/office/drawing/2014/main" xmlns="" id="{FCD76E13-DC5E-8549-D686-5B4A911FF5F0}"/>
                    </a:ext>
                  </a:extLst>
                </p:cNvPr>
                <p:cNvSpPr>
                  <a:spLocks/>
                </p:cNvSpPr>
                <p:nvPr/>
              </p:nvSpPr>
              <p:spPr bwMode="gray">
                <a:xfrm flipH="1">
                  <a:off x="2112269" y="1864294"/>
                  <a:ext cx="30417" cy="36270"/>
                </a:xfrm>
                <a:custGeom>
                  <a:avLst/>
                  <a:gdLst>
                    <a:gd name="T0" fmla="*/ 538 w 1011"/>
                    <a:gd name="T1" fmla="*/ 48 h 1208"/>
                    <a:gd name="T2" fmla="*/ 820 w 1011"/>
                    <a:gd name="T3" fmla="*/ 117 h 1208"/>
                    <a:gd name="T4" fmla="*/ 1006 w 1011"/>
                    <a:gd name="T5" fmla="*/ 458 h 1208"/>
                    <a:gd name="T6" fmla="*/ 963 w 1011"/>
                    <a:gd name="T7" fmla="*/ 766 h 1208"/>
                    <a:gd name="T8" fmla="*/ 442 w 1011"/>
                    <a:gd name="T9" fmla="*/ 1208 h 1208"/>
                    <a:gd name="T10" fmla="*/ 16 w 1011"/>
                    <a:gd name="T11" fmla="*/ 920 h 1208"/>
                    <a:gd name="T12" fmla="*/ 38 w 1011"/>
                    <a:gd name="T13" fmla="*/ 559 h 1208"/>
                    <a:gd name="T14" fmla="*/ 208 w 1011"/>
                    <a:gd name="T15" fmla="*/ 197 h 1208"/>
                    <a:gd name="T16" fmla="*/ 373 w 1011"/>
                    <a:gd name="T17" fmla="*/ 21 h 1208"/>
                    <a:gd name="T18" fmla="*/ 543 w 1011"/>
                    <a:gd name="T19" fmla="*/ 27 h 1208"/>
                    <a:gd name="T20" fmla="*/ 538 w 1011"/>
                    <a:gd name="T21" fmla="*/ 48 h 1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1" h="1208">
                      <a:moveTo>
                        <a:pt x="538" y="48"/>
                      </a:moveTo>
                      <a:cubicBezTo>
                        <a:pt x="639" y="37"/>
                        <a:pt x="740" y="32"/>
                        <a:pt x="820" y="117"/>
                      </a:cubicBezTo>
                      <a:cubicBezTo>
                        <a:pt x="899" y="202"/>
                        <a:pt x="1001" y="362"/>
                        <a:pt x="1006" y="458"/>
                      </a:cubicBezTo>
                      <a:cubicBezTo>
                        <a:pt x="1011" y="553"/>
                        <a:pt x="1001" y="713"/>
                        <a:pt x="963" y="766"/>
                      </a:cubicBezTo>
                      <a:cubicBezTo>
                        <a:pt x="926" y="819"/>
                        <a:pt x="724" y="1208"/>
                        <a:pt x="442" y="1208"/>
                      </a:cubicBezTo>
                      <a:cubicBezTo>
                        <a:pt x="160" y="1208"/>
                        <a:pt x="32" y="1038"/>
                        <a:pt x="16" y="920"/>
                      </a:cubicBezTo>
                      <a:cubicBezTo>
                        <a:pt x="0" y="803"/>
                        <a:pt x="6" y="692"/>
                        <a:pt x="38" y="559"/>
                      </a:cubicBezTo>
                      <a:cubicBezTo>
                        <a:pt x="69" y="426"/>
                        <a:pt x="139" y="271"/>
                        <a:pt x="208" y="197"/>
                      </a:cubicBezTo>
                      <a:cubicBezTo>
                        <a:pt x="277" y="122"/>
                        <a:pt x="314" y="43"/>
                        <a:pt x="373" y="21"/>
                      </a:cubicBezTo>
                      <a:cubicBezTo>
                        <a:pt x="431" y="0"/>
                        <a:pt x="548" y="5"/>
                        <a:pt x="543" y="27"/>
                      </a:cubicBezTo>
                      <a:lnTo>
                        <a:pt x="538" y="48"/>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4" name="Freeform 23">
                  <a:extLst>
                    <a:ext uri="{FF2B5EF4-FFF2-40B4-BE49-F238E27FC236}">
                      <a16:creationId xmlns:a16="http://schemas.microsoft.com/office/drawing/2014/main" xmlns="" id="{9CB8232D-3553-AA3B-CB2B-D29D71FFB3E1}"/>
                    </a:ext>
                  </a:extLst>
                </p:cNvPr>
                <p:cNvSpPr>
                  <a:spLocks/>
                </p:cNvSpPr>
                <p:nvPr/>
              </p:nvSpPr>
              <p:spPr bwMode="gray">
                <a:xfrm flipH="1">
                  <a:off x="2110492" y="1859799"/>
                  <a:ext cx="34075" cy="42228"/>
                </a:xfrm>
                <a:custGeom>
                  <a:avLst/>
                  <a:gdLst>
                    <a:gd name="T0" fmla="*/ 447 w 1131"/>
                    <a:gd name="T1" fmla="*/ 1402 h 1402"/>
                    <a:gd name="T2" fmla="*/ 910 w 1131"/>
                    <a:gd name="T3" fmla="*/ 1162 h 1402"/>
                    <a:gd name="T4" fmla="*/ 1087 w 1131"/>
                    <a:gd name="T5" fmla="*/ 829 h 1402"/>
                    <a:gd name="T6" fmla="*/ 1027 w 1131"/>
                    <a:gd name="T7" fmla="*/ 394 h 1402"/>
                    <a:gd name="T8" fmla="*/ 762 w 1131"/>
                    <a:gd name="T9" fmla="*/ 155 h 1402"/>
                    <a:gd name="T10" fmla="*/ 568 w 1131"/>
                    <a:gd name="T11" fmla="*/ 161 h 1402"/>
                    <a:gd name="T12" fmla="*/ 583 w 1131"/>
                    <a:gd name="T13" fmla="*/ 195 h 1402"/>
                    <a:gd name="T14" fmla="*/ 967 w 1131"/>
                    <a:gd name="T15" fmla="*/ 429 h 1402"/>
                    <a:gd name="T16" fmla="*/ 857 w 1131"/>
                    <a:gd name="T17" fmla="*/ 1118 h 1402"/>
                    <a:gd name="T18" fmla="*/ 422 w 1131"/>
                    <a:gd name="T19" fmla="*/ 1332 h 1402"/>
                    <a:gd name="T20" fmla="*/ 130 w 1131"/>
                    <a:gd name="T21" fmla="*/ 1126 h 1402"/>
                    <a:gd name="T22" fmla="*/ 127 w 1131"/>
                    <a:gd name="T23" fmla="*/ 1120 h 1402"/>
                    <a:gd name="T24" fmla="*/ 122 w 1131"/>
                    <a:gd name="T25" fmla="*/ 1117 h 1402"/>
                    <a:gd name="T26" fmla="*/ 73 w 1131"/>
                    <a:gd name="T27" fmla="*/ 939 h 1402"/>
                    <a:gd name="T28" fmla="*/ 201 w 1131"/>
                    <a:gd name="T29" fmla="*/ 552 h 1402"/>
                    <a:gd name="T30" fmla="*/ 202 w 1131"/>
                    <a:gd name="T31" fmla="*/ 551 h 1402"/>
                    <a:gd name="T32" fmla="*/ 207 w 1131"/>
                    <a:gd name="T33" fmla="*/ 541 h 1402"/>
                    <a:gd name="T34" fmla="*/ 501 w 1131"/>
                    <a:gd name="T35" fmla="*/ 170 h 1402"/>
                    <a:gd name="T36" fmla="*/ 870 w 1131"/>
                    <a:gd name="T37" fmla="*/ 110 h 1402"/>
                    <a:gd name="T38" fmla="*/ 871 w 1131"/>
                    <a:gd name="T39" fmla="*/ 42 h 1402"/>
                    <a:gd name="T40" fmla="*/ 462 w 1131"/>
                    <a:gd name="T41" fmla="*/ 113 h 1402"/>
                    <a:gd name="T42" fmla="*/ 143 w 1131"/>
                    <a:gd name="T43" fmla="*/ 513 h 1402"/>
                    <a:gd name="T44" fmla="*/ 140 w 1131"/>
                    <a:gd name="T45" fmla="*/ 520 h 1402"/>
                    <a:gd name="T46" fmla="*/ 139 w 1131"/>
                    <a:gd name="T47" fmla="*/ 522 h 1402"/>
                    <a:gd name="T48" fmla="*/ 4 w 1131"/>
                    <a:gd name="T49" fmla="*/ 935 h 1402"/>
                    <a:gd name="T50" fmla="*/ 36 w 1131"/>
                    <a:gd name="T51" fmla="*/ 1112 h 1402"/>
                    <a:gd name="T52" fmla="*/ 74 w 1131"/>
                    <a:gd name="T53" fmla="*/ 1166 h 1402"/>
                    <a:gd name="T54" fmla="*/ 417 w 1131"/>
                    <a:gd name="T55" fmla="*/ 1401 h 1402"/>
                    <a:gd name="T56" fmla="*/ 447 w 1131"/>
                    <a:gd name="T57" fmla="*/ 1402 h 1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1" h="1402">
                      <a:moveTo>
                        <a:pt x="447" y="1402"/>
                      </a:moveTo>
                      <a:cubicBezTo>
                        <a:pt x="657" y="1402"/>
                        <a:pt x="840" y="1247"/>
                        <a:pt x="910" y="1162"/>
                      </a:cubicBezTo>
                      <a:cubicBezTo>
                        <a:pt x="971" y="1088"/>
                        <a:pt x="1050" y="970"/>
                        <a:pt x="1087" y="829"/>
                      </a:cubicBezTo>
                      <a:cubicBezTo>
                        <a:pt x="1126" y="676"/>
                        <a:pt x="1106" y="530"/>
                        <a:pt x="1027" y="394"/>
                      </a:cubicBezTo>
                      <a:cubicBezTo>
                        <a:pt x="952" y="265"/>
                        <a:pt x="863" y="184"/>
                        <a:pt x="762" y="155"/>
                      </a:cubicBezTo>
                      <a:cubicBezTo>
                        <a:pt x="682" y="131"/>
                        <a:pt x="612" y="145"/>
                        <a:pt x="568" y="161"/>
                      </a:cubicBezTo>
                      <a:lnTo>
                        <a:pt x="583" y="195"/>
                      </a:lnTo>
                      <a:cubicBezTo>
                        <a:pt x="663" y="166"/>
                        <a:pt x="826" y="186"/>
                        <a:pt x="967" y="429"/>
                      </a:cubicBezTo>
                      <a:cubicBezTo>
                        <a:pt x="1131" y="711"/>
                        <a:pt x="968" y="982"/>
                        <a:pt x="857" y="1118"/>
                      </a:cubicBezTo>
                      <a:cubicBezTo>
                        <a:pt x="780" y="1211"/>
                        <a:pt x="602" y="1345"/>
                        <a:pt x="422" y="1332"/>
                      </a:cubicBezTo>
                      <a:cubicBezTo>
                        <a:pt x="306" y="1324"/>
                        <a:pt x="208" y="1255"/>
                        <a:pt x="130" y="1126"/>
                      </a:cubicBezTo>
                      <a:lnTo>
                        <a:pt x="127" y="1120"/>
                      </a:lnTo>
                      <a:lnTo>
                        <a:pt x="122" y="1117"/>
                      </a:lnTo>
                      <a:cubicBezTo>
                        <a:pt x="118" y="1113"/>
                        <a:pt x="66" y="1064"/>
                        <a:pt x="73" y="939"/>
                      </a:cubicBezTo>
                      <a:cubicBezTo>
                        <a:pt x="81" y="808"/>
                        <a:pt x="173" y="610"/>
                        <a:pt x="201" y="552"/>
                      </a:cubicBezTo>
                      <a:lnTo>
                        <a:pt x="202" y="551"/>
                      </a:lnTo>
                      <a:cubicBezTo>
                        <a:pt x="203" y="549"/>
                        <a:pt x="205" y="546"/>
                        <a:pt x="207" y="541"/>
                      </a:cubicBezTo>
                      <a:cubicBezTo>
                        <a:pt x="294" y="343"/>
                        <a:pt x="415" y="230"/>
                        <a:pt x="501" y="170"/>
                      </a:cubicBezTo>
                      <a:cubicBezTo>
                        <a:pt x="549" y="137"/>
                        <a:pt x="632" y="66"/>
                        <a:pt x="870" y="110"/>
                      </a:cubicBezTo>
                      <a:lnTo>
                        <a:pt x="871" y="42"/>
                      </a:lnTo>
                      <a:cubicBezTo>
                        <a:pt x="783" y="26"/>
                        <a:pt x="625" y="0"/>
                        <a:pt x="462" y="113"/>
                      </a:cubicBezTo>
                      <a:cubicBezTo>
                        <a:pt x="368" y="178"/>
                        <a:pt x="237" y="301"/>
                        <a:pt x="143" y="513"/>
                      </a:cubicBezTo>
                      <a:cubicBezTo>
                        <a:pt x="142" y="517"/>
                        <a:pt x="141" y="519"/>
                        <a:pt x="140" y="520"/>
                      </a:cubicBezTo>
                      <a:lnTo>
                        <a:pt x="139" y="522"/>
                      </a:lnTo>
                      <a:cubicBezTo>
                        <a:pt x="101" y="600"/>
                        <a:pt x="12" y="795"/>
                        <a:pt x="4" y="935"/>
                      </a:cubicBezTo>
                      <a:cubicBezTo>
                        <a:pt x="0" y="1003"/>
                        <a:pt x="11" y="1063"/>
                        <a:pt x="36" y="1112"/>
                      </a:cubicBezTo>
                      <a:cubicBezTo>
                        <a:pt x="50" y="1141"/>
                        <a:pt x="66" y="1158"/>
                        <a:pt x="74" y="1166"/>
                      </a:cubicBezTo>
                      <a:cubicBezTo>
                        <a:pt x="163" y="1312"/>
                        <a:pt x="279" y="1391"/>
                        <a:pt x="417" y="1401"/>
                      </a:cubicBezTo>
                      <a:cubicBezTo>
                        <a:pt x="427" y="1402"/>
                        <a:pt x="437" y="1402"/>
                        <a:pt x="447" y="1402"/>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5" name="Freeform 24">
                  <a:extLst>
                    <a:ext uri="{FF2B5EF4-FFF2-40B4-BE49-F238E27FC236}">
                      <a16:creationId xmlns:a16="http://schemas.microsoft.com/office/drawing/2014/main" xmlns="" id="{FCFEFE05-5B8F-4995-94DC-7658249D21BF}"/>
                    </a:ext>
                  </a:extLst>
                </p:cNvPr>
                <p:cNvSpPr>
                  <a:spLocks/>
                </p:cNvSpPr>
                <p:nvPr/>
              </p:nvSpPr>
              <p:spPr bwMode="gray">
                <a:xfrm flipH="1">
                  <a:off x="2111746" y="1913839"/>
                  <a:ext cx="27072" cy="28744"/>
                </a:xfrm>
                <a:custGeom>
                  <a:avLst/>
                  <a:gdLst>
                    <a:gd name="T0" fmla="*/ 255 w 899"/>
                    <a:gd name="T1" fmla="*/ 123 h 958"/>
                    <a:gd name="T2" fmla="*/ 53 w 899"/>
                    <a:gd name="T3" fmla="*/ 304 h 958"/>
                    <a:gd name="T4" fmla="*/ 42 w 899"/>
                    <a:gd name="T5" fmla="*/ 511 h 958"/>
                    <a:gd name="T6" fmla="*/ 176 w 899"/>
                    <a:gd name="T7" fmla="*/ 777 h 958"/>
                    <a:gd name="T8" fmla="*/ 362 w 899"/>
                    <a:gd name="T9" fmla="*/ 921 h 958"/>
                    <a:gd name="T10" fmla="*/ 591 w 899"/>
                    <a:gd name="T11" fmla="*/ 948 h 958"/>
                    <a:gd name="T12" fmla="*/ 798 w 899"/>
                    <a:gd name="T13" fmla="*/ 847 h 958"/>
                    <a:gd name="T14" fmla="*/ 878 w 899"/>
                    <a:gd name="T15" fmla="*/ 485 h 958"/>
                    <a:gd name="T16" fmla="*/ 745 w 899"/>
                    <a:gd name="T17" fmla="*/ 139 h 958"/>
                    <a:gd name="T18" fmla="*/ 399 w 899"/>
                    <a:gd name="T19" fmla="*/ 0 h 958"/>
                    <a:gd name="T20" fmla="*/ 255 w 899"/>
                    <a:gd name="T21" fmla="*/ 123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9" h="958">
                      <a:moveTo>
                        <a:pt x="255" y="123"/>
                      </a:moveTo>
                      <a:cubicBezTo>
                        <a:pt x="192" y="187"/>
                        <a:pt x="80" y="219"/>
                        <a:pt x="53" y="304"/>
                      </a:cubicBezTo>
                      <a:cubicBezTo>
                        <a:pt x="27" y="389"/>
                        <a:pt x="0" y="405"/>
                        <a:pt x="42" y="511"/>
                      </a:cubicBezTo>
                      <a:cubicBezTo>
                        <a:pt x="85" y="618"/>
                        <a:pt x="133" y="724"/>
                        <a:pt x="176" y="777"/>
                      </a:cubicBezTo>
                      <a:cubicBezTo>
                        <a:pt x="218" y="831"/>
                        <a:pt x="298" y="889"/>
                        <a:pt x="362" y="921"/>
                      </a:cubicBezTo>
                      <a:cubicBezTo>
                        <a:pt x="426" y="953"/>
                        <a:pt x="548" y="958"/>
                        <a:pt x="591" y="948"/>
                      </a:cubicBezTo>
                      <a:cubicBezTo>
                        <a:pt x="633" y="937"/>
                        <a:pt x="766" y="905"/>
                        <a:pt x="798" y="847"/>
                      </a:cubicBezTo>
                      <a:cubicBezTo>
                        <a:pt x="830" y="788"/>
                        <a:pt x="857" y="554"/>
                        <a:pt x="878" y="485"/>
                      </a:cubicBezTo>
                      <a:cubicBezTo>
                        <a:pt x="899" y="416"/>
                        <a:pt x="777" y="160"/>
                        <a:pt x="745" y="139"/>
                      </a:cubicBezTo>
                      <a:cubicBezTo>
                        <a:pt x="713" y="118"/>
                        <a:pt x="399" y="0"/>
                        <a:pt x="399" y="0"/>
                      </a:cubicBezTo>
                      <a:lnTo>
                        <a:pt x="255" y="123"/>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6" name="Freeform 25">
                  <a:extLst>
                    <a:ext uri="{FF2B5EF4-FFF2-40B4-BE49-F238E27FC236}">
                      <a16:creationId xmlns:a16="http://schemas.microsoft.com/office/drawing/2014/main" xmlns="" id="{E3D647C5-E99D-9173-D590-558F8571CC28}"/>
                    </a:ext>
                  </a:extLst>
                </p:cNvPr>
                <p:cNvSpPr>
                  <a:spLocks/>
                </p:cNvSpPr>
                <p:nvPr/>
              </p:nvSpPr>
              <p:spPr bwMode="gray">
                <a:xfrm flipH="1">
                  <a:off x="2111015" y="1910076"/>
                  <a:ext cx="29580" cy="33448"/>
                </a:xfrm>
                <a:custGeom>
                  <a:avLst/>
                  <a:gdLst>
                    <a:gd name="T0" fmla="*/ 599 w 981"/>
                    <a:gd name="T1" fmla="*/ 1113 h 1113"/>
                    <a:gd name="T2" fmla="*/ 977 w 981"/>
                    <a:gd name="T3" fmla="*/ 604 h 1113"/>
                    <a:gd name="T4" fmla="*/ 762 w 981"/>
                    <a:gd name="T5" fmla="*/ 202 h 1113"/>
                    <a:gd name="T6" fmla="*/ 727 w 981"/>
                    <a:gd name="T7" fmla="*/ 261 h 1113"/>
                    <a:gd name="T8" fmla="*/ 876 w 981"/>
                    <a:gd name="T9" fmla="*/ 605 h 1113"/>
                    <a:gd name="T10" fmla="*/ 631 w 981"/>
                    <a:gd name="T11" fmla="*/ 1058 h 1113"/>
                    <a:gd name="T12" fmla="*/ 479 w 981"/>
                    <a:gd name="T13" fmla="*/ 1045 h 1113"/>
                    <a:gd name="T14" fmla="*/ 190 w 981"/>
                    <a:gd name="T15" fmla="*/ 818 h 1113"/>
                    <a:gd name="T16" fmla="*/ 177 w 981"/>
                    <a:gd name="T17" fmla="*/ 790 h 1113"/>
                    <a:gd name="T18" fmla="*/ 132 w 981"/>
                    <a:gd name="T19" fmla="*/ 474 h 1113"/>
                    <a:gd name="T20" fmla="*/ 347 w 981"/>
                    <a:gd name="T21" fmla="*/ 267 h 1113"/>
                    <a:gd name="T22" fmla="*/ 357 w 981"/>
                    <a:gd name="T23" fmla="*/ 262 h 1113"/>
                    <a:gd name="T24" fmla="*/ 362 w 981"/>
                    <a:gd name="T25" fmla="*/ 252 h 1113"/>
                    <a:gd name="T26" fmla="*/ 582 w 981"/>
                    <a:gd name="T27" fmla="*/ 88 h 1113"/>
                    <a:gd name="T28" fmla="*/ 739 w 981"/>
                    <a:gd name="T29" fmla="*/ 69 h 1113"/>
                    <a:gd name="T30" fmla="*/ 739 w 981"/>
                    <a:gd name="T31" fmla="*/ 0 h 1113"/>
                    <a:gd name="T32" fmla="*/ 568 w 981"/>
                    <a:gd name="T33" fmla="*/ 21 h 1113"/>
                    <a:gd name="T34" fmla="*/ 304 w 981"/>
                    <a:gd name="T35" fmla="*/ 213 h 1113"/>
                    <a:gd name="T36" fmla="*/ 70 w 981"/>
                    <a:gd name="T37" fmla="*/ 444 h 1113"/>
                    <a:gd name="T38" fmla="*/ 115 w 981"/>
                    <a:gd name="T39" fmla="*/ 820 h 1113"/>
                    <a:gd name="T40" fmla="*/ 125 w 981"/>
                    <a:gd name="T41" fmla="*/ 841 h 1113"/>
                    <a:gd name="T42" fmla="*/ 599 w 981"/>
                    <a:gd name="T43" fmla="*/ 111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81" h="1113">
                      <a:moveTo>
                        <a:pt x="599" y="1113"/>
                      </a:moveTo>
                      <a:cubicBezTo>
                        <a:pt x="677" y="1113"/>
                        <a:pt x="961" y="1071"/>
                        <a:pt x="977" y="604"/>
                      </a:cubicBezTo>
                      <a:cubicBezTo>
                        <a:pt x="981" y="479"/>
                        <a:pt x="936" y="307"/>
                        <a:pt x="762" y="202"/>
                      </a:cubicBezTo>
                      <a:lnTo>
                        <a:pt x="727" y="261"/>
                      </a:lnTo>
                      <a:cubicBezTo>
                        <a:pt x="873" y="350"/>
                        <a:pt x="877" y="497"/>
                        <a:pt x="876" y="605"/>
                      </a:cubicBezTo>
                      <a:cubicBezTo>
                        <a:pt x="872" y="925"/>
                        <a:pt x="663" y="1053"/>
                        <a:pt x="631" y="1058"/>
                      </a:cubicBezTo>
                      <a:cubicBezTo>
                        <a:pt x="586" y="1065"/>
                        <a:pt x="536" y="1062"/>
                        <a:pt x="479" y="1045"/>
                      </a:cubicBezTo>
                      <a:cubicBezTo>
                        <a:pt x="287" y="988"/>
                        <a:pt x="198" y="843"/>
                        <a:pt x="190" y="818"/>
                      </a:cubicBezTo>
                      <a:cubicBezTo>
                        <a:pt x="187" y="811"/>
                        <a:pt x="183" y="803"/>
                        <a:pt x="177" y="790"/>
                      </a:cubicBezTo>
                      <a:cubicBezTo>
                        <a:pt x="147" y="730"/>
                        <a:pt x="77" y="590"/>
                        <a:pt x="132" y="474"/>
                      </a:cubicBezTo>
                      <a:cubicBezTo>
                        <a:pt x="186" y="360"/>
                        <a:pt x="346" y="268"/>
                        <a:pt x="347" y="267"/>
                      </a:cubicBezTo>
                      <a:lnTo>
                        <a:pt x="357" y="262"/>
                      </a:lnTo>
                      <a:lnTo>
                        <a:pt x="362" y="252"/>
                      </a:lnTo>
                      <a:cubicBezTo>
                        <a:pt x="364" y="247"/>
                        <a:pt x="424" y="122"/>
                        <a:pt x="582" y="88"/>
                      </a:cubicBezTo>
                      <a:cubicBezTo>
                        <a:pt x="641" y="75"/>
                        <a:pt x="662" y="71"/>
                        <a:pt x="739" y="69"/>
                      </a:cubicBezTo>
                      <a:lnTo>
                        <a:pt x="739" y="0"/>
                      </a:lnTo>
                      <a:cubicBezTo>
                        <a:pt x="658" y="2"/>
                        <a:pt x="631" y="7"/>
                        <a:pt x="568" y="21"/>
                      </a:cubicBezTo>
                      <a:cubicBezTo>
                        <a:pt x="401" y="56"/>
                        <a:pt x="324" y="176"/>
                        <a:pt x="304" y="213"/>
                      </a:cubicBezTo>
                      <a:cubicBezTo>
                        <a:pt x="267" y="236"/>
                        <a:pt x="126" y="327"/>
                        <a:pt x="70" y="444"/>
                      </a:cubicBezTo>
                      <a:cubicBezTo>
                        <a:pt x="0" y="590"/>
                        <a:pt x="80" y="752"/>
                        <a:pt x="115" y="820"/>
                      </a:cubicBezTo>
                      <a:cubicBezTo>
                        <a:pt x="119" y="829"/>
                        <a:pt x="124" y="838"/>
                        <a:pt x="125" y="841"/>
                      </a:cubicBezTo>
                      <a:cubicBezTo>
                        <a:pt x="138" y="879"/>
                        <a:pt x="290" y="1099"/>
                        <a:pt x="599" y="1113"/>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7" name="Freeform 26">
                  <a:extLst>
                    <a:ext uri="{FF2B5EF4-FFF2-40B4-BE49-F238E27FC236}">
                      <a16:creationId xmlns:a16="http://schemas.microsoft.com/office/drawing/2014/main" xmlns="" id="{811F9C1C-16B1-1BCB-7E0C-CE3D1160E50C}"/>
                    </a:ext>
                  </a:extLst>
                </p:cNvPr>
                <p:cNvSpPr>
                  <a:spLocks/>
                </p:cNvSpPr>
                <p:nvPr/>
              </p:nvSpPr>
              <p:spPr bwMode="gray">
                <a:xfrm flipH="1">
                  <a:off x="2129934" y="1870565"/>
                  <a:ext cx="14006" cy="22995"/>
                </a:xfrm>
                <a:custGeom>
                  <a:avLst/>
                  <a:gdLst>
                    <a:gd name="T0" fmla="*/ 56 w 464"/>
                    <a:gd name="T1" fmla="*/ 764 h 764"/>
                    <a:gd name="T2" fmla="*/ 52 w 464"/>
                    <a:gd name="T3" fmla="*/ 741 h 764"/>
                    <a:gd name="T4" fmla="*/ 280 w 464"/>
                    <a:gd name="T5" fmla="*/ 170 h 764"/>
                    <a:gd name="T6" fmla="*/ 358 w 464"/>
                    <a:gd name="T7" fmla="*/ 125 h 764"/>
                    <a:gd name="T8" fmla="*/ 418 w 464"/>
                    <a:gd name="T9" fmla="*/ 87 h 764"/>
                    <a:gd name="T10" fmla="*/ 398 w 464"/>
                    <a:gd name="T11" fmla="*/ 57 h 764"/>
                    <a:gd name="T12" fmla="*/ 337 w 464"/>
                    <a:gd name="T13" fmla="*/ 57 h 764"/>
                    <a:gd name="T14" fmla="*/ 180 w 464"/>
                    <a:gd name="T15" fmla="*/ 182 h 764"/>
                    <a:gd name="T16" fmla="*/ 171 w 464"/>
                    <a:gd name="T17" fmla="*/ 203 h 764"/>
                    <a:gd name="T18" fmla="*/ 129 w 464"/>
                    <a:gd name="T19" fmla="*/ 185 h 764"/>
                    <a:gd name="T20" fmla="*/ 138 w 464"/>
                    <a:gd name="T21" fmla="*/ 164 h 764"/>
                    <a:gd name="T22" fmla="*/ 323 w 464"/>
                    <a:gd name="T23" fmla="*/ 13 h 764"/>
                    <a:gd name="T24" fmla="*/ 423 w 464"/>
                    <a:gd name="T25" fmla="*/ 19 h 764"/>
                    <a:gd name="T26" fmla="*/ 464 w 464"/>
                    <a:gd name="T27" fmla="*/ 85 h 764"/>
                    <a:gd name="T28" fmla="*/ 464 w 464"/>
                    <a:gd name="T29" fmla="*/ 88 h 764"/>
                    <a:gd name="T30" fmla="*/ 380 w 464"/>
                    <a:gd name="T31" fmla="*/ 165 h 764"/>
                    <a:gd name="T32" fmla="*/ 305 w 464"/>
                    <a:gd name="T33" fmla="*/ 209 h 764"/>
                    <a:gd name="T34" fmla="*/ 97 w 464"/>
                    <a:gd name="T35" fmla="*/ 733 h 764"/>
                    <a:gd name="T36" fmla="*/ 101 w 464"/>
                    <a:gd name="T37" fmla="*/ 755 h 764"/>
                    <a:gd name="T38" fmla="*/ 56 w 464"/>
                    <a:gd name="T39" fmla="*/ 764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764">
                      <a:moveTo>
                        <a:pt x="56" y="764"/>
                      </a:moveTo>
                      <a:lnTo>
                        <a:pt x="52" y="741"/>
                      </a:lnTo>
                      <a:cubicBezTo>
                        <a:pt x="0" y="478"/>
                        <a:pt x="154" y="248"/>
                        <a:pt x="280" y="170"/>
                      </a:cubicBezTo>
                      <a:cubicBezTo>
                        <a:pt x="309" y="152"/>
                        <a:pt x="335" y="137"/>
                        <a:pt x="358" y="125"/>
                      </a:cubicBezTo>
                      <a:cubicBezTo>
                        <a:pt x="382" y="112"/>
                        <a:pt x="411" y="96"/>
                        <a:pt x="418" y="87"/>
                      </a:cubicBezTo>
                      <a:cubicBezTo>
                        <a:pt x="416" y="81"/>
                        <a:pt x="411" y="66"/>
                        <a:pt x="398" y="57"/>
                      </a:cubicBezTo>
                      <a:cubicBezTo>
                        <a:pt x="384" y="48"/>
                        <a:pt x="363" y="48"/>
                        <a:pt x="337" y="57"/>
                      </a:cubicBezTo>
                      <a:cubicBezTo>
                        <a:pt x="243" y="86"/>
                        <a:pt x="194" y="149"/>
                        <a:pt x="180" y="182"/>
                      </a:cubicBezTo>
                      <a:lnTo>
                        <a:pt x="171" y="203"/>
                      </a:lnTo>
                      <a:lnTo>
                        <a:pt x="129" y="185"/>
                      </a:lnTo>
                      <a:lnTo>
                        <a:pt x="138" y="164"/>
                      </a:lnTo>
                      <a:cubicBezTo>
                        <a:pt x="159" y="114"/>
                        <a:pt x="221" y="45"/>
                        <a:pt x="323" y="13"/>
                      </a:cubicBezTo>
                      <a:cubicBezTo>
                        <a:pt x="363" y="0"/>
                        <a:pt x="397" y="2"/>
                        <a:pt x="423" y="19"/>
                      </a:cubicBezTo>
                      <a:cubicBezTo>
                        <a:pt x="458" y="41"/>
                        <a:pt x="464" y="81"/>
                        <a:pt x="464" y="85"/>
                      </a:cubicBezTo>
                      <a:lnTo>
                        <a:pt x="464" y="88"/>
                      </a:lnTo>
                      <a:cubicBezTo>
                        <a:pt x="464" y="119"/>
                        <a:pt x="432" y="137"/>
                        <a:pt x="380" y="165"/>
                      </a:cubicBezTo>
                      <a:cubicBezTo>
                        <a:pt x="357" y="178"/>
                        <a:pt x="332" y="191"/>
                        <a:pt x="305" y="209"/>
                      </a:cubicBezTo>
                      <a:cubicBezTo>
                        <a:pt x="190" y="280"/>
                        <a:pt x="49" y="490"/>
                        <a:pt x="97" y="733"/>
                      </a:cubicBezTo>
                      <a:lnTo>
                        <a:pt x="101" y="755"/>
                      </a:lnTo>
                      <a:lnTo>
                        <a:pt x="56" y="764"/>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8" name="Freeform 27">
                  <a:extLst>
                    <a:ext uri="{FF2B5EF4-FFF2-40B4-BE49-F238E27FC236}">
                      <a16:creationId xmlns:a16="http://schemas.microsoft.com/office/drawing/2014/main" xmlns="" id="{CBE9E3DB-0AD4-900B-F443-BB30E8A34E22}"/>
                    </a:ext>
                  </a:extLst>
                </p:cNvPr>
                <p:cNvSpPr>
                  <a:spLocks/>
                </p:cNvSpPr>
                <p:nvPr/>
              </p:nvSpPr>
              <p:spPr bwMode="gray">
                <a:xfrm flipH="1">
                  <a:off x="1976805" y="1965160"/>
                  <a:ext cx="72958" cy="61878"/>
                </a:xfrm>
                <a:custGeom>
                  <a:avLst/>
                  <a:gdLst>
                    <a:gd name="T0" fmla="*/ 80 w 2422"/>
                    <a:gd name="T1" fmla="*/ 0 h 2058"/>
                    <a:gd name="T2" fmla="*/ 407 w 2422"/>
                    <a:gd name="T3" fmla="*/ 360 h 2058"/>
                    <a:gd name="T4" fmla="*/ 403 w 2422"/>
                    <a:gd name="T5" fmla="*/ 339 h 2058"/>
                    <a:gd name="T6" fmla="*/ 490 w 2422"/>
                    <a:gd name="T7" fmla="*/ 235 h 2058"/>
                    <a:gd name="T8" fmla="*/ 1073 w 2422"/>
                    <a:gd name="T9" fmla="*/ 84 h 2058"/>
                    <a:gd name="T10" fmla="*/ 1554 w 2422"/>
                    <a:gd name="T11" fmla="*/ 1105 h 2058"/>
                    <a:gd name="T12" fmla="*/ 2080 w 2422"/>
                    <a:gd name="T13" fmla="*/ 1589 h 2058"/>
                    <a:gd name="T14" fmla="*/ 2422 w 2422"/>
                    <a:gd name="T15" fmla="*/ 2058 h 2058"/>
                    <a:gd name="T16" fmla="*/ 2018 w 2422"/>
                    <a:gd name="T17" fmla="*/ 1615 h 2058"/>
                    <a:gd name="T18" fmla="*/ 1459 w 2422"/>
                    <a:gd name="T19" fmla="*/ 1200 h 2058"/>
                    <a:gd name="T20" fmla="*/ 747 w 2422"/>
                    <a:gd name="T21" fmla="*/ 755 h 2058"/>
                    <a:gd name="T22" fmla="*/ 0 w 2422"/>
                    <a:gd name="T23" fmla="*/ 0 h 2058"/>
                    <a:gd name="T24" fmla="*/ 80 w 2422"/>
                    <a:gd name="T25" fmla="*/ 0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2" h="2058">
                      <a:moveTo>
                        <a:pt x="80" y="0"/>
                      </a:moveTo>
                      <a:cubicBezTo>
                        <a:pt x="201" y="183"/>
                        <a:pt x="246" y="196"/>
                        <a:pt x="407" y="360"/>
                      </a:cubicBezTo>
                      <a:cubicBezTo>
                        <a:pt x="404" y="352"/>
                        <a:pt x="403" y="345"/>
                        <a:pt x="403" y="339"/>
                      </a:cubicBezTo>
                      <a:cubicBezTo>
                        <a:pt x="403" y="315"/>
                        <a:pt x="466" y="259"/>
                        <a:pt x="490" y="235"/>
                      </a:cubicBezTo>
                      <a:cubicBezTo>
                        <a:pt x="514" y="211"/>
                        <a:pt x="1073" y="84"/>
                        <a:pt x="1073" y="84"/>
                      </a:cubicBezTo>
                      <a:cubicBezTo>
                        <a:pt x="361" y="318"/>
                        <a:pt x="1192" y="875"/>
                        <a:pt x="1554" y="1105"/>
                      </a:cubicBezTo>
                      <a:cubicBezTo>
                        <a:pt x="1834" y="1268"/>
                        <a:pt x="2011" y="1494"/>
                        <a:pt x="2080" y="1589"/>
                      </a:cubicBezTo>
                      <a:cubicBezTo>
                        <a:pt x="2176" y="1720"/>
                        <a:pt x="2230" y="1824"/>
                        <a:pt x="2422" y="2058"/>
                      </a:cubicBezTo>
                      <a:cubicBezTo>
                        <a:pt x="2422" y="2058"/>
                        <a:pt x="2183" y="1792"/>
                        <a:pt x="2018" y="1615"/>
                      </a:cubicBezTo>
                      <a:cubicBezTo>
                        <a:pt x="1832" y="1416"/>
                        <a:pt x="1624" y="1276"/>
                        <a:pt x="1459" y="1200"/>
                      </a:cubicBezTo>
                      <a:cubicBezTo>
                        <a:pt x="1355" y="1153"/>
                        <a:pt x="1078" y="1014"/>
                        <a:pt x="747" y="755"/>
                      </a:cubicBezTo>
                      <a:cubicBezTo>
                        <a:pt x="415" y="495"/>
                        <a:pt x="214" y="322"/>
                        <a:pt x="0" y="0"/>
                      </a:cubicBezTo>
                      <a:lnTo>
                        <a:pt x="80" y="0"/>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9" name="Freeform 28">
                  <a:extLst>
                    <a:ext uri="{FF2B5EF4-FFF2-40B4-BE49-F238E27FC236}">
                      <a16:creationId xmlns:a16="http://schemas.microsoft.com/office/drawing/2014/main" xmlns="" id="{D381C0D1-398D-9AAE-26D5-4A294C854CA0}"/>
                    </a:ext>
                  </a:extLst>
                </p:cNvPr>
                <p:cNvSpPr>
                  <a:spLocks/>
                </p:cNvSpPr>
                <p:nvPr/>
              </p:nvSpPr>
              <p:spPr bwMode="gray">
                <a:xfrm flipH="1">
                  <a:off x="2113628" y="1861472"/>
                  <a:ext cx="23204" cy="38465"/>
                </a:xfrm>
                <a:custGeom>
                  <a:avLst/>
                  <a:gdLst>
                    <a:gd name="T0" fmla="*/ 168 w 772"/>
                    <a:gd name="T1" fmla="*/ 1277 h 1277"/>
                    <a:gd name="T2" fmla="*/ 505 w 772"/>
                    <a:gd name="T3" fmla="*/ 769 h 1277"/>
                    <a:gd name="T4" fmla="*/ 144 w 772"/>
                    <a:gd name="T5" fmla="*/ 198 h 1277"/>
                    <a:gd name="T6" fmla="*/ 0 w 772"/>
                    <a:gd name="T7" fmla="*/ 337 h 1277"/>
                    <a:gd name="T8" fmla="*/ 96 w 772"/>
                    <a:gd name="T9" fmla="*/ 166 h 1277"/>
                    <a:gd name="T10" fmla="*/ 250 w 772"/>
                    <a:gd name="T11" fmla="*/ 44 h 1277"/>
                    <a:gd name="T12" fmla="*/ 474 w 772"/>
                    <a:gd name="T13" fmla="*/ 23 h 1277"/>
                    <a:gd name="T14" fmla="*/ 580 w 772"/>
                    <a:gd name="T15" fmla="*/ 172 h 1277"/>
                    <a:gd name="T16" fmla="*/ 708 w 772"/>
                    <a:gd name="T17" fmla="*/ 342 h 1277"/>
                    <a:gd name="T18" fmla="*/ 772 w 772"/>
                    <a:gd name="T19" fmla="*/ 528 h 1277"/>
                    <a:gd name="T20" fmla="*/ 767 w 772"/>
                    <a:gd name="T21" fmla="*/ 730 h 1277"/>
                    <a:gd name="T22" fmla="*/ 703 w 772"/>
                    <a:gd name="T23" fmla="*/ 938 h 1277"/>
                    <a:gd name="T24" fmla="*/ 618 w 772"/>
                    <a:gd name="T25" fmla="*/ 1060 h 1277"/>
                    <a:gd name="T26" fmla="*/ 457 w 772"/>
                    <a:gd name="T27" fmla="*/ 1230 h 1277"/>
                    <a:gd name="T28" fmla="*/ 168 w 772"/>
                    <a:gd name="T29" fmla="*/ 1277 h 1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2" h="1277">
                      <a:moveTo>
                        <a:pt x="168" y="1277"/>
                      </a:moveTo>
                      <a:cubicBezTo>
                        <a:pt x="457" y="1187"/>
                        <a:pt x="457" y="1108"/>
                        <a:pt x="505" y="769"/>
                      </a:cubicBezTo>
                      <a:cubicBezTo>
                        <a:pt x="528" y="605"/>
                        <a:pt x="497" y="0"/>
                        <a:pt x="144" y="198"/>
                      </a:cubicBezTo>
                      <a:cubicBezTo>
                        <a:pt x="59" y="246"/>
                        <a:pt x="59" y="283"/>
                        <a:pt x="0" y="337"/>
                      </a:cubicBezTo>
                      <a:cubicBezTo>
                        <a:pt x="0" y="337"/>
                        <a:pt x="32" y="247"/>
                        <a:pt x="96" y="166"/>
                      </a:cubicBezTo>
                      <a:cubicBezTo>
                        <a:pt x="146" y="105"/>
                        <a:pt x="227" y="49"/>
                        <a:pt x="250" y="44"/>
                      </a:cubicBezTo>
                      <a:cubicBezTo>
                        <a:pt x="304" y="33"/>
                        <a:pt x="474" y="23"/>
                        <a:pt x="474" y="23"/>
                      </a:cubicBezTo>
                      <a:lnTo>
                        <a:pt x="580" y="172"/>
                      </a:lnTo>
                      <a:lnTo>
                        <a:pt x="708" y="342"/>
                      </a:lnTo>
                      <a:lnTo>
                        <a:pt x="772" y="528"/>
                      </a:lnTo>
                      <a:lnTo>
                        <a:pt x="767" y="730"/>
                      </a:lnTo>
                      <a:cubicBezTo>
                        <a:pt x="767" y="730"/>
                        <a:pt x="740" y="895"/>
                        <a:pt x="703" y="938"/>
                      </a:cubicBezTo>
                      <a:cubicBezTo>
                        <a:pt x="665" y="981"/>
                        <a:pt x="623" y="1050"/>
                        <a:pt x="618" y="1060"/>
                      </a:cubicBezTo>
                      <a:cubicBezTo>
                        <a:pt x="612" y="1071"/>
                        <a:pt x="462" y="1219"/>
                        <a:pt x="457" y="1230"/>
                      </a:cubicBezTo>
                      <a:cubicBezTo>
                        <a:pt x="452" y="1240"/>
                        <a:pt x="168" y="1277"/>
                        <a:pt x="168" y="1277"/>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0" name="Freeform 29">
                  <a:extLst>
                    <a:ext uri="{FF2B5EF4-FFF2-40B4-BE49-F238E27FC236}">
                      <a16:creationId xmlns:a16="http://schemas.microsoft.com/office/drawing/2014/main" xmlns="" id="{844D2074-FD54-4340-69E5-964A36B92AA6}"/>
                    </a:ext>
                  </a:extLst>
                </p:cNvPr>
                <p:cNvSpPr>
                  <a:spLocks/>
                </p:cNvSpPr>
                <p:nvPr/>
              </p:nvSpPr>
              <p:spPr bwMode="gray">
                <a:xfrm flipH="1">
                  <a:off x="2113837" y="1910807"/>
                  <a:ext cx="15679" cy="10871"/>
                </a:xfrm>
                <a:custGeom>
                  <a:avLst/>
                  <a:gdLst>
                    <a:gd name="T0" fmla="*/ 521 w 521"/>
                    <a:gd name="T1" fmla="*/ 362 h 362"/>
                    <a:gd name="T2" fmla="*/ 362 w 521"/>
                    <a:gd name="T3" fmla="*/ 238 h 362"/>
                    <a:gd name="T4" fmla="*/ 176 w 521"/>
                    <a:gd name="T5" fmla="*/ 146 h 362"/>
                    <a:gd name="T6" fmla="*/ 0 w 521"/>
                    <a:gd name="T7" fmla="*/ 208 h 362"/>
                    <a:gd name="T8" fmla="*/ 138 w 521"/>
                    <a:gd name="T9" fmla="*/ 43 h 362"/>
                    <a:gd name="T10" fmla="*/ 298 w 521"/>
                    <a:gd name="T11" fmla="*/ 16 h 362"/>
                    <a:gd name="T12" fmla="*/ 356 w 521"/>
                    <a:gd name="T13" fmla="*/ 0 h 362"/>
                    <a:gd name="T14" fmla="*/ 371 w 521"/>
                    <a:gd name="T15" fmla="*/ 39 h 362"/>
                    <a:gd name="T16" fmla="*/ 371 w 521"/>
                    <a:gd name="T17" fmla="*/ 143 h 362"/>
                    <a:gd name="T18" fmla="*/ 441 w 521"/>
                    <a:gd name="T19" fmla="*/ 224 h 362"/>
                    <a:gd name="T20" fmla="*/ 521 w 521"/>
                    <a:gd name="T21" fmla="*/ 36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362">
                      <a:moveTo>
                        <a:pt x="521" y="362"/>
                      </a:moveTo>
                      <a:cubicBezTo>
                        <a:pt x="484" y="293"/>
                        <a:pt x="398" y="261"/>
                        <a:pt x="362" y="238"/>
                      </a:cubicBezTo>
                      <a:cubicBezTo>
                        <a:pt x="318" y="210"/>
                        <a:pt x="252" y="158"/>
                        <a:pt x="176" y="146"/>
                      </a:cubicBezTo>
                      <a:cubicBezTo>
                        <a:pt x="121" y="137"/>
                        <a:pt x="60" y="150"/>
                        <a:pt x="0" y="208"/>
                      </a:cubicBezTo>
                      <a:cubicBezTo>
                        <a:pt x="0" y="208"/>
                        <a:pt x="74" y="48"/>
                        <a:pt x="138" y="43"/>
                      </a:cubicBezTo>
                      <a:cubicBezTo>
                        <a:pt x="202" y="38"/>
                        <a:pt x="250" y="16"/>
                        <a:pt x="298" y="16"/>
                      </a:cubicBezTo>
                      <a:cubicBezTo>
                        <a:pt x="345" y="16"/>
                        <a:pt x="330" y="4"/>
                        <a:pt x="356" y="0"/>
                      </a:cubicBezTo>
                      <a:lnTo>
                        <a:pt x="371" y="39"/>
                      </a:lnTo>
                      <a:lnTo>
                        <a:pt x="371" y="143"/>
                      </a:lnTo>
                      <a:cubicBezTo>
                        <a:pt x="371" y="143"/>
                        <a:pt x="431" y="219"/>
                        <a:pt x="441" y="224"/>
                      </a:cubicBezTo>
                      <a:cubicBezTo>
                        <a:pt x="452" y="229"/>
                        <a:pt x="521" y="362"/>
                        <a:pt x="521" y="362"/>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1" name="Freeform 30">
                  <a:extLst>
                    <a:ext uri="{FF2B5EF4-FFF2-40B4-BE49-F238E27FC236}">
                      <a16:creationId xmlns:a16="http://schemas.microsoft.com/office/drawing/2014/main" xmlns="" id="{3923045D-8FBF-C5E5-DC4D-4DD101738843}"/>
                    </a:ext>
                  </a:extLst>
                </p:cNvPr>
                <p:cNvSpPr>
                  <a:spLocks/>
                </p:cNvSpPr>
                <p:nvPr/>
              </p:nvSpPr>
              <p:spPr bwMode="gray">
                <a:xfrm flipH="1">
                  <a:off x="2114569" y="1912584"/>
                  <a:ext cx="12857" cy="30103"/>
                </a:xfrm>
                <a:custGeom>
                  <a:avLst/>
                  <a:gdLst>
                    <a:gd name="T0" fmla="*/ 0 w 426"/>
                    <a:gd name="T1" fmla="*/ 949 h 1004"/>
                    <a:gd name="T2" fmla="*/ 191 w 426"/>
                    <a:gd name="T3" fmla="*/ 520 h 1004"/>
                    <a:gd name="T4" fmla="*/ 106 w 426"/>
                    <a:gd name="T5" fmla="*/ 88 h 1004"/>
                    <a:gd name="T6" fmla="*/ 145 w 426"/>
                    <a:gd name="T7" fmla="*/ 6 h 1004"/>
                    <a:gd name="T8" fmla="*/ 242 w 426"/>
                    <a:gd name="T9" fmla="*/ 26 h 1004"/>
                    <a:gd name="T10" fmla="*/ 355 w 426"/>
                    <a:gd name="T11" fmla="*/ 163 h 1004"/>
                    <a:gd name="T12" fmla="*/ 412 w 426"/>
                    <a:gd name="T13" fmla="*/ 321 h 1004"/>
                    <a:gd name="T14" fmla="*/ 397 w 426"/>
                    <a:gd name="T15" fmla="*/ 520 h 1004"/>
                    <a:gd name="T16" fmla="*/ 364 w 426"/>
                    <a:gd name="T17" fmla="*/ 720 h 1004"/>
                    <a:gd name="T18" fmla="*/ 321 w 426"/>
                    <a:gd name="T19" fmla="*/ 875 h 1004"/>
                    <a:gd name="T20" fmla="*/ 194 w 426"/>
                    <a:gd name="T21" fmla="*/ 976 h 1004"/>
                    <a:gd name="T22" fmla="*/ 14 w 426"/>
                    <a:gd name="T23" fmla="*/ 976 h 1004"/>
                    <a:gd name="T24" fmla="*/ 0 w 426"/>
                    <a:gd name="T25" fmla="*/ 949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6" h="1004">
                      <a:moveTo>
                        <a:pt x="0" y="949"/>
                      </a:moveTo>
                      <a:cubicBezTo>
                        <a:pt x="119" y="940"/>
                        <a:pt x="187" y="821"/>
                        <a:pt x="191" y="520"/>
                      </a:cubicBezTo>
                      <a:cubicBezTo>
                        <a:pt x="195" y="218"/>
                        <a:pt x="154" y="125"/>
                        <a:pt x="106" y="88"/>
                      </a:cubicBezTo>
                      <a:cubicBezTo>
                        <a:pt x="58" y="51"/>
                        <a:pt x="145" y="6"/>
                        <a:pt x="145" y="6"/>
                      </a:cubicBezTo>
                      <a:cubicBezTo>
                        <a:pt x="145" y="6"/>
                        <a:pt x="230" y="0"/>
                        <a:pt x="242" y="26"/>
                      </a:cubicBezTo>
                      <a:cubicBezTo>
                        <a:pt x="254" y="51"/>
                        <a:pt x="346" y="61"/>
                        <a:pt x="355" y="163"/>
                      </a:cubicBezTo>
                      <a:cubicBezTo>
                        <a:pt x="364" y="265"/>
                        <a:pt x="397" y="181"/>
                        <a:pt x="412" y="321"/>
                      </a:cubicBezTo>
                      <a:cubicBezTo>
                        <a:pt x="426" y="461"/>
                        <a:pt x="409" y="410"/>
                        <a:pt x="397" y="520"/>
                      </a:cubicBezTo>
                      <a:cubicBezTo>
                        <a:pt x="385" y="629"/>
                        <a:pt x="374" y="659"/>
                        <a:pt x="364" y="720"/>
                      </a:cubicBezTo>
                      <a:cubicBezTo>
                        <a:pt x="354" y="781"/>
                        <a:pt x="388" y="809"/>
                        <a:pt x="321" y="875"/>
                      </a:cubicBezTo>
                      <a:cubicBezTo>
                        <a:pt x="254" y="941"/>
                        <a:pt x="232" y="973"/>
                        <a:pt x="194" y="976"/>
                      </a:cubicBezTo>
                      <a:cubicBezTo>
                        <a:pt x="157" y="980"/>
                        <a:pt x="28" y="1004"/>
                        <a:pt x="14" y="976"/>
                      </a:cubicBezTo>
                      <a:lnTo>
                        <a:pt x="0" y="949"/>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2" name="Freeform 31">
                  <a:extLst>
                    <a:ext uri="{FF2B5EF4-FFF2-40B4-BE49-F238E27FC236}">
                      <a16:creationId xmlns:a16="http://schemas.microsoft.com/office/drawing/2014/main" xmlns="" id="{2DE67EF9-3230-AC65-F5C8-F3D1F59D07AE}"/>
                    </a:ext>
                  </a:extLst>
                </p:cNvPr>
                <p:cNvSpPr>
                  <a:spLocks/>
                </p:cNvSpPr>
                <p:nvPr/>
              </p:nvSpPr>
              <p:spPr bwMode="gray">
                <a:xfrm flipH="1">
                  <a:off x="1954437" y="2014391"/>
                  <a:ext cx="32716" cy="97835"/>
                </a:xfrm>
                <a:custGeom>
                  <a:avLst/>
                  <a:gdLst>
                    <a:gd name="T0" fmla="*/ 1006 w 1084"/>
                    <a:gd name="T1" fmla="*/ 3244 h 3252"/>
                    <a:gd name="T2" fmla="*/ 1045 w 1084"/>
                    <a:gd name="T3" fmla="*/ 3248 h 3252"/>
                    <a:gd name="T4" fmla="*/ 1084 w 1084"/>
                    <a:gd name="T5" fmla="*/ 3252 h 3252"/>
                    <a:gd name="T6" fmla="*/ 444 w 1084"/>
                    <a:gd name="T7" fmla="*/ 1139 h 3252"/>
                    <a:gd name="T8" fmla="*/ 83 w 1084"/>
                    <a:gd name="T9" fmla="*/ 89 h 3252"/>
                    <a:gd name="T10" fmla="*/ 0 w 1084"/>
                    <a:gd name="T11" fmla="*/ 0 h 3252"/>
                    <a:gd name="T12" fmla="*/ 362 w 1084"/>
                    <a:gd name="T13" fmla="*/ 1159 h 3252"/>
                    <a:gd name="T14" fmla="*/ 1006 w 1084"/>
                    <a:gd name="T15" fmla="*/ 3244 h 32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4" h="3252">
                      <a:moveTo>
                        <a:pt x="1006" y="3244"/>
                      </a:moveTo>
                      <a:cubicBezTo>
                        <a:pt x="1019" y="3246"/>
                        <a:pt x="1032" y="3247"/>
                        <a:pt x="1045" y="3248"/>
                      </a:cubicBezTo>
                      <a:cubicBezTo>
                        <a:pt x="1058" y="3249"/>
                        <a:pt x="1071" y="3250"/>
                        <a:pt x="1084" y="3252"/>
                      </a:cubicBezTo>
                      <a:cubicBezTo>
                        <a:pt x="889" y="2563"/>
                        <a:pt x="644" y="1778"/>
                        <a:pt x="444" y="1139"/>
                      </a:cubicBezTo>
                      <a:cubicBezTo>
                        <a:pt x="278" y="609"/>
                        <a:pt x="179" y="256"/>
                        <a:pt x="83" y="89"/>
                      </a:cubicBezTo>
                      <a:lnTo>
                        <a:pt x="0" y="0"/>
                      </a:lnTo>
                      <a:cubicBezTo>
                        <a:pt x="4" y="65"/>
                        <a:pt x="158" y="505"/>
                        <a:pt x="362" y="1159"/>
                      </a:cubicBezTo>
                      <a:cubicBezTo>
                        <a:pt x="560" y="1790"/>
                        <a:pt x="808" y="2563"/>
                        <a:pt x="1006" y="3244"/>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3" name="Freeform 32">
                  <a:extLst>
                    <a:ext uri="{FF2B5EF4-FFF2-40B4-BE49-F238E27FC236}">
                      <a16:creationId xmlns:a16="http://schemas.microsoft.com/office/drawing/2014/main" xmlns="" id="{2ACC9DBF-64AF-D1DC-5DC3-B44EF2FEDE19}"/>
                    </a:ext>
                  </a:extLst>
                </p:cNvPr>
                <p:cNvSpPr>
                  <a:spLocks/>
                </p:cNvSpPr>
                <p:nvPr/>
              </p:nvSpPr>
              <p:spPr bwMode="gray">
                <a:xfrm flipH="1">
                  <a:off x="1983704" y="1699041"/>
                  <a:ext cx="136091" cy="275108"/>
                </a:xfrm>
                <a:custGeom>
                  <a:avLst/>
                  <a:gdLst>
                    <a:gd name="T0" fmla="*/ 353 w 4513"/>
                    <a:gd name="T1" fmla="*/ 127 h 9154"/>
                    <a:gd name="T2" fmla="*/ 2257 w 4513"/>
                    <a:gd name="T3" fmla="*/ 0 h 9154"/>
                    <a:gd name="T4" fmla="*/ 4160 w 4513"/>
                    <a:gd name="T5" fmla="*/ 127 h 9154"/>
                    <a:gd name="T6" fmla="*/ 4513 w 4513"/>
                    <a:gd name="T7" fmla="*/ 594 h 9154"/>
                    <a:gd name="T8" fmla="*/ 4513 w 4513"/>
                    <a:gd name="T9" fmla="*/ 8507 h 9154"/>
                    <a:gd name="T10" fmla="*/ 4160 w 4513"/>
                    <a:gd name="T11" fmla="*/ 8973 h 9154"/>
                    <a:gd name="T12" fmla="*/ 2257 w 4513"/>
                    <a:gd name="T13" fmla="*/ 9154 h 9154"/>
                    <a:gd name="T14" fmla="*/ 353 w 4513"/>
                    <a:gd name="T15" fmla="*/ 8974 h 9154"/>
                    <a:gd name="T16" fmla="*/ 0 w 4513"/>
                    <a:gd name="T17" fmla="*/ 8507 h 9154"/>
                    <a:gd name="T18" fmla="*/ 0 w 4513"/>
                    <a:gd name="T19" fmla="*/ 594 h 9154"/>
                    <a:gd name="T20" fmla="*/ 353 w 4513"/>
                    <a:gd name="T21" fmla="*/ 127 h 9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13" h="9154">
                      <a:moveTo>
                        <a:pt x="353" y="127"/>
                      </a:moveTo>
                      <a:cubicBezTo>
                        <a:pt x="648" y="70"/>
                        <a:pt x="1297" y="0"/>
                        <a:pt x="2257" y="0"/>
                      </a:cubicBezTo>
                      <a:cubicBezTo>
                        <a:pt x="3216" y="0"/>
                        <a:pt x="3865" y="70"/>
                        <a:pt x="4160" y="127"/>
                      </a:cubicBezTo>
                      <a:cubicBezTo>
                        <a:pt x="4466" y="186"/>
                        <a:pt x="4513" y="330"/>
                        <a:pt x="4513" y="594"/>
                      </a:cubicBezTo>
                      <a:lnTo>
                        <a:pt x="4513" y="8507"/>
                      </a:lnTo>
                      <a:cubicBezTo>
                        <a:pt x="4513" y="8770"/>
                        <a:pt x="4466" y="8914"/>
                        <a:pt x="4160" y="8973"/>
                      </a:cubicBezTo>
                      <a:cubicBezTo>
                        <a:pt x="3865" y="9031"/>
                        <a:pt x="3216" y="9154"/>
                        <a:pt x="2257" y="9154"/>
                      </a:cubicBezTo>
                      <a:cubicBezTo>
                        <a:pt x="1297" y="9154"/>
                        <a:pt x="648" y="9031"/>
                        <a:pt x="353" y="8974"/>
                      </a:cubicBezTo>
                      <a:cubicBezTo>
                        <a:pt x="47" y="8914"/>
                        <a:pt x="0" y="8770"/>
                        <a:pt x="0" y="8507"/>
                      </a:cubicBezTo>
                      <a:lnTo>
                        <a:pt x="0" y="594"/>
                      </a:lnTo>
                      <a:cubicBezTo>
                        <a:pt x="0" y="330"/>
                        <a:pt x="47" y="186"/>
                        <a:pt x="353" y="127"/>
                      </a:cubicBezTo>
                    </a:path>
                  </a:pathLst>
                </a:custGeom>
                <a:solidFill>
                  <a:srgbClr val="1E1C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4" name="Freeform 33">
                  <a:extLst>
                    <a:ext uri="{FF2B5EF4-FFF2-40B4-BE49-F238E27FC236}">
                      <a16:creationId xmlns:a16="http://schemas.microsoft.com/office/drawing/2014/main" xmlns="" id="{760D2517-EB92-1DC0-AB2A-607286BFD6F9}"/>
                    </a:ext>
                  </a:extLst>
                </p:cNvPr>
                <p:cNvSpPr>
                  <a:spLocks/>
                </p:cNvSpPr>
                <p:nvPr/>
              </p:nvSpPr>
              <p:spPr bwMode="gray">
                <a:xfrm flipH="1">
                  <a:off x="1983704" y="1691933"/>
                  <a:ext cx="136091" cy="275213"/>
                </a:xfrm>
                <a:custGeom>
                  <a:avLst/>
                  <a:gdLst>
                    <a:gd name="T0" fmla="*/ 353 w 4513"/>
                    <a:gd name="T1" fmla="*/ 127 h 9155"/>
                    <a:gd name="T2" fmla="*/ 2257 w 4513"/>
                    <a:gd name="T3" fmla="*/ 0 h 9155"/>
                    <a:gd name="T4" fmla="*/ 4160 w 4513"/>
                    <a:gd name="T5" fmla="*/ 127 h 9155"/>
                    <a:gd name="T6" fmla="*/ 4513 w 4513"/>
                    <a:gd name="T7" fmla="*/ 594 h 9155"/>
                    <a:gd name="T8" fmla="*/ 4513 w 4513"/>
                    <a:gd name="T9" fmla="*/ 8560 h 9155"/>
                    <a:gd name="T10" fmla="*/ 4160 w 4513"/>
                    <a:gd name="T11" fmla="*/ 9027 h 9155"/>
                    <a:gd name="T12" fmla="*/ 2257 w 4513"/>
                    <a:gd name="T13" fmla="*/ 9155 h 9155"/>
                    <a:gd name="T14" fmla="*/ 353 w 4513"/>
                    <a:gd name="T15" fmla="*/ 9028 h 9155"/>
                    <a:gd name="T16" fmla="*/ 0 w 4513"/>
                    <a:gd name="T17" fmla="*/ 8561 h 9155"/>
                    <a:gd name="T18" fmla="*/ 0 w 4513"/>
                    <a:gd name="T19" fmla="*/ 594 h 9155"/>
                    <a:gd name="T20" fmla="*/ 353 w 4513"/>
                    <a:gd name="T21" fmla="*/ 127 h 9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13" h="9155">
                      <a:moveTo>
                        <a:pt x="353" y="127"/>
                      </a:moveTo>
                      <a:cubicBezTo>
                        <a:pt x="648" y="70"/>
                        <a:pt x="1297" y="0"/>
                        <a:pt x="2257" y="0"/>
                      </a:cubicBezTo>
                      <a:cubicBezTo>
                        <a:pt x="3216" y="0"/>
                        <a:pt x="3865" y="70"/>
                        <a:pt x="4160" y="127"/>
                      </a:cubicBezTo>
                      <a:cubicBezTo>
                        <a:pt x="4466" y="187"/>
                        <a:pt x="4513" y="331"/>
                        <a:pt x="4513" y="594"/>
                      </a:cubicBezTo>
                      <a:lnTo>
                        <a:pt x="4513" y="8560"/>
                      </a:lnTo>
                      <a:cubicBezTo>
                        <a:pt x="4513" y="8824"/>
                        <a:pt x="4466" y="8968"/>
                        <a:pt x="4160" y="9027"/>
                      </a:cubicBezTo>
                      <a:cubicBezTo>
                        <a:pt x="3865" y="9085"/>
                        <a:pt x="3216" y="9155"/>
                        <a:pt x="2257" y="9155"/>
                      </a:cubicBezTo>
                      <a:cubicBezTo>
                        <a:pt x="1297" y="9155"/>
                        <a:pt x="648" y="9085"/>
                        <a:pt x="353" y="9028"/>
                      </a:cubicBezTo>
                      <a:cubicBezTo>
                        <a:pt x="47" y="8968"/>
                        <a:pt x="0" y="8824"/>
                        <a:pt x="0" y="8561"/>
                      </a:cubicBezTo>
                      <a:lnTo>
                        <a:pt x="0" y="594"/>
                      </a:lnTo>
                      <a:cubicBezTo>
                        <a:pt x="0" y="331"/>
                        <a:pt x="47" y="187"/>
                        <a:pt x="353" y="127"/>
                      </a:cubicBezTo>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5" name="Rectangle 34">
                  <a:extLst>
                    <a:ext uri="{FF2B5EF4-FFF2-40B4-BE49-F238E27FC236}">
                      <a16:creationId xmlns:a16="http://schemas.microsoft.com/office/drawing/2014/main" xmlns="" id="{F3095BC4-AA41-26D1-A868-F135D0E48624}"/>
                    </a:ext>
                  </a:extLst>
                </p:cNvPr>
                <p:cNvSpPr>
                  <a:spLocks noChangeArrowheads="1"/>
                </p:cNvSpPr>
                <p:nvPr/>
              </p:nvSpPr>
              <p:spPr bwMode="gray">
                <a:xfrm flipH="1">
                  <a:off x="1989035" y="1715346"/>
                  <a:ext cx="125534" cy="2200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6" name="Oval 35">
                  <a:extLst>
                    <a:ext uri="{FF2B5EF4-FFF2-40B4-BE49-F238E27FC236}">
                      <a16:creationId xmlns:a16="http://schemas.microsoft.com/office/drawing/2014/main" xmlns="" id="{DD50A1C4-C11E-58E4-7CAD-56F8B22C3C5C}"/>
                    </a:ext>
                  </a:extLst>
                </p:cNvPr>
                <p:cNvSpPr>
                  <a:spLocks noChangeArrowheads="1"/>
                </p:cNvSpPr>
                <p:nvPr/>
              </p:nvSpPr>
              <p:spPr bwMode="gray">
                <a:xfrm flipH="1">
                  <a:off x="2047986" y="1702072"/>
                  <a:ext cx="7526" cy="7526"/>
                </a:xfrm>
                <a:prstGeom prst="ellipse">
                  <a:avLst/>
                </a:prstGeom>
                <a:solidFill>
                  <a:srgbClr val="4848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7" name="Freeform 36">
                  <a:extLst>
                    <a:ext uri="{FF2B5EF4-FFF2-40B4-BE49-F238E27FC236}">
                      <a16:creationId xmlns:a16="http://schemas.microsoft.com/office/drawing/2014/main" xmlns="" id="{93DF5BD4-3A06-5E8A-AD91-F9CD2348A631}"/>
                    </a:ext>
                  </a:extLst>
                </p:cNvPr>
                <p:cNvSpPr>
                  <a:spLocks noEditPoints="1"/>
                </p:cNvSpPr>
                <p:nvPr/>
              </p:nvSpPr>
              <p:spPr bwMode="gray">
                <a:xfrm flipH="1">
                  <a:off x="2047046" y="1701131"/>
                  <a:ext cx="9303" cy="9303"/>
                </a:xfrm>
                <a:custGeom>
                  <a:avLst/>
                  <a:gdLst>
                    <a:gd name="T0" fmla="*/ 154 w 309"/>
                    <a:gd name="T1" fmla="*/ 309 h 309"/>
                    <a:gd name="T2" fmla="*/ 0 w 309"/>
                    <a:gd name="T3" fmla="*/ 155 h 309"/>
                    <a:gd name="T4" fmla="*/ 154 w 309"/>
                    <a:gd name="T5" fmla="*/ 0 h 309"/>
                    <a:gd name="T6" fmla="*/ 309 w 309"/>
                    <a:gd name="T7" fmla="*/ 155 h 309"/>
                    <a:gd name="T8" fmla="*/ 154 w 309"/>
                    <a:gd name="T9" fmla="*/ 309 h 309"/>
                    <a:gd name="T10" fmla="*/ 30 w 309"/>
                    <a:gd name="T11" fmla="*/ 155 h 309"/>
                    <a:gd name="T12" fmla="*/ 30 w 309"/>
                    <a:gd name="T13" fmla="*/ 155 h 309"/>
                    <a:gd name="T14" fmla="*/ 154 w 309"/>
                    <a:gd name="T15" fmla="*/ 279 h 309"/>
                    <a:gd name="T16" fmla="*/ 279 w 309"/>
                    <a:gd name="T17" fmla="*/ 155 h 309"/>
                    <a:gd name="T18" fmla="*/ 279 w 309"/>
                    <a:gd name="T19" fmla="*/ 155 h 309"/>
                    <a:gd name="T20" fmla="*/ 154 w 309"/>
                    <a:gd name="T21" fmla="*/ 30 h 309"/>
                    <a:gd name="T22" fmla="*/ 30 w 309"/>
                    <a:gd name="T23" fmla="*/ 155 h 309"/>
                    <a:gd name="T24" fmla="*/ 30 w 309"/>
                    <a:gd name="T25" fmla="*/ 15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9" h="309">
                      <a:moveTo>
                        <a:pt x="154" y="309"/>
                      </a:moveTo>
                      <a:cubicBezTo>
                        <a:pt x="69" y="309"/>
                        <a:pt x="0" y="240"/>
                        <a:pt x="0" y="155"/>
                      </a:cubicBezTo>
                      <a:cubicBezTo>
                        <a:pt x="0" y="69"/>
                        <a:pt x="69" y="0"/>
                        <a:pt x="154" y="0"/>
                      </a:cubicBezTo>
                      <a:cubicBezTo>
                        <a:pt x="240" y="0"/>
                        <a:pt x="309" y="69"/>
                        <a:pt x="309" y="155"/>
                      </a:cubicBezTo>
                      <a:cubicBezTo>
                        <a:pt x="309" y="240"/>
                        <a:pt x="240" y="309"/>
                        <a:pt x="154" y="309"/>
                      </a:cubicBezTo>
                      <a:moveTo>
                        <a:pt x="30" y="155"/>
                      </a:moveTo>
                      <a:lnTo>
                        <a:pt x="30" y="155"/>
                      </a:lnTo>
                      <a:cubicBezTo>
                        <a:pt x="30" y="223"/>
                        <a:pt x="86" y="279"/>
                        <a:pt x="154" y="279"/>
                      </a:cubicBezTo>
                      <a:cubicBezTo>
                        <a:pt x="223" y="279"/>
                        <a:pt x="279" y="223"/>
                        <a:pt x="279" y="155"/>
                      </a:cubicBezTo>
                      <a:lnTo>
                        <a:pt x="279" y="155"/>
                      </a:lnTo>
                      <a:cubicBezTo>
                        <a:pt x="279" y="86"/>
                        <a:pt x="223" y="30"/>
                        <a:pt x="154" y="30"/>
                      </a:cubicBezTo>
                      <a:cubicBezTo>
                        <a:pt x="86" y="30"/>
                        <a:pt x="30" y="86"/>
                        <a:pt x="30" y="155"/>
                      </a:cubicBezTo>
                      <a:lnTo>
                        <a:pt x="30" y="155"/>
                      </a:lnTo>
                    </a:path>
                  </a:pathLst>
                </a:custGeom>
                <a:solidFill>
                  <a:srgbClr val="2423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8" name="Oval 57">
                  <a:extLst>
                    <a:ext uri="{FF2B5EF4-FFF2-40B4-BE49-F238E27FC236}">
                      <a16:creationId xmlns:a16="http://schemas.microsoft.com/office/drawing/2014/main" xmlns="" id="{AAAFC956-5610-B736-859C-655DC48C74B9}"/>
                    </a:ext>
                  </a:extLst>
                </p:cNvPr>
                <p:cNvSpPr>
                  <a:spLocks noChangeArrowheads="1"/>
                </p:cNvSpPr>
                <p:nvPr/>
              </p:nvSpPr>
              <p:spPr bwMode="gray">
                <a:xfrm flipH="1">
                  <a:off x="2000114" y="1703535"/>
                  <a:ext cx="4599" cy="4599"/>
                </a:xfrm>
                <a:prstGeom prst="ellipse">
                  <a:avLst/>
                </a:prstGeom>
                <a:solidFill>
                  <a:srgbClr val="5655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9" name="Freeform 58">
                  <a:extLst>
                    <a:ext uri="{FF2B5EF4-FFF2-40B4-BE49-F238E27FC236}">
                      <a16:creationId xmlns:a16="http://schemas.microsoft.com/office/drawing/2014/main" xmlns="" id="{C319E639-D52A-55E5-D482-62EE25F198DA}"/>
                    </a:ext>
                  </a:extLst>
                </p:cNvPr>
                <p:cNvSpPr>
                  <a:spLocks/>
                </p:cNvSpPr>
                <p:nvPr/>
              </p:nvSpPr>
              <p:spPr bwMode="gray">
                <a:xfrm flipH="1">
                  <a:off x="1954542" y="1856036"/>
                  <a:ext cx="42332" cy="117067"/>
                </a:xfrm>
                <a:custGeom>
                  <a:avLst/>
                  <a:gdLst>
                    <a:gd name="T0" fmla="*/ 703 w 1405"/>
                    <a:gd name="T1" fmla="*/ 0 h 3895"/>
                    <a:gd name="T2" fmla="*/ 225 w 1405"/>
                    <a:gd name="T3" fmla="*/ 2481 h 3895"/>
                    <a:gd name="T4" fmla="*/ 176 w 1405"/>
                    <a:gd name="T5" fmla="*/ 3560 h 3895"/>
                    <a:gd name="T6" fmla="*/ 447 w 1405"/>
                    <a:gd name="T7" fmla="*/ 3831 h 3895"/>
                    <a:gd name="T8" fmla="*/ 1134 w 1405"/>
                    <a:gd name="T9" fmla="*/ 3528 h 3895"/>
                    <a:gd name="T10" fmla="*/ 1357 w 1405"/>
                    <a:gd name="T11" fmla="*/ 2570 h 3895"/>
                    <a:gd name="T12" fmla="*/ 1405 w 1405"/>
                    <a:gd name="T13" fmla="*/ 1549 h 3895"/>
                    <a:gd name="T14" fmla="*/ 1182 w 1405"/>
                    <a:gd name="T15" fmla="*/ 878 h 3895"/>
                    <a:gd name="T16" fmla="*/ 703 w 1405"/>
                    <a:gd name="T17" fmla="*/ 0 h 3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5" h="3895">
                      <a:moveTo>
                        <a:pt x="703" y="0"/>
                      </a:moveTo>
                      <a:cubicBezTo>
                        <a:pt x="645" y="286"/>
                        <a:pt x="362" y="1447"/>
                        <a:pt x="225" y="2481"/>
                      </a:cubicBezTo>
                      <a:cubicBezTo>
                        <a:pt x="171" y="2888"/>
                        <a:pt x="185" y="3231"/>
                        <a:pt x="176" y="3560"/>
                      </a:cubicBezTo>
                      <a:cubicBezTo>
                        <a:pt x="176" y="3560"/>
                        <a:pt x="0" y="3895"/>
                        <a:pt x="447" y="3831"/>
                      </a:cubicBezTo>
                      <a:cubicBezTo>
                        <a:pt x="894" y="3768"/>
                        <a:pt x="1070" y="3768"/>
                        <a:pt x="1134" y="3528"/>
                      </a:cubicBezTo>
                      <a:cubicBezTo>
                        <a:pt x="1198" y="3289"/>
                        <a:pt x="1309" y="2762"/>
                        <a:pt x="1357" y="2570"/>
                      </a:cubicBezTo>
                      <a:cubicBezTo>
                        <a:pt x="1405" y="2379"/>
                        <a:pt x="1405" y="1676"/>
                        <a:pt x="1405" y="1549"/>
                      </a:cubicBezTo>
                      <a:cubicBezTo>
                        <a:pt x="1405" y="1421"/>
                        <a:pt x="1293" y="1006"/>
                        <a:pt x="1182" y="878"/>
                      </a:cubicBezTo>
                      <a:cubicBezTo>
                        <a:pt x="1070" y="750"/>
                        <a:pt x="703" y="0"/>
                        <a:pt x="703" y="0"/>
                      </a:cubicBez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0" name="Freeform 60">
                  <a:extLst>
                    <a:ext uri="{FF2B5EF4-FFF2-40B4-BE49-F238E27FC236}">
                      <a16:creationId xmlns:a16="http://schemas.microsoft.com/office/drawing/2014/main" xmlns="" id="{F56E5E28-4C60-4D83-9709-A4D77C171D18}"/>
                    </a:ext>
                  </a:extLst>
                </p:cNvPr>
                <p:cNvSpPr>
                  <a:spLocks/>
                </p:cNvSpPr>
                <p:nvPr/>
              </p:nvSpPr>
              <p:spPr bwMode="gray">
                <a:xfrm flipH="1">
                  <a:off x="1996874" y="1997458"/>
                  <a:ext cx="13275" cy="8257"/>
                </a:xfrm>
                <a:custGeom>
                  <a:avLst/>
                  <a:gdLst>
                    <a:gd name="T0" fmla="*/ 301 w 440"/>
                    <a:gd name="T1" fmla="*/ 183 h 275"/>
                    <a:gd name="T2" fmla="*/ 0 w 440"/>
                    <a:gd name="T3" fmla="*/ 0 h 275"/>
                    <a:gd name="T4" fmla="*/ 440 w 440"/>
                    <a:gd name="T5" fmla="*/ 275 h 275"/>
                    <a:gd name="T6" fmla="*/ 301 w 440"/>
                    <a:gd name="T7" fmla="*/ 183 h 275"/>
                  </a:gdLst>
                  <a:ahLst/>
                  <a:cxnLst>
                    <a:cxn ang="0">
                      <a:pos x="T0" y="T1"/>
                    </a:cxn>
                    <a:cxn ang="0">
                      <a:pos x="T2" y="T3"/>
                    </a:cxn>
                    <a:cxn ang="0">
                      <a:pos x="T4" y="T5"/>
                    </a:cxn>
                    <a:cxn ang="0">
                      <a:pos x="T6" y="T7"/>
                    </a:cxn>
                  </a:cxnLst>
                  <a:rect l="0" t="0" r="r" b="b"/>
                  <a:pathLst>
                    <a:path w="440" h="275">
                      <a:moveTo>
                        <a:pt x="301" y="183"/>
                      </a:moveTo>
                      <a:cubicBezTo>
                        <a:pt x="208" y="117"/>
                        <a:pt x="130" y="69"/>
                        <a:pt x="0" y="0"/>
                      </a:cubicBezTo>
                      <a:cubicBezTo>
                        <a:pt x="112" y="38"/>
                        <a:pt x="257" y="125"/>
                        <a:pt x="440" y="275"/>
                      </a:cubicBezTo>
                      <a:cubicBezTo>
                        <a:pt x="399" y="247"/>
                        <a:pt x="353" y="221"/>
                        <a:pt x="301" y="183"/>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1" name="Freeform 61">
                  <a:extLst>
                    <a:ext uri="{FF2B5EF4-FFF2-40B4-BE49-F238E27FC236}">
                      <a16:creationId xmlns:a16="http://schemas.microsoft.com/office/drawing/2014/main" xmlns="" id="{2E9118BE-6D79-6BCC-9565-784E1966715A}"/>
                    </a:ext>
                  </a:extLst>
                </p:cNvPr>
                <p:cNvSpPr>
                  <a:spLocks/>
                </p:cNvSpPr>
                <p:nvPr/>
              </p:nvSpPr>
              <p:spPr bwMode="gray">
                <a:xfrm flipH="1">
                  <a:off x="1988303" y="2007806"/>
                  <a:ext cx="6062" cy="5853"/>
                </a:xfrm>
                <a:custGeom>
                  <a:avLst/>
                  <a:gdLst>
                    <a:gd name="T0" fmla="*/ 200 w 200"/>
                    <a:gd name="T1" fmla="*/ 196 h 196"/>
                    <a:gd name="T2" fmla="*/ 43 w 200"/>
                    <a:gd name="T3" fmla="*/ 55 h 196"/>
                    <a:gd name="T4" fmla="*/ 0 w 200"/>
                    <a:gd name="T5" fmla="*/ 0 h 196"/>
                    <a:gd name="T6" fmla="*/ 200 w 200"/>
                    <a:gd name="T7" fmla="*/ 196 h 196"/>
                  </a:gdLst>
                  <a:ahLst/>
                  <a:cxnLst>
                    <a:cxn ang="0">
                      <a:pos x="T0" y="T1"/>
                    </a:cxn>
                    <a:cxn ang="0">
                      <a:pos x="T2" y="T3"/>
                    </a:cxn>
                    <a:cxn ang="0">
                      <a:pos x="T4" y="T5"/>
                    </a:cxn>
                    <a:cxn ang="0">
                      <a:pos x="T6" y="T7"/>
                    </a:cxn>
                  </a:cxnLst>
                  <a:rect l="0" t="0" r="r" b="b"/>
                  <a:pathLst>
                    <a:path w="200" h="196">
                      <a:moveTo>
                        <a:pt x="200" y="196"/>
                      </a:moveTo>
                      <a:cubicBezTo>
                        <a:pt x="141" y="154"/>
                        <a:pt x="79" y="110"/>
                        <a:pt x="43" y="55"/>
                      </a:cubicBezTo>
                      <a:cubicBezTo>
                        <a:pt x="29" y="34"/>
                        <a:pt x="14" y="16"/>
                        <a:pt x="0" y="0"/>
                      </a:cubicBezTo>
                      <a:cubicBezTo>
                        <a:pt x="68" y="61"/>
                        <a:pt x="135" y="126"/>
                        <a:pt x="200" y="19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2" name="Freeform 62">
                  <a:extLst>
                    <a:ext uri="{FF2B5EF4-FFF2-40B4-BE49-F238E27FC236}">
                      <a16:creationId xmlns:a16="http://schemas.microsoft.com/office/drawing/2014/main" xmlns="" id="{0357E301-9730-52EE-6F42-908C964C9FCB}"/>
                    </a:ext>
                  </a:extLst>
                </p:cNvPr>
                <p:cNvSpPr>
                  <a:spLocks/>
                </p:cNvSpPr>
                <p:nvPr/>
              </p:nvSpPr>
              <p:spPr bwMode="gray">
                <a:xfrm flipH="1">
                  <a:off x="2098994" y="1703953"/>
                  <a:ext cx="4495" cy="4181"/>
                </a:xfrm>
                <a:custGeom>
                  <a:avLst/>
                  <a:gdLst>
                    <a:gd name="T0" fmla="*/ 73 w 150"/>
                    <a:gd name="T1" fmla="*/ 140 h 140"/>
                    <a:gd name="T2" fmla="*/ 0 w 150"/>
                    <a:gd name="T3" fmla="*/ 86 h 140"/>
                    <a:gd name="T4" fmla="*/ 43 w 150"/>
                    <a:gd name="T5" fmla="*/ 99 h 140"/>
                    <a:gd name="T6" fmla="*/ 63 w 150"/>
                    <a:gd name="T7" fmla="*/ 96 h 140"/>
                    <a:gd name="T8" fmla="*/ 73 w 150"/>
                    <a:gd name="T9" fmla="*/ 98 h 140"/>
                    <a:gd name="T10" fmla="*/ 74 w 150"/>
                    <a:gd name="T11" fmla="*/ 98 h 140"/>
                    <a:gd name="T12" fmla="*/ 108 w 150"/>
                    <a:gd name="T13" fmla="*/ 64 h 140"/>
                    <a:gd name="T14" fmla="*/ 120 w 150"/>
                    <a:gd name="T15" fmla="*/ 22 h 140"/>
                    <a:gd name="T16" fmla="*/ 116 w 150"/>
                    <a:gd name="T17" fmla="*/ 0 h 140"/>
                    <a:gd name="T18" fmla="*/ 150 w 150"/>
                    <a:gd name="T19" fmla="*/ 64 h 140"/>
                    <a:gd name="T20" fmla="*/ 73 w 150"/>
                    <a:gd name="T21"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0" h="140">
                      <a:moveTo>
                        <a:pt x="73" y="140"/>
                      </a:moveTo>
                      <a:cubicBezTo>
                        <a:pt x="39" y="140"/>
                        <a:pt x="10" y="117"/>
                        <a:pt x="0" y="86"/>
                      </a:cubicBezTo>
                      <a:cubicBezTo>
                        <a:pt x="13" y="94"/>
                        <a:pt x="27" y="99"/>
                        <a:pt x="43" y="99"/>
                      </a:cubicBezTo>
                      <a:cubicBezTo>
                        <a:pt x="50" y="99"/>
                        <a:pt x="57" y="98"/>
                        <a:pt x="63" y="96"/>
                      </a:cubicBezTo>
                      <a:cubicBezTo>
                        <a:pt x="66" y="97"/>
                        <a:pt x="70" y="98"/>
                        <a:pt x="73" y="98"/>
                      </a:cubicBezTo>
                      <a:lnTo>
                        <a:pt x="74" y="98"/>
                      </a:lnTo>
                      <a:cubicBezTo>
                        <a:pt x="92" y="98"/>
                        <a:pt x="108" y="82"/>
                        <a:pt x="108" y="64"/>
                      </a:cubicBezTo>
                      <a:cubicBezTo>
                        <a:pt x="115" y="52"/>
                        <a:pt x="120" y="37"/>
                        <a:pt x="120" y="22"/>
                      </a:cubicBezTo>
                      <a:cubicBezTo>
                        <a:pt x="120" y="14"/>
                        <a:pt x="118" y="7"/>
                        <a:pt x="116" y="0"/>
                      </a:cubicBezTo>
                      <a:cubicBezTo>
                        <a:pt x="137" y="14"/>
                        <a:pt x="150" y="37"/>
                        <a:pt x="150" y="64"/>
                      </a:cubicBezTo>
                      <a:cubicBezTo>
                        <a:pt x="150" y="106"/>
                        <a:pt x="116" y="140"/>
                        <a:pt x="73" y="140"/>
                      </a:cubicBezTo>
                    </a:path>
                  </a:pathLst>
                </a:custGeom>
                <a:solidFill>
                  <a:srgbClr val="4D4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3" name="Oval 63">
                  <a:extLst>
                    <a:ext uri="{FF2B5EF4-FFF2-40B4-BE49-F238E27FC236}">
                      <a16:creationId xmlns:a16="http://schemas.microsoft.com/office/drawing/2014/main" xmlns="" id="{43B066E9-B832-E130-6A5A-4B6C666C701E}"/>
                    </a:ext>
                  </a:extLst>
                </p:cNvPr>
                <p:cNvSpPr>
                  <a:spLocks noChangeArrowheads="1"/>
                </p:cNvSpPr>
                <p:nvPr/>
              </p:nvSpPr>
              <p:spPr bwMode="gray">
                <a:xfrm flipH="1">
                  <a:off x="2100249" y="1704790"/>
                  <a:ext cx="2090" cy="2090"/>
                </a:xfrm>
                <a:prstGeom prst="ellipse">
                  <a:avLst/>
                </a:pr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4" name="Freeform 64">
                  <a:extLst>
                    <a:ext uri="{FF2B5EF4-FFF2-40B4-BE49-F238E27FC236}">
                      <a16:creationId xmlns:a16="http://schemas.microsoft.com/office/drawing/2014/main" xmlns="" id="{55CE706F-C70F-06A4-7B34-423D6AF17D73}"/>
                    </a:ext>
                  </a:extLst>
                </p:cNvPr>
                <p:cNvSpPr>
                  <a:spLocks/>
                </p:cNvSpPr>
                <p:nvPr/>
              </p:nvSpPr>
              <p:spPr bwMode="gray">
                <a:xfrm flipH="1">
                  <a:off x="2101399" y="1704162"/>
                  <a:ext cx="1150" cy="1150"/>
                </a:xfrm>
                <a:custGeom>
                  <a:avLst/>
                  <a:gdLst>
                    <a:gd name="T0" fmla="*/ 12 w 40"/>
                    <a:gd name="T1" fmla="*/ 38 h 38"/>
                    <a:gd name="T2" fmla="*/ 0 w 40"/>
                    <a:gd name="T3" fmla="*/ 20 h 38"/>
                    <a:gd name="T4" fmla="*/ 20 w 40"/>
                    <a:gd name="T5" fmla="*/ 0 h 38"/>
                    <a:gd name="T6" fmla="*/ 40 w 40"/>
                    <a:gd name="T7" fmla="*/ 20 h 38"/>
                    <a:gd name="T8" fmla="*/ 40 w 40"/>
                    <a:gd name="T9" fmla="*/ 20 h 38"/>
                    <a:gd name="T10" fmla="*/ 12 w 40"/>
                    <a:gd name="T11" fmla="*/ 38 h 38"/>
                  </a:gdLst>
                  <a:ahLst/>
                  <a:cxnLst>
                    <a:cxn ang="0">
                      <a:pos x="T0" y="T1"/>
                    </a:cxn>
                    <a:cxn ang="0">
                      <a:pos x="T2" y="T3"/>
                    </a:cxn>
                    <a:cxn ang="0">
                      <a:pos x="T4" y="T5"/>
                    </a:cxn>
                    <a:cxn ang="0">
                      <a:pos x="T6" y="T7"/>
                    </a:cxn>
                    <a:cxn ang="0">
                      <a:pos x="T8" y="T9"/>
                    </a:cxn>
                    <a:cxn ang="0">
                      <a:pos x="T10" y="T11"/>
                    </a:cxn>
                  </a:cxnLst>
                  <a:rect l="0" t="0" r="r" b="b"/>
                  <a:pathLst>
                    <a:path w="40" h="38">
                      <a:moveTo>
                        <a:pt x="12" y="38"/>
                      </a:moveTo>
                      <a:cubicBezTo>
                        <a:pt x="5" y="35"/>
                        <a:pt x="0" y="28"/>
                        <a:pt x="0" y="20"/>
                      </a:cubicBezTo>
                      <a:cubicBezTo>
                        <a:pt x="0" y="9"/>
                        <a:pt x="9" y="0"/>
                        <a:pt x="20" y="0"/>
                      </a:cubicBezTo>
                      <a:cubicBezTo>
                        <a:pt x="31" y="0"/>
                        <a:pt x="40" y="9"/>
                        <a:pt x="40" y="20"/>
                      </a:cubicBezTo>
                      <a:lnTo>
                        <a:pt x="40" y="20"/>
                      </a:lnTo>
                      <a:cubicBezTo>
                        <a:pt x="28" y="20"/>
                        <a:pt x="18" y="28"/>
                        <a:pt x="12" y="38"/>
                      </a:cubicBezTo>
                    </a:path>
                  </a:pathLst>
                </a:custGeom>
                <a:solidFill>
                  <a:srgbClr val="BEBD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5" name="Freeform 65">
                  <a:extLst>
                    <a:ext uri="{FF2B5EF4-FFF2-40B4-BE49-F238E27FC236}">
                      <a16:creationId xmlns:a16="http://schemas.microsoft.com/office/drawing/2014/main" xmlns="" id="{5238F446-C83A-C267-F83B-FC4043B54F48}"/>
                    </a:ext>
                  </a:extLst>
                </p:cNvPr>
                <p:cNvSpPr>
                  <a:spLocks/>
                </p:cNvSpPr>
                <p:nvPr/>
              </p:nvSpPr>
              <p:spPr bwMode="gray">
                <a:xfrm flipH="1">
                  <a:off x="2101399" y="1704790"/>
                  <a:ext cx="836" cy="627"/>
                </a:xfrm>
                <a:custGeom>
                  <a:avLst/>
                  <a:gdLst>
                    <a:gd name="T0" fmla="*/ 8 w 28"/>
                    <a:gd name="T1" fmla="*/ 20 h 20"/>
                    <a:gd name="T2" fmla="*/ 0 w 28"/>
                    <a:gd name="T3" fmla="*/ 18 h 20"/>
                    <a:gd name="T4" fmla="*/ 28 w 28"/>
                    <a:gd name="T5" fmla="*/ 0 h 20"/>
                    <a:gd name="T6" fmla="*/ 8 w 28"/>
                    <a:gd name="T7" fmla="*/ 20 h 20"/>
                  </a:gdLst>
                  <a:ahLst/>
                  <a:cxnLst>
                    <a:cxn ang="0">
                      <a:pos x="T0" y="T1"/>
                    </a:cxn>
                    <a:cxn ang="0">
                      <a:pos x="T2" y="T3"/>
                    </a:cxn>
                    <a:cxn ang="0">
                      <a:pos x="T4" y="T5"/>
                    </a:cxn>
                    <a:cxn ang="0">
                      <a:pos x="T6" y="T7"/>
                    </a:cxn>
                  </a:cxnLst>
                  <a:rect l="0" t="0" r="r" b="b"/>
                  <a:pathLst>
                    <a:path w="28" h="20">
                      <a:moveTo>
                        <a:pt x="8" y="20"/>
                      </a:moveTo>
                      <a:cubicBezTo>
                        <a:pt x="6" y="20"/>
                        <a:pt x="3" y="19"/>
                        <a:pt x="0" y="18"/>
                      </a:cubicBezTo>
                      <a:cubicBezTo>
                        <a:pt x="6" y="8"/>
                        <a:pt x="16" y="0"/>
                        <a:pt x="28" y="0"/>
                      </a:cubicBezTo>
                      <a:cubicBezTo>
                        <a:pt x="28" y="11"/>
                        <a:pt x="19" y="20"/>
                        <a:pt x="8" y="20"/>
                      </a:cubicBezTo>
                    </a:path>
                  </a:pathLst>
                </a:custGeom>
                <a:solidFill>
                  <a:srgbClr val="BEBD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6" name="Oval 66">
                  <a:extLst>
                    <a:ext uri="{FF2B5EF4-FFF2-40B4-BE49-F238E27FC236}">
                      <a16:creationId xmlns:a16="http://schemas.microsoft.com/office/drawing/2014/main" xmlns="" id="{C167026C-6726-2B7C-BDE6-BFB8AC9B3A5A}"/>
                    </a:ext>
                  </a:extLst>
                </p:cNvPr>
                <p:cNvSpPr>
                  <a:spLocks noChangeArrowheads="1"/>
                </p:cNvSpPr>
                <p:nvPr/>
              </p:nvSpPr>
              <p:spPr bwMode="gray">
                <a:xfrm flipH="1">
                  <a:off x="2051436" y="1702908"/>
                  <a:ext cx="1150" cy="1150"/>
                </a:xfrm>
                <a:prstGeom prst="ellipse">
                  <a:avLst/>
                </a:pr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7" name="Oval 67">
                  <a:extLst>
                    <a:ext uri="{FF2B5EF4-FFF2-40B4-BE49-F238E27FC236}">
                      <a16:creationId xmlns:a16="http://schemas.microsoft.com/office/drawing/2014/main" xmlns="" id="{25806A39-EA02-190C-10DD-CCE7E6E28B9C}"/>
                    </a:ext>
                  </a:extLst>
                </p:cNvPr>
                <p:cNvSpPr>
                  <a:spLocks noChangeArrowheads="1"/>
                </p:cNvSpPr>
                <p:nvPr/>
              </p:nvSpPr>
              <p:spPr bwMode="gray">
                <a:xfrm flipH="1">
                  <a:off x="2051436" y="1705208"/>
                  <a:ext cx="1150" cy="1150"/>
                </a:xfrm>
                <a:prstGeom prst="ellipse">
                  <a:avLst/>
                </a:pr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8" name="Freeform 68">
                  <a:extLst>
                    <a:ext uri="{FF2B5EF4-FFF2-40B4-BE49-F238E27FC236}">
                      <a16:creationId xmlns:a16="http://schemas.microsoft.com/office/drawing/2014/main" xmlns="" id="{C51C2478-CE6C-2E60-37F4-49CF0EDA5535}"/>
                    </a:ext>
                  </a:extLst>
                </p:cNvPr>
                <p:cNvSpPr>
                  <a:spLocks/>
                </p:cNvSpPr>
                <p:nvPr/>
              </p:nvSpPr>
              <p:spPr bwMode="gray">
                <a:xfrm flipH="1">
                  <a:off x="2053317" y="1704058"/>
                  <a:ext cx="1254" cy="1150"/>
                </a:xfrm>
                <a:custGeom>
                  <a:avLst/>
                  <a:gdLst>
                    <a:gd name="T0" fmla="*/ 19 w 42"/>
                    <a:gd name="T1" fmla="*/ 38 h 38"/>
                    <a:gd name="T2" fmla="*/ 10 w 42"/>
                    <a:gd name="T3" fmla="*/ 36 h 38"/>
                    <a:gd name="T4" fmla="*/ 1 w 42"/>
                    <a:gd name="T5" fmla="*/ 24 h 38"/>
                    <a:gd name="T6" fmla="*/ 3 w 42"/>
                    <a:gd name="T7" fmla="*/ 9 h 38"/>
                    <a:gd name="T8" fmla="*/ 20 w 42"/>
                    <a:gd name="T9" fmla="*/ 0 h 38"/>
                    <a:gd name="T10" fmla="*/ 29 w 42"/>
                    <a:gd name="T11" fmla="*/ 2 h 38"/>
                    <a:gd name="T12" fmla="*/ 36 w 42"/>
                    <a:gd name="T13" fmla="*/ 29 h 38"/>
                    <a:gd name="T14" fmla="*/ 19 w 42"/>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8">
                      <a:moveTo>
                        <a:pt x="19" y="38"/>
                      </a:moveTo>
                      <a:cubicBezTo>
                        <a:pt x="16" y="38"/>
                        <a:pt x="13" y="38"/>
                        <a:pt x="10" y="36"/>
                      </a:cubicBezTo>
                      <a:cubicBezTo>
                        <a:pt x="5" y="33"/>
                        <a:pt x="2" y="29"/>
                        <a:pt x="1" y="24"/>
                      </a:cubicBezTo>
                      <a:cubicBezTo>
                        <a:pt x="0" y="19"/>
                        <a:pt x="0" y="14"/>
                        <a:pt x="3" y="9"/>
                      </a:cubicBezTo>
                      <a:cubicBezTo>
                        <a:pt x="6" y="3"/>
                        <a:pt x="13" y="0"/>
                        <a:pt x="20" y="0"/>
                      </a:cubicBezTo>
                      <a:cubicBezTo>
                        <a:pt x="23" y="0"/>
                        <a:pt x="26" y="1"/>
                        <a:pt x="29" y="2"/>
                      </a:cubicBezTo>
                      <a:cubicBezTo>
                        <a:pt x="39" y="8"/>
                        <a:pt x="42" y="20"/>
                        <a:pt x="36" y="29"/>
                      </a:cubicBezTo>
                      <a:cubicBezTo>
                        <a:pt x="33" y="35"/>
                        <a:pt x="26" y="38"/>
                        <a:pt x="19" y="38"/>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9" name="Freeform 69">
                  <a:extLst>
                    <a:ext uri="{FF2B5EF4-FFF2-40B4-BE49-F238E27FC236}">
                      <a16:creationId xmlns:a16="http://schemas.microsoft.com/office/drawing/2014/main" xmlns="" id="{538F49FB-D0FE-CC68-6C6D-7A9E81B8B4FF}"/>
                    </a:ext>
                  </a:extLst>
                </p:cNvPr>
                <p:cNvSpPr>
                  <a:spLocks/>
                </p:cNvSpPr>
                <p:nvPr/>
              </p:nvSpPr>
              <p:spPr bwMode="gray">
                <a:xfrm flipH="1">
                  <a:off x="2053422" y="1706357"/>
                  <a:ext cx="1150" cy="1150"/>
                </a:xfrm>
                <a:custGeom>
                  <a:avLst/>
                  <a:gdLst>
                    <a:gd name="T0" fmla="*/ 20 w 40"/>
                    <a:gd name="T1" fmla="*/ 38 h 38"/>
                    <a:gd name="T2" fmla="*/ 3 w 40"/>
                    <a:gd name="T3" fmla="*/ 29 h 38"/>
                    <a:gd name="T4" fmla="*/ 1 w 40"/>
                    <a:gd name="T5" fmla="*/ 14 h 38"/>
                    <a:gd name="T6" fmla="*/ 10 w 40"/>
                    <a:gd name="T7" fmla="*/ 2 h 38"/>
                    <a:gd name="T8" fmla="*/ 20 w 40"/>
                    <a:gd name="T9" fmla="*/ 0 h 38"/>
                    <a:gd name="T10" fmla="*/ 36 w 40"/>
                    <a:gd name="T11" fmla="*/ 9 h 38"/>
                    <a:gd name="T12" fmla="*/ 38 w 40"/>
                    <a:gd name="T13" fmla="*/ 24 h 38"/>
                    <a:gd name="T14" fmla="*/ 29 w 40"/>
                    <a:gd name="T15" fmla="*/ 36 h 38"/>
                    <a:gd name="T16" fmla="*/ 20 w 40"/>
                    <a:gd name="T1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8">
                      <a:moveTo>
                        <a:pt x="20" y="38"/>
                      </a:moveTo>
                      <a:cubicBezTo>
                        <a:pt x="13" y="38"/>
                        <a:pt x="6" y="35"/>
                        <a:pt x="3" y="29"/>
                      </a:cubicBezTo>
                      <a:cubicBezTo>
                        <a:pt x="0" y="24"/>
                        <a:pt x="0" y="19"/>
                        <a:pt x="1" y="14"/>
                      </a:cubicBezTo>
                      <a:cubicBezTo>
                        <a:pt x="2" y="9"/>
                        <a:pt x="5" y="5"/>
                        <a:pt x="10" y="2"/>
                      </a:cubicBezTo>
                      <a:cubicBezTo>
                        <a:pt x="13" y="1"/>
                        <a:pt x="16" y="0"/>
                        <a:pt x="20" y="0"/>
                      </a:cubicBezTo>
                      <a:cubicBezTo>
                        <a:pt x="27" y="0"/>
                        <a:pt x="33" y="3"/>
                        <a:pt x="36" y="9"/>
                      </a:cubicBezTo>
                      <a:cubicBezTo>
                        <a:pt x="39" y="14"/>
                        <a:pt x="40" y="19"/>
                        <a:pt x="38" y="24"/>
                      </a:cubicBezTo>
                      <a:cubicBezTo>
                        <a:pt x="37" y="29"/>
                        <a:pt x="34" y="33"/>
                        <a:pt x="29" y="36"/>
                      </a:cubicBezTo>
                      <a:cubicBezTo>
                        <a:pt x="26" y="38"/>
                        <a:pt x="23" y="38"/>
                        <a:pt x="20" y="38"/>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0" name="Oval 70">
                  <a:extLst>
                    <a:ext uri="{FF2B5EF4-FFF2-40B4-BE49-F238E27FC236}">
                      <a16:creationId xmlns:a16="http://schemas.microsoft.com/office/drawing/2014/main" xmlns="" id="{A3ECA32C-F138-EC9A-A10A-B04BF63FBDB1}"/>
                    </a:ext>
                  </a:extLst>
                </p:cNvPr>
                <p:cNvSpPr>
                  <a:spLocks noChangeArrowheads="1"/>
                </p:cNvSpPr>
                <p:nvPr/>
              </p:nvSpPr>
              <p:spPr bwMode="gray">
                <a:xfrm flipH="1">
                  <a:off x="2051436" y="1707507"/>
                  <a:ext cx="1150" cy="1254"/>
                </a:xfrm>
                <a:prstGeom prst="ellipse">
                  <a:avLst/>
                </a:pr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1" name="Freeform 71">
                  <a:extLst>
                    <a:ext uri="{FF2B5EF4-FFF2-40B4-BE49-F238E27FC236}">
                      <a16:creationId xmlns:a16="http://schemas.microsoft.com/office/drawing/2014/main" xmlns="" id="{892271B4-D50E-0B90-C0A5-90D272C385BF}"/>
                    </a:ext>
                  </a:extLst>
                </p:cNvPr>
                <p:cNvSpPr>
                  <a:spLocks/>
                </p:cNvSpPr>
                <p:nvPr/>
              </p:nvSpPr>
              <p:spPr bwMode="gray">
                <a:xfrm flipH="1">
                  <a:off x="2049345" y="1706357"/>
                  <a:ext cx="1254" cy="1150"/>
                </a:xfrm>
                <a:custGeom>
                  <a:avLst/>
                  <a:gdLst>
                    <a:gd name="T0" fmla="*/ 20 w 42"/>
                    <a:gd name="T1" fmla="*/ 38 h 38"/>
                    <a:gd name="T2" fmla="*/ 10 w 42"/>
                    <a:gd name="T3" fmla="*/ 36 h 38"/>
                    <a:gd name="T4" fmla="*/ 1 w 42"/>
                    <a:gd name="T5" fmla="*/ 24 h 38"/>
                    <a:gd name="T6" fmla="*/ 3 w 42"/>
                    <a:gd name="T7" fmla="*/ 9 h 38"/>
                    <a:gd name="T8" fmla="*/ 20 w 42"/>
                    <a:gd name="T9" fmla="*/ 0 h 38"/>
                    <a:gd name="T10" fmla="*/ 30 w 42"/>
                    <a:gd name="T11" fmla="*/ 2 h 38"/>
                    <a:gd name="T12" fmla="*/ 37 w 42"/>
                    <a:gd name="T13" fmla="*/ 29 h 38"/>
                    <a:gd name="T14" fmla="*/ 20 w 42"/>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8">
                      <a:moveTo>
                        <a:pt x="20" y="38"/>
                      </a:moveTo>
                      <a:cubicBezTo>
                        <a:pt x="16" y="38"/>
                        <a:pt x="13" y="38"/>
                        <a:pt x="10" y="36"/>
                      </a:cubicBezTo>
                      <a:cubicBezTo>
                        <a:pt x="6" y="33"/>
                        <a:pt x="2" y="29"/>
                        <a:pt x="1" y="24"/>
                      </a:cubicBezTo>
                      <a:cubicBezTo>
                        <a:pt x="0" y="19"/>
                        <a:pt x="0" y="14"/>
                        <a:pt x="3" y="9"/>
                      </a:cubicBezTo>
                      <a:cubicBezTo>
                        <a:pt x="7" y="3"/>
                        <a:pt x="13" y="0"/>
                        <a:pt x="20" y="0"/>
                      </a:cubicBezTo>
                      <a:cubicBezTo>
                        <a:pt x="23" y="0"/>
                        <a:pt x="27" y="1"/>
                        <a:pt x="30" y="2"/>
                      </a:cubicBezTo>
                      <a:cubicBezTo>
                        <a:pt x="39" y="8"/>
                        <a:pt x="42" y="19"/>
                        <a:pt x="37" y="29"/>
                      </a:cubicBezTo>
                      <a:cubicBezTo>
                        <a:pt x="33" y="35"/>
                        <a:pt x="26" y="38"/>
                        <a:pt x="20" y="38"/>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2" name="Freeform 72">
                  <a:extLst>
                    <a:ext uri="{FF2B5EF4-FFF2-40B4-BE49-F238E27FC236}">
                      <a16:creationId xmlns:a16="http://schemas.microsoft.com/office/drawing/2014/main" xmlns="" id="{0AF661CC-7EBE-0A1B-C7D3-0648861C2C81}"/>
                    </a:ext>
                  </a:extLst>
                </p:cNvPr>
                <p:cNvSpPr>
                  <a:spLocks/>
                </p:cNvSpPr>
                <p:nvPr/>
              </p:nvSpPr>
              <p:spPr bwMode="gray">
                <a:xfrm flipH="1">
                  <a:off x="2049241" y="1704058"/>
                  <a:ext cx="1359" cy="1150"/>
                </a:xfrm>
                <a:custGeom>
                  <a:avLst/>
                  <a:gdLst>
                    <a:gd name="T0" fmla="*/ 21 w 43"/>
                    <a:gd name="T1" fmla="*/ 39 h 39"/>
                    <a:gd name="T2" fmla="*/ 3 w 43"/>
                    <a:gd name="T3" fmla="*/ 29 h 39"/>
                    <a:gd name="T4" fmla="*/ 2 w 43"/>
                    <a:gd name="T5" fmla="*/ 15 h 39"/>
                    <a:gd name="T6" fmla="*/ 11 w 43"/>
                    <a:gd name="T7" fmla="*/ 3 h 39"/>
                    <a:gd name="T8" fmla="*/ 20 w 43"/>
                    <a:gd name="T9" fmla="*/ 0 h 39"/>
                    <a:gd name="T10" fmla="*/ 37 w 43"/>
                    <a:gd name="T11" fmla="*/ 10 h 39"/>
                    <a:gd name="T12" fmla="*/ 30 w 43"/>
                    <a:gd name="T13" fmla="*/ 37 h 39"/>
                    <a:gd name="T14" fmla="*/ 21 w 43"/>
                    <a:gd name="T15" fmla="*/ 3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9">
                      <a:moveTo>
                        <a:pt x="21" y="39"/>
                      </a:moveTo>
                      <a:cubicBezTo>
                        <a:pt x="14" y="39"/>
                        <a:pt x="7" y="35"/>
                        <a:pt x="3" y="29"/>
                      </a:cubicBezTo>
                      <a:cubicBezTo>
                        <a:pt x="1" y="25"/>
                        <a:pt x="0" y="20"/>
                        <a:pt x="2" y="15"/>
                      </a:cubicBezTo>
                      <a:cubicBezTo>
                        <a:pt x="3" y="10"/>
                        <a:pt x="6" y="5"/>
                        <a:pt x="11" y="3"/>
                      </a:cubicBezTo>
                      <a:cubicBezTo>
                        <a:pt x="14" y="1"/>
                        <a:pt x="17" y="0"/>
                        <a:pt x="20" y="0"/>
                      </a:cubicBezTo>
                      <a:cubicBezTo>
                        <a:pt x="27" y="0"/>
                        <a:pt x="34" y="4"/>
                        <a:pt x="37" y="10"/>
                      </a:cubicBezTo>
                      <a:cubicBezTo>
                        <a:pt x="43" y="19"/>
                        <a:pt x="39" y="31"/>
                        <a:pt x="30" y="37"/>
                      </a:cubicBezTo>
                      <a:cubicBezTo>
                        <a:pt x="27" y="38"/>
                        <a:pt x="24" y="39"/>
                        <a:pt x="21" y="39"/>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3" name="Freeform 73">
                  <a:extLst>
                    <a:ext uri="{FF2B5EF4-FFF2-40B4-BE49-F238E27FC236}">
                      <a16:creationId xmlns:a16="http://schemas.microsoft.com/office/drawing/2014/main" xmlns="" id="{64585131-8495-6CC5-3893-43D874B59E17}"/>
                    </a:ext>
                  </a:extLst>
                </p:cNvPr>
                <p:cNvSpPr>
                  <a:spLocks/>
                </p:cNvSpPr>
                <p:nvPr/>
              </p:nvSpPr>
              <p:spPr bwMode="gray">
                <a:xfrm flipH="1">
                  <a:off x="1871445" y="1988783"/>
                  <a:ext cx="114977" cy="81947"/>
                </a:xfrm>
                <a:custGeom>
                  <a:avLst/>
                  <a:gdLst>
                    <a:gd name="T0" fmla="*/ 3813 w 3814"/>
                    <a:gd name="T1" fmla="*/ 0 h 2727"/>
                    <a:gd name="T2" fmla="*/ 725 w 3814"/>
                    <a:gd name="T3" fmla="*/ 1929 h 2727"/>
                    <a:gd name="T4" fmla="*/ 252 w 3814"/>
                    <a:gd name="T5" fmla="*/ 1103 h 2727"/>
                    <a:gd name="T6" fmla="*/ 109 w 3814"/>
                    <a:gd name="T7" fmla="*/ 1043 h 2727"/>
                    <a:gd name="T8" fmla="*/ 552 w 3814"/>
                    <a:gd name="T9" fmla="*/ 2473 h 2727"/>
                    <a:gd name="T10" fmla="*/ 663 w 3814"/>
                    <a:gd name="T11" fmla="*/ 2475 h 2727"/>
                    <a:gd name="T12" fmla="*/ 745 w 3814"/>
                    <a:gd name="T13" fmla="*/ 2706 h 2727"/>
                    <a:gd name="T14" fmla="*/ 1991 w 3814"/>
                    <a:gd name="T15" fmla="*/ 1845 h 2727"/>
                    <a:gd name="T16" fmla="*/ 2234 w 3814"/>
                    <a:gd name="T17" fmla="*/ 1470 h 2727"/>
                    <a:gd name="T18" fmla="*/ 3571 w 3814"/>
                    <a:gd name="T19" fmla="*/ 467 h 2727"/>
                    <a:gd name="T20" fmla="*/ 3733 w 3814"/>
                    <a:gd name="T21" fmla="*/ 265 h 2727"/>
                    <a:gd name="T22" fmla="*/ 3814 w 3814"/>
                    <a:gd name="T23" fmla="*/ 113 h 2727"/>
                    <a:gd name="T24" fmla="*/ 3813 w 3814"/>
                    <a:gd name="T25" fmla="*/ 0 h 2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14" h="2727">
                      <a:moveTo>
                        <a:pt x="3813" y="0"/>
                      </a:moveTo>
                      <a:cubicBezTo>
                        <a:pt x="3710" y="47"/>
                        <a:pt x="2061" y="813"/>
                        <a:pt x="725" y="1929"/>
                      </a:cubicBezTo>
                      <a:cubicBezTo>
                        <a:pt x="646" y="1996"/>
                        <a:pt x="389" y="1269"/>
                        <a:pt x="252" y="1103"/>
                      </a:cubicBezTo>
                      <a:cubicBezTo>
                        <a:pt x="183" y="1019"/>
                        <a:pt x="0" y="905"/>
                        <a:pt x="109" y="1043"/>
                      </a:cubicBezTo>
                      <a:cubicBezTo>
                        <a:pt x="109" y="1043"/>
                        <a:pt x="532" y="2443"/>
                        <a:pt x="552" y="2473"/>
                      </a:cubicBezTo>
                      <a:cubicBezTo>
                        <a:pt x="558" y="2481"/>
                        <a:pt x="605" y="2478"/>
                        <a:pt x="663" y="2475"/>
                      </a:cubicBezTo>
                      <a:cubicBezTo>
                        <a:pt x="832" y="2467"/>
                        <a:pt x="1098" y="2458"/>
                        <a:pt x="745" y="2706"/>
                      </a:cubicBezTo>
                      <a:cubicBezTo>
                        <a:pt x="715" y="2727"/>
                        <a:pt x="1991" y="1845"/>
                        <a:pt x="1991" y="1845"/>
                      </a:cubicBezTo>
                      <a:cubicBezTo>
                        <a:pt x="1991" y="1845"/>
                        <a:pt x="2254" y="1501"/>
                        <a:pt x="2234" y="1470"/>
                      </a:cubicBezTo>
                      <a:cubicBezTo>
                        <a:pt x="2214" y="1440"/>
                        <a:pt x="3602" y="477"/>
                        <a:pt x="3571" y="467"/>
                      </a:cubicBezTo>
                      <a:cubicBezTo>
                        <a:pt x="3541" y="457"/>
                        <a:pt x="3723" y="315"/>
                        <a:pt x="3733" y="265"/>
                      </a:cubicBezTo>
                      <a:cubicBezTo>
                        <a:pt x="3743" y="214"/>
                        <a:pt x="3814" y="113"/>
                        <a:pt x="3814" y="113"/>
                      </a:cubicBezTo>
                      <a:lnTo>
                        <a:pt x="3813" y="0"/>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4" name="Freeform 97">
                  <a:extLst>
                    <a:ext uri="{FF2B5EF4-FFF2-40B4-BE49-F238E27FC236}">
                      <a16:creationId xmlns:a16="http://schemas.microsoft.com/office/drawing/2014/main" xmlns="" id="{4A1E0E41-1655-C9F7-8646-8784F19533A2}"/>
                    </a:ext>
                  </a:extLst>
                </p:cNvPr>
                <p:cNvSpPr>
                  <a:spLocks/>
                </p:cNvSpPr>
                <p:nvPr/>
              </p:nvSpPr>
              <p:spPr bwMode="gray">
                <a:xfrm flipH="1">
                  <a:off x="2102653" y="1719841"/>
                  <a:ext cx="7003" cy="9825"/>
                </a:xfrm>
                <a:custGeom>
                  <a:avLst/>
                  <a:gdLst>
                    <a:gd name="T0" fmla="*/ 12 w 67"/>
                    <a:gd name="T1" fmla="*/ 94 h 94"/>
                    <a:gd name="T2" fmla="*/ 33 w 67"/>
                    <a:gd name="T3" fmla="*/ 51 h 94"/>
                    <a:gd name="T4" fmla="*/ 0 w 67"/>
                    <a:gd name="T5" fmla="*/ 51 h 94"/>
                    <a:gd name="T6" fmla="*/ 48 w 67"/>
                    <a:gd name="T7" fmla="*/ 0 h 94"/>
                    <a:gd name="T8" fmla="*/ 33 w 67"/>
                    <a:gd name="T9" fmla="*/ 39 h 94"/>
                    <a:gd name="T10" fmla="*/ 67 w 67"/>
                    <a:gd name="T11" fmla="*/ 39 h 94"/>
                    <a:gd name="T12" fmla="*/ 12 w 67"/>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67" h="94">
                      <a:moveTo>
                        <a:pt x="12" y="94"/>
                      </a:moveTo>
                      <a:lnTo>
                        <a:pt x="33" y="51"/>
                      </a:lnTo>
                      <a:lnTo>
                        <a:pt x="0" y="51"/>
                      </a:lnTo>
                      <a:lnTo>
                        <a:pt x="48" y="0"/>
                      </a:lnTo>
                      <a:lnTo>
                        <a:pt x="33" y="39"/>
                      </a:lnTo>
                      <a:lnTo>
                        <a:pt x="67" y="39"/>
                      </a:lnTo>
                      <a:lnTo>
                        <a:pt x="12" y="94"/>
                      </a:lnTo>
                      <a:close/>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5" name="Freeform 98">
                  <a:extLst>
                    <a:ext uri="{FF2B5EF4-FFF2-40B4-BE49-F238E27FC236}">
                      <a16:creationId xmlns:a16="http://schemas.microsoft.com/office/drawing/2014/main" xmlns="" id="{17F071CA-044C-6EDF-4AA7-684CE9D43450}"/>
                    </a:ext>
                  </a:extLst>
                </p:cNvPr>
                <p:cNvSpPr>
                  <a:spLocks noEditPoints="1"/>
                </p:cNvSpPr>
                <p:nvPr/>
              </p:nvSpPr>
              <p:spPr bwMode="gray">
                <a:xfrm flipH="1">
                  <a:off x="2096381" y="1722350"/>
                  <a:ext cx="3763" cy="4704"/>
                </a:xfrm>
                <a:custGeom>
                  <a:avLst/>
                  <a:gdLst>
                    <a:gd name="T0" fmla="*/ 124 w 124"/>
                    <a:gd name="T1" fmla="*/ 158 h 158"/>
                    <a:gd name="T2" fmla="*/ 113 w 124"/>
                    <a:gd name="T3" fmla="*/ 158 h 158"/>
                    <a:gd name="T4" fmla="*/ 93 w 124"/>
                    <a:gd name="T5" fmla="*/ 103 h 158"/>
                    <a:gd name="T6" fmla="*/ 31 w 124"/>
                    <a:gd name="T7" fmla="*/ 103 h 158"/>
                    <a:gd name="T8" fmla="*/ 11 w 124"/>
                    <a:gd name="T9" fmla="*/ 158 h 158"/>
                    <a:gd name="T10" fmla="*/ 0 w 124"/>
                    <a:gd name="T11" fmla="*/ 158 h 158"/>
                    <a:gd name="T12" fmla="*/ 57 w 124"/>
                    <a:gd name="T13" fmla="*/ 0 h 158"/>
                    <a:gd name="T14" fmla="*/ 68 w 124"/>
                    <a:gd name="T15" fmla="*/ 0 h 158"/>
                    <a:gd name="T16" fmla="*/ 124 w 124"/>
                    <a:gd name="T17" fmla="*/ 158 h 158"/>
                    <a:gd name="T18" fmla="*/ 62 w 124"/>
                    <a:gd name="T19" fmla="*/ 13 h 158"/>
                    <a:gd name="T20" fmla="*/ 54 w 124"/>
                    <a:gd name="T21" fmla="*/ 40 h 158"/>
                    <a:gd name="T22" fmla="*/ 34 w 124"/>
                    <a:gd name="T23" fmla="*/ 94 h 158"/>
                    <a:gd name="T24" fmla="*/ 90 w 124"/>
                    <a:gd name="T25" fmla="*/ 94 h 158"/>
                    <a:gd name="T26" fmla="*/ 70 w 124"/>
                    <a:gd name="T27" fmla="*/ 41 h 158"/>
                    <a:gd name="T28" fmla="*/ 62 w 124"/>
                    <a:gd name="T29" fmla="*/ 13 h 158"/>
                    <a:gd name="T30" fmla="*/ 62 w 124"/>
                    <a:gd name="T31" fmla="*/ 1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4" h="158">
                      <a:moveTo>
                        <a:pt x="124" y="158"/>
                      </a:moveTo>
                      <a:lnTo>
                        <a:pt x="113" y="158"/>
                      </a:lnTo>
                      <a:lnTo>
                        <a:pt x="93" y="103"/>
                      </a:lnTo>
                      <a:lnTo>
                        <a:pt x="31" y="103"/>
                      </a:lnTo>
                      <a:lnTo>
                        <a:pt x="11" y="158"/>
                      </a:lnTo>
                      <a:lnTo>
                        <a:pt x="0" y="158"/>
                      </a:lnTo>
                      <a:lnTo>
                        <a:pt x="57" y="0"/>
                      </a:lnTo>
                      <a:lnTo>
                        <a:pt x="68" y="0"/>
                      </a:lnTo>
                      <a:lnTo>
                        <a:pt x="124" y="158"/>
                      </a:lnTo>
                      <a:moveTo>
                        <a:pt x="62" y="13"/>
                      </a:moveTo>
                      <a:cubicBezTo>
                        <a:pt x="59" y="22"/>
                        <a:pt x="57" y="30"/>
                        <a:pt x="54" y="40"/>
                      </a:cubicBezTo>
                      <a:lnTo>
                        <a:pt x="34" y="94"/>
                      </a:lnTo>
                      <a:lnTo>
                        <a:pt x="90" y="94"/>
                      </a:lnTo>
                      <a:lnTo>
                        <a:pt x="70" y="41"/>
                      </a:lnTo>
                      <a:cubicBezTo>
                        <a:pt x="67" y="30"/>
                        <a:pt x="65" y="22"/>
                        <a:pt x="62" y="13"/>
                      </a:cubicBezTo>
                      <a:lnTo>
                        <a:pt x="62" y="13"/>
                      </a:ln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6" name="Freeform 99">
                  <a:extLst>
                    <a:ext uri="{FF2B5EF4-FFF2-40B4-BE49-F238E27FC236}">
                      <a16:creationId xmlns:a16="http://schemas.microsoft.com/office/drawing/2014/main" xmlns="" id="{9D0FC2F3-98AA-E49A-081C-EDEA83593E19}"/>
                    </a:ext>
                  </a:extLst>
                </p:cNvPr>
                <p:cNvSpPr>
                  <a:spLocks/>
                </p:cNvSpPr>
                <p:nvPr/>
              </p:nvSpPr>
              <p:spPr bwMode="gray">
                <a:xfrm flipH="1">
                  <a:off x="2093141" y="1723708"/>
                  <a:ext cx="2613" cy="3449"/>
                </a:xfrm>
                <a:custGeom>
                  <a:avLst/>
                  <a:gdLst>
                    <a:gd name="T0" fmla="*/ 39 w 89"/>
                    <a:gd name="T1" fmla="*/ 115 h 115"/>
                    <a:gd name="T2" fmla="*/ 0 w 89"/>
                    <a:gd name="T3" fmla="*/ 65 h 115"/>
                    <a:gd name="T4" fmla="*/ 0 w 89"/>
                    <a:gd name="T5" fmla="*/ 0 h 115"/>
                    <a:gd name="T6" fmla="*/ 12 w 89"/>
                    <a:gd name="T7" fmla="*/ 0 h 115"/>
                    <a:gd name="T8" fmla="*/ 12 w 89"/>
                    <a:gd name="T9" fmla="*/ 63 h 115"/>
                    <a:gd name="T10" fmla="*/ 41 w 89"/>
                    <a:gd name="T11" fmla="*/ 105 h 115"/>
                    <a:gd name="T12" fmla="*/ 74 w 89"/>
                    <a:gd name="T13" fmla="*/ 82 h 115"/>
                    <a:gd name="T14" fmla="*/ 77 w 89"/>
                    <a:gd name="T15" fmla="*/ 70 h 115"/>
                    <a:gd name="T16" fmla="*/ 77 w 89"/>
                    <a:gd name="T17" fmla="*/ 0 h 115"/>
                    <a:gd name="T18" fmla="*/ 88 w 89"/>
                    <a:gd name="T19" fmla="*/ 0 h 115"/>
                    <a:gd name="T20" fmla="*/ 88 w 89"/>
                    <a:gd name="T21" fmla="*/ 85 h 115"/>
                    <a:gd name="T22" fmla="*/ 89 w 89"/>
                    <a:gd name="T23" fmla="*/ 112 h 115"/>
                    <a:gd name="T24" fmla="*/ 78 w 89"/>
                    <a:gd name="T25" fmla="*/ 112 h 115"/>
                    <a:gd name="T26" fmla="*/ 78 w 89"/>
                    <a:gd name="T27" fmla="*/ 92 h 115"/>
                    <a:gd name="T28" fmla="*/ 77 w 89"/>
                    <a:gd name="T29" fmla="*/ 92 h 115"/>
                    <a:gd name="T30" fmla="*/ 39 w 89"/>
                    <a:gd name="T3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9" h="115">
                      <a:moveTo>
                        <a:pt x="39" y="115"/>
                      </a:moveTo>
                      <a:cubicBezTo>
                        <a:pt x="24" y="115"/>
                        <a:pt x="0" y="107"/>
                        <a:pt x="0" y="65"/>
                      </a:cubicBezTo>
                      <a:lnTo>
                        <a:pt x="0" y="0"/>
                      </a:lnTo>
                      <a:lnTo>
                        <a:pt x="12" y="0"/>
                      </a:lnTo>
                      <a:lnTo>
                        <a:pt x="12" y="63"/>
                      </a:lnTo>
                      <a:cubicBezTo>
                        <a:pt x="12" y="87"/>
                        <a:pt x="19" y="105"/>
                        <a:pt x="41" y="105"/>
                      </a:cubicBezTo>
                      <a:cubicBezTo>
                        <a:pt x="58" y="105"/>
                        <a:pt x="70" y="93"/>
                        <a:pt x="74" y="82"/>
                      </a:cubicBezTo>
                      <a:cubicBezTo>
                        <a:pt x="76" y="79"/>
                        <a:pt x="77" y="74"/>
                        <a:pt x="77" y="70"/>
                      </a:cubicBezTo>
                      <a:lnTo>
                        <a:pt x="77" y="0"/>
                      </a:lnTo>
                      <a:lnTo>
                        <a:pt x="88" y="0"/>
                      </a:lnTo>
                      <a:lnTo>
                        <a:pt x="88" y="85"/>
                      </a:lnTo>
                      <a:cubicBezTo>
                        <a:pt x="88" y="95"/>
                        <a:pt x="88" y="103"/>
                        <a:pt x="89" y="112"/>
                      </a:cubicBezTo>
                      <a:lnTo>
                        <a:pt x="78" y="112"/>
                      </a:lnTo>
                      <a:lnTo>
                        <a:pt x="78" y="92"/>
                      </a:lnTo>
                      <a:lnTo>
                        <a:pt x="77" y="92"/>
                      </a:lnTo>
                      <a:cubicBezTo>
                        <a:pt x="71" y="102"/>
                        <a:pt x="59" y="115"/>
                        <a:pt x="39" y="115"/>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7" name="Freeform 100">
                  <a:extLst>
                    <a:ext uri="{FF2B5EF4-FFF2-40B4-BE49-F238E27FC236}">
                      <a16:creationId xmlns:a16="http://schemas.microsoft.com/office/drawing/2014/main" xmlns="" id="{C0FFC1C5-14EC-5553-A986-C608EC548BA9}"/>
                    </a:ext>
                  </a:extLst>
                </p:cNvPr>
                <p:cNvSpPr>
                  <a:spLocks/>
                </p:cNvSpPr>
                <p:nvPr/>
              </p:nvSpPr>
              <p:spPr bwMode="gray">
                <a:xfrm flipH="1">
                  <a:off x="2090528" y="1722977"/>
                  <a:ext cx="1881" cy="4181"/>
                </a:xfrm>
                <a:custGeom>
                  <a:avLst/>
                  <a:gdLst>
                    <a:gd name="T0" fmla="*/ 45 w 62"/>
                    <a:gd name="T1" fmla="*/ 139 h 139"/>
                    <a:gd name="T2" fmla="*/ 26 w 62"/>
                    <a:gd name="T3" fmla="*/ 132 h 139"/>
                    <a:gd name="T4" fmla="*/ 19 w 62"/>
                    <a:gd name="T5" fmla="*/ 105 h 139"/>
                    <a:gd name="T6" fmla="*/ 19 w 62"/>
                    <a:gd name="T7" fmla="*/ 34 h 139"/>
                    <a:gd name="T8" fmla="*/ 0 w 62"/>
                    <a:gd name="T9" fmla="*/ 34 h 139"/>
                    <a:gd name="T10" fmla="*/ 0 w 62"/>
                    <a:gd name="T11" fmla="*/ 25 h 139"/>
                    <a:gd name="T12" fmla="*/ 19 w 62"/>
                    <a:gd name="T13" fmla="*/ 25 h 139"/>
                    <a:gd name="T14" fmla="*/ 19 w 62"/>
                    <a:gd name="T15" fmla="*/ 4 h 139"/>
                    <a:gd name="T16" fmla="*/ 30 w 62"/>
                    <a:gd name="T17" fmla="*/ 0 h 139"/>
                    <a:gd name="T18" fmla="*/ 30 w 62"/>
                    <a:gd name="T19" fmla="*/ 25 h 139"/>
                    <a:gd name="T20" fmla="*/ 62 w 62"/>
                    <a:gd name="T21" fmla="*/ 25 h 139"/>
                    <a:gd name="T22" fmla="*/ 62 w 62"/>
                    <a:gd name="T23" fmla="*/ 34 h 139"/>
                    <a:gd name="T24" fmla="*/ 30 w 62"/>
                    <a:gd name="T25" fmla="*/ 34 h 139"/>
                    <a:gd name="T26" fmla="*/ 30 w 62"/>
                    <a:gd name="T27" fmla="*/ 107 h 139"/>
                    <a:gd name="T28" fmla="*/ 46 w 62"/>
                    <a:gd name="T29" fmla="*/ 130 h 139"/>
                    <a:gd name="T30" fmla="*/ 59 w 62"/>
                    <a:gd name="T31" fmla="*/ 128 h 139"/>
                    <a:gd name="T32" fmla="*/ 61 w 62"/>
                    <a:gd name="T33" fmla="*/ 137 h 139"/>
                    <a:gd name="T34" fmla="*/ 45 w 62"/>
                    <a:gd name="T35"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139">
                      <a:moveTo>
                        <a:pt x="45" y="139"/>
                      </a:moveTo>
                      <a:cubicBezTo>
                        <a:pt x="37" y="139"/>
                        <a:pt x="30" y="137"/>
                        <a:pt x="26" y="132"/>
                      </a:cubicBezTo>
                      <a:cubicBezTo>
                        <a:pt x="21" y="126"/>
                        <a:pt x="19" y="116"/>
                        <a:pt x="19" y="105"/>
                      </a:cubicBezTo>
                      <a:lnTo>
                        <a:pt x="19" y="34"/>
                      </a:lnTo>
                      <a:lnTo>
                        <a:pt x="0" y="34"/>
                      </a:lnTo>
                      <a:lnTo>
                        <a:pt x="0" y="25"/>
                      </a:lnTo>
                      <a:lnTo>
                        <a:pt x="19" y="25"/>
                      </a:lnTo>
                      <a:lnTo>
                        <a:pt x="19" y="4"/>
                      </a:lnTo>
                      <a:lnTo>
                        <a:pt x="30" y="0"/>
                      </a:lnTo>
                      <a:lnTo>
                        <a:pt x="30" y="25"/>
                      </a:lnTo>
                      <a:lnTo>
                        <a:pt x="62" y="25"/>
                      </a:lnTo>
                      <a:lnTo>
                        <a:pt x="62" y="34"/>
                      </a:lnTo>
                      <a:lnTo>
                        <a:pt x="30" y="34"/>
                      </a:lnTo>
                      <a:lnTo>
                        <a:pt x="30" y="107"/>
                      </a:lnTo>
                      <a:cubicBezTo>
                        <a:pt x="30" y="121"/>
                        <a:pt x="34" y="130"/>
                        <a:pt x="46" y="130"/>
                      </a:cubicBezTo>
                      <a:cubicBezTo>
                        <a:pt x="52" y="130"/>
                        <a:pt x="56" y="129"/>
                        <a:pt x="59" y="128"/>
                      </a:cubicBezTo>
                      <a:lnTo>
                        <a:pt x="61" y="137"/>
                      </a:lnTo>
                      <a:cubicBezTo>
                        <a:pt x="57" y="138"/>
                        <a:pt x="52" y="139"/>
                        <a:pt x="45" y="139"/>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8" name="Freeform 101">
                  <a:extLst>
                    <a:ext uri="{FF2B5EF4-FFF2-40B4-BE49-F238E27FC236}">
                      <a16:creationId xmlns:a16="http://schemas.microsoft.com/office/drawing/2014/main" xmlns="" id="{2D6FDE12-4192-EBE1-C89C-B5C34576CA7C}"/>
                    </a:ext>
                  </a:extLst>
                </p:cNvPr>
                <p:cNvSpPr>
                  <a:spLocks noEditPoints="1"/>
                </p:cNvSpPr>
                <p:nvPr/>
              </p:nvSpPr>
              <p:spPr bwMode="gray">
                <a:xfrm flipH="1">
                  <a:off x="2086974" y="1723604"/>
                  <a:ext cx="3136" cy="3554"/>
                </a:xfrm>
                <a:custGeom>
                  <a:avLst/>
                  <a:gdLst>
                    <a:gd name="T0" fmla="*/ 52 w 105"/>
                    <a:gd name="T1" fmla="*/ 118 h 118"/>
                    <a:gd name="T2" fmla="*/ 52 w 105"/>
                    <a:gd name="T3" fmla="*/ 118 h 118"/>
                    <a:gd name="T4" fmla="*/ 0 w 105"/>
                    <a:gd name="T5" fmla="*/ 60 h 118"/>
                    <a:gd name="T6" fmla="*/ 53 w 105"/>
                    <a:gd name="T7" fmla="*/ 0 h 118"/>
                    <a:gd name="T8" fmla="*/ 105 w 105"/>
                    <a:gd name="T9" fmla="*/ 58 h 118"/>
                    <a:gd name="T10" fmla="*/ 52 w 105"/>
                    <a:gd name="T11" fmla="*/ 118 h 118"/>
                    <a:gd name="T12" fmla="*/ 53 w 105"/>
                    <a:gd name="T13" fmla="*/ 10 h 118"/>
                    <a:gd name="T14" fmla="*/ 11 w 105"/>
                    <a:gd name="T15" fmla="*/ 59 h 118"/>
                    <a:gd name="T16" fmla="*/ 52 w 105"/>
                    <a:gd name="T17" fmla="*/ 108 h 118"/>
                    <a:gd name="T18" fmla="*/ 52 w 105"/>
                    <a:gd name="T19" fmla="*/ 108 h 118"/>
                    <a:gd name="T20" fmla="*/ 94 w 105"/>
                    <a:gd name="T21" fmla="*/ 58 h 118"/>
                    <a:gd name="T22" fmla="*/ 53 w 105"/>
                    <a:gd name="T23" fmla="*/ 1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118">
                      <a:moveTo>
                        <a:pt x="52" y="118"/>
                      </a:moveTo>
                      <a:lnTo>
                        <a:pt x="52" y="118"/>
                      </a:lnTo>
                      <a:cubicBezTo>
                        <a:pt x="23" y="118"/>
                        <a:pt x="0" y="95"/>
                        <a:pt x="0" y="60"/>
                      </a:cubicBezTo>
                      <a:cubicBezTo>
                        <a:pt x="0" y="21"/>
                        <a:pt x="25" y="0"/>
                        <a:pt x="53" y="0"/>
                      </a:cubicBezTo>
                      <a:cubicBezTo>
                        <a:pt x="84" y="0"/>
                        <a:pt x="105" y="24"/>
                        <a:pt x="105" y="58"/>
                      </a:cubicBezTo>
                      <a:cubicBezTo>
                        <a:pt x="105" y="100"/>
                        <a:pt x="77" y="118"/>
                        <a:pt x="52" y="118"/>
                      </a:cubicBezTo>
                      <a:moveTo>
                        <a:pt x="53" y="10"/>
                      </a:moveTo>
                      <a:cubicBezTo>
                        <a:pt x="24" y="10"/>
                        <a:pt x="11" y="35"/>
                        <a:pt x="11" y="59"/>
                      </a:cubicBezTo>
                      <a:cubicBezTo>
                        <a:pt x="11" y="87"/>
                        <a:pt x="29" y="108"/>
                        <a:pt x="52" y="108"/>
                      </a:cubicBezTo>
                      <a:lnTo>
                        <a:pt x="52" y="108"/>
                      </a:lnTo>
                      <a:cubicBezTo>
                        <a:pt x="76" y="108"/>
                        <a:pt x="94" y="87"/>
                        <a:pt x="94" y="58"/>
                      </a:cubicBezTo>
                      <a:cubicBezTo>
                        <a:pt x="94" y="38"/>
                        <a:pt x="83" y="10"/>
                        <a:pt x="53" y="1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9" name="Freeform 102">
                  <a:extLst>
                    <a:ext uri="{FF2B5EF4-FFF2-40B4-BE49-F238E27FC236}">
                      <a16:creationId xmlns:a16="http://schemas.microsoft.com/office/drawing/2014/main" xmlns="" id="{A8C63A57-C345-EADD-05A0-8B53E26F5A49}"/>
                    </a:ext>
                  </a:extLst>
                </p:cNvPr>
                <p:cNvSpPr>
                  <a:spLocks/>
                </p:cNvSpPr>
                <p:nvPr/>
              </p:nvSpPr>
              <p:spPr bwMode="gray">
                <a:xfrm flipH="1">
                  <a:off x="1996874" y="1721932"/>
                  <a:ext cx="6690" cy="5853"/>
                </a:xfrm>
                <a:custGeom>
                  <a:avLst/>
                  <a:gdLst>
                    <a:gd name="T0" fmla="*/ 13 w 222"/>
                    <a:gd name="T1" fmla="*/ 0 h 194"/>
                    <a:gd name="T2" fmla="*/ 0 w 222"/>
                    <a:gd name="T3" fmla="*/ 14 h 194"/>
                    <a:gd name="T4" fmla="*/ 0 w 222"/>
                    <a:gd name="T5" fmla="*/ 180 h 194"/>
                    <a:gd name="T6" fmla="*/ 13 w 222"/>
                    <a:gd name="T7" fmla="*/ 194 h 194"/>
                    <a:gd name="T8" fmla="*/ 208 w 222"/>
                    <a:gd name="T9" fmla="*/ 194 h 194"/>
                    <a:gd name="T10" fmla="*/ 222 w 222"/>
                    <a:gd name="T11" fmla="*/ 180 h 194"/>
                    <a:gd name="T12" fmla="*/ 222 w 222"/>
                    <a:gd name="T13" fmla="*/ 14 h 194"/>
                    <a:gd name="T14" fmla="*/ 208 w 222"/>
                    <a:gd name="T15" fmla="*/ 0 h 194"/>
                    <a:gd name="T16" fmla="*/ 13 w 222"/>
                    <a:gd name="T17"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194">
                      <a:moveTo>
                        <a:pt x="13" y="0"/>
                      </a:moveTo>
                      <a:cubicBezTo>
                        <a:pt x="6" y="0"/>
                        <a:pt x="0" y="6"/>
                        <a:pt x="0" y="14"/>
                      </a:cubicBezTo>
                      <a:lnTo>
                        <a:pt x="0" y="180"/>
                      </a:lnTo>
                      <a:cubicBezTo>
                        <a:pt x="0" y="187"/>
                        <a:pt x="6" y="194"/>
                        <a:pt x="13" y="194"/>
                      </a:cubicBezTo>
                      <a:lnTo>
                        <a:pt x="208" y="194"/>
                      </a:lnTo>
                      <a:cubicBezTo>
                        <a:pt x="216" y="194"/>
                        <a:pt x="222" y="187"/>
                        <a:pt x="222" y="180"/>
                      </a:cubicBezTo>
                      <a:lnTo>
                        <a:pt x="222" y="14"/>
                      </a:lnTo>
                      <a:cubicBezTo>
                        <a:pt x="222" y="6"/>
                        <a:pt x="216" y="0"/>
                        <a:pt x="208" y="0"/>
                      </a:cubicBezTo>
                      <a:lnTo>
                        <a:pt x="13" y="0"/>
                      </a:lnTo>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0" name="Freeform 103">
                  <a:extLst>
                    <a:ext uri="{FF2B5EF4-FFF2-40B4-BE49-F238E27FC236}">
                      <a16:creationId xmlns:a16="http://schemas.microsoft.com/office/drawing/2014/main" xmlns="" id="{4EEA8F8F-564A-6CF5-2262-5F3D0E3DD6FD}"/>
                    </a:ext>
                  </a:extLst>
                </p:cNvPr>
                <p:cNvSpPr>
                  <a:spLocks/>
                </p:cNvSpPr>
                <p:nvPr/>
              </p:nvSpPr>
              <p:spPr bwMode="gray">
                <a:xfrm flipH="1">
                  <a:off x="1994156" y="1722036"/>
                  <a:ext cx="2822" cy="5644"/>
                </a:xfrm>
                <a:custGeom>
                  <a:avLst/>
                  <a:gdLst>
                    <a:gd name="T0" fmla="*/ 93 w 93"/>
                    <a:gd name="T1" fmla="*/ 172 h 187"/>
                    <a:gd name="T2" fmla="*/ 77 w 93"/>
                    <a:gd name="T3" fmla="*/ 178 h 187"/>
                    <a:gd name="T4" fmla="*/ 9 w 93"/>
                    <a:gd name="T5" fmla="*/ 110 h 187"/>
                    <a:gd name="T6" fmla="*/ 9 w 93"/>
                    <a:gd name="T7" fmla="*/ 78 h 187"/>
                    <a:gd name="T8" fmla="*/ 77 w 93"/>
                    <a:gd name="T9" fmla="*/ 9 h 187"/>
                    <a:gd name="T10" fmla="*/ 93 w 93"/>
                    <a:gd name="T11" fmla="*/ 16 h 187"/>
                    <a:gd name="T12" fmla="*/ 93 w 93"/>
                    <a:gd name="T13" fmla="*/ 172 h 187"/>
                  </a:gdLst>
                  <a:ahLst/>
                  <a:cxnLst>
                    <a:cxn ang="0">
                      <a:pos x="T0" y="T1"/>
                    </a:cxn>
                    <a:cxn ang="0">
                      <a:pos x="T2" y="T3"/>
                    </a:cxn>
                    <a:cxn ang="0">
                      <a:pos x="T4" y="T5"/>
                    </a:cxn>
                    <a:cxn ang="0">
                      <a:pos x="T6" y="T7"/>
                    </a:cxn>
                    <a:cxn ang="0">
                      <a:pos x="T8" y="T9"/>
                    </a:cxn>
                    <a:cxn ang="0">
                      <a:pos x="T10" y="T11"/>
                    </a:cxn>
                    <a:cxn ang="0">
                      <a:pos x="T12" y="T13"/>
                    </a:cxn>
                  </a:cxnLst>
                  <a:rect l="0" t="0" r="r" b="b"/>
                  <a:pathLst>
                    <a:path w="93" h="187">
                      <a:moveTo>
                        <a:pt x="93" y="172"/>
                      </a:moveTo>
                      <a:cubicBezTo>
                        <a:pt x="93" y="184"/>
                        <a:pt x="86" y="187"/>
                        <a:pt x="77" y="178"/>
                      </a:cubicBezTo>
                      <a:lnTo>
                        <a:pt x="9" y="110"/>
                      </a:lnTo>
                      <a:cubicBezTo>
                        <a:pt x="0" y="101"/>
                        <a:pt x="0" y="87"/>
                        <a:pt x="9" y="78"/>
                      </a:cubicBezTo>
                      <a:lnTo>
                        <a:pt x="77" y="9"/>
                      </a:lnTo>
                      <a:cubicBezTo>
                        <a:pt x="86" y="0"/>
                        <a:pt x="93" y="3"/>
                        <a:pt x="93" y="16"/>
                      </a:cubicBezTo>
                      <a:lnTo>
                        <a:pt x="93" y="172"/>
                      </a:lnTo>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1" name="Freeform 104">
                  <a:extLst>
                    <a:ext uri="{FF2B5EF4-FFF2-40B4-BE49-F238E27FC236}">
                      <a16:creationId xmlns:a16="http://schemas.microsoft.com/office/drawing/2014/main" xmlns="" id="{B0B54B8C-46FA-AD6B-CB26-56B7F7C2641C}"/>
                    </a:ext>
                  </a:extLst>
                </p:cNvPr>
                <p:cNvSpPr>
                  <a:spLocks noEditPoints="1"/>
                </p:cNvSpPr>
                <p:nvPr/>
              </p:nvSpPr>
              <p:spPr bwMode="gray">
                <a:xfrm flipH="1">
                  <a:off x="2057498" y="1722454"/>
                  <a:ext cx="4286" cy="4913"/>
                </a:xfrm>
                <a:custGeom>
                  <a:avLst/>
                  <a:gdLst>
                    <a:gd name="T0" fmla="*/ 70 w 140"/>
                    <a:gd name="T1" fmla="*/ 163 h 163"/>
                    <a:gd name="T2" fmla="*/ 69 w 140"/>
                    <a:gd name="T3" fmla="*/ 163 h 163"/>
                    <a:gd name="T4" fmla="*/ 0 w 140"/>
                    <a:gd name="T5" fmla="*/ 83 h 163"/>
                    <a:gd name="T6" fmla="*/ 71 w 140"/>
                    <a:gd name="T7" fmla="*/ 0 h 163"/>
                    <a:gd name="T8" fmla="*/ 140 w 140"/>
                    <a:gd name="T9" fmla="*/ 80 h 163"/>
                    <a:gd name="T10" fmla="*/ 70 w 140"/>
                    <a:gd name="T11" fmla="*/ 163 h 163"/>
                    <a:gd name="T12" fmla="*/ 70 w 140"/>
                    <a:gd name="T13" fmla="*/ 9 h 163"/>
                    <a:gd name="T14" fmla="*/ 12 w 140"/>
                    <a:gd name="T15" fmla="*/ 82 h 163"/>
                    <a:gd name="T16" fmla="*/ 70 w 140"/>
                    <a:gd name="T17" fmla="*/ 153 h 163"/>
                    <a:gd name="T18" fmla="*/ 70 w 140"/>
                    <a:gd name="T19" fmla="*/ 153 h 163"/>
                    <a:gd name="T20" fmla="*/ 128 w 140"/>
                    <a:gd name="T21" fmla="*/ 80 h 163"/>
                    <a:gd name="T22" fmla="*/ 70 w 140"/>
                    <a:gd name="T23" fmla="*/ 9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163">
                      <a:moveTo>
                        <a:pt x="70" y="163"/>
                      </a:moveTo>
                      <a:lnTo>
                        <a:pt x="69" y="163"/>
                      </a:lnTo>
                      <a:cubicBezTo>
                        <a:pt x="30" y="163"/>
                        <a:pt x="0" y="132"/>
                        <a:pt x="0" y="83"/>
                      </a:cubicBezTo>
                      <a:cubicBezTo>
                        <a:pt x="0" y="31"/>
                        <a:pt x="32" y="0"/>
                        <a:pt x="71" y="0"/>
                      </a:cubicBezTo>
                      <a:cubicBezTo>
                        <a:pt x="111" y="0"/>
                        <a:pt x="140" y="31"/>
                        <a:pt x="140" y="80"/>
                      </a:cubicBezTo>
                      <a:cubicBezTo>
                        <a:pt x="140" y="135"/>
                        <a:pt x="106" y="163"/>
                        <a:pt x="70" y="163"/>
                      </a:cubicBezTo>
                      <a:moveTo>
                        <a:pt x="70" y="9"/>
                      </a:moveTo>
                      <a:cubicBezTo>
                        <a:pt x="30" y="9"/>
                        <a:pt x="12" y="46"/>
                        <a:pt x="12" y="82"/>
                      </a:cubicBezTo>
                      <a:cubicBezTo>
                        <a:pt x="12" y="118"/>
                        <a:pt x="33" y="153"/>
                        <a:pt x="70" y="153"/>
                      </a:cubicBezTo>
                      <a:lnTo>
                        <a:pt x="70" y="153"/>
                      </a:lnTo>
                      <a:cubicBezTo>
                        <a:pt x="107" y="153"/>
                        <a:pt x="128" y="119"/>
                        <a:pt x="128" y="80"/>
                      </a:cubicBezTo>
                      <a:cubicBezTo>
                        <a:pt x="128" y="47"/>
                        <a:pt x="110" y="9"/>
                        <a:pt x="70" y="9"/>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2" name="Freeform 105">
                  <a:extLst>
                    <a:ext uri="{FF2B5EF4-FFF2-40B4-BE49-F238E27FC236}">
                      <a16:creationId xmlns:a16="http://schemas.microsoft.com/office/drawing/2014/main" xmlns="" id="{F5D859C5-5E22-ED6F-EB8C-A10C80682A0E}"/>
                    </a:ext>
                  </a:extLst>
                </p:cNvPr>
                <p:cNvSpPr>
                  <a:spLocks noEditPoints="1"/>
                </p:cNvSpPr>
                <p:nvPr/>
              </p:nvSpPr>
              <p:spPr bwMode="gray">
                <a:xfrm flipH="1">
                  <a:off x="2053631" y="1723813"/>
                  <a:ext cx="3136" cy="4808"/>
                </a:xfrm>
                <a:custGeom>
                  <a:avLst/>
                  <a:gdLst>
                    <a:gd name="T0" fmla="*/ 13 w 102"/>
                    <a:gd name="T1" fmla="*/ 161 h 161"/>
                    <a:gd name="T2" fmla="*/ 1 w 102"/>
                    <a:gd name="T3" fmla="*/ 161 h 161"/>
                    <a:gd name="T4" fmla="*/ 1 w 102"/>
                    <a:gd name="T5" fmla="*/ 39 h 161"/>
                    <a:gd name="T6" fmla="*/ 0 w 102"/>
                    <a:gd name="T7" fmla="*/ 3 h 161"/>
                    <a:gd name="T8" fmla="*/ 11 w 102"/>
                    <a:gd name="T9" fmla="*/ 3 h 161"/>
                    <a:gd name="T10" fmla="*/ 12 w 102"/>
                    <a:gd name="T11" fmla="*/ 24 h 161"/>
                    <a:gd name="T12" fmla="*/ 12 w 102"/>
                    <a:gd name="T13" fmla="*/ 24 h 161"/>
                    <a:gd name="T14" fmla="*/ 54 w 102"/>
                    <a:gd name="T15" fmla="*/ 0 h 161"/>
                    <a:gd name="T16" fmla="*/ 102 w 102"/>
                    <a:gd name="T17" fmla="*/ 57 h 161"/>
                    <a:gd name="T18" fmla="*/ 51 w 102"/>
                    <a:gd name="T19" fmla="*/ 118 h 161"/>
                    <a:gd name="T20" fmla="*/ 13 w 102"/>
                    <a:gd name="T21" fmla="*/ 97 h 161"/>
                    <a:gd name="T22" fmla="*/ 13 w 102"/>
                    <a:gd name="T23" fmla="*/ 97 h 161"/>
                    <a:gd name="T24" fmla="*/ 13 w 102"/>
                    <a:gd name="T25" fmla="*/ 161 h 161"/>
                    <a:gd name="T26" fmla="*/ 51 w 102"/>
                    <a:gd name="T27" fmla="*/ 10 h 161"/>
                    <a:gd name="T28" fmla="*/ 14 w 102"/>
                    <a:gd name="T29" fmla="*/ 39 h 161"/>
                    <a:gd name="T30" fmla="*/ 13 w 102"/>
                    <a:gd name="T31" fmla="*/ 49 h 161"/>
                    <a:gd name="T32" fmla="*/ 13 w 102"/>
                    <a:gd name="T33" fmla="*/ 71 h 161"/>
                    <a:gd name="T34" fmla="*/ 14 w 102"/>
                    <a:gd name="T35" fmla="*/ 80 h 161"/>
                    <a:gd name="T36" fmla="*/ 50 w 102"/>
                    <a:gd name="T37" fmla="*/ 108 h 161"/>
                    <a:gd name="T38" fmla="*/ 91 w 102"/>
                    <a:gd name="T39" fmla="*/ 58 h 161"/>
                    <a:gd name="T40" fmla="*/ 51 w 102"/>
                    <a:gd name="T41" fmla="*/ 1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61">
                      <a:moveTo>
                        <a:pt x="13" y="161"/>
                      </a:moveTo>
                      <a:lnTo>
                        <a:pt x="1" y="161"/>
                      </a:lnTo>
                      <a:lnTo>
                        <a:pt x="1" y="39"/>
                      </a:lnTo>
                      <a:cubicBezTo>
                        <a:pt x="1" y="25"/>
                        <a:pt x="1" y="14"/>
                        <a:pt x="0" y="3"/>
                      </a:cubicBezTo>
                      <a:lnTo>
                        <a:pt x="11" y="3"/>
                      </a:lnTo>
                      <a:lnTo>
                        <a:pt x="12" y="24"/>
                      </a:lnTo>
                      <a:lnTo>
                        <a:pt x="12" y="24"/>
                      </a:lnTo>
                      <a:cubicBezTo>
                        <a:pt x="21" y="9"/>
                        <a:pt x="34" y="0"/>
                        <a:pt x="54" y="0"/>
                      </a:cubicBezTo>
                      <a:cubicBezTo>
                        <a:pt x="83" y="0"/>
                        <a:pt x="102" y="24"/>
                        <a:pt x="102" y="57"/>
                      </a:cubicBezTo>
                      <a:cubicBezTo>
                        <a:pt x="102" y="97"/>
                        <a:pt x="78" y="118"/>
                        <a:pt x="51" y="118"/>
                      </a:cubicBezTo>
                      <a:cubicBezTo>
                        <a:pt x="35" y="118"/>
                        <a:pt x="21" y="110"/>
                        <a:pt x="13" y="97"/>
                      </a:cubicBezTo>
                      <a:lnTo>
                        <a:pt x="13" y="97"/>
                      </a:lnTo>
                      <a:lnTo>
                        <a:pt x="13" y="161"/>
                      </a:lnTo>
                      <a:moveTo>
                        <a:pt x="51" y="10"/>
                      </a:moveTo>
                      <a:cubicBezTo>
                        <a:pt x="35" y="10"/>
                        <a:pt x="19" y="21"/>
                        <a:pt x="14" y="39"/>
                      </a:cubicBezTo>
                      <a:cubicBezTo>
                        <a:pt x="14" y="42"/>
                        <a:pt x="13" y="46"/>
                        <a:pt x="13" y="49"/>
                      </a:cubicBezTo>
                      <a:lnTo>
                        <a:pt x="13" y="71"/>
                      </a:lnTo>
                      <a:cubicBezTo>
                        <a:pt x="13" y="74"/>
                        <a:pt x="13" y="77"/>
                        <a:pt x="14" y="80"/>
                      </a:cubicBezTo>
                      <a:cubicBezTo>
                        <a:pt x="18" y="97"/>
                        <a:pt x="33" y="108"/>
                        <a:pt x="50" y="108"/>
                      </a:cubicBezTo>
                      <a:cubicBezTo>
                        <a:pt x="76" y="108"/>
                        <a:pt x="91" y="88"/>
                        <a:pt x="91" y="58"/>
                      </a:cubicBezTo>
                      <a:cubicBezTo>
                        <a:pt x="91" y="32"/>
                        <a:pt x="77" y="10"/>
                        <a:pt x="51" y="1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3" name="Freeform 106">
                  <a:extLst>
                    <a:ext uri="{FF2B5EF4-FFF2-40B4-BE49-F238E27FC236}">
                      <a16:creationId xmlns:a16="http://schemas.microsoft.com/office/drawing/2014/main" xmlns="" id="{844E9971-024F-3628-F07B-C6ADAA4CBD96}"/>
                    </a:ext>
                  </a:extLst>
                </p:cNvPr>
                <p:cNvSpPr>
                  <a:spLocks/>
                </p:cNvSpPr>
                <p:nvPr/>
              </p:nvSpPr>
              <p:spPr bwMode="gray">
                <a:xfrm flipH="1">
                  <a:off x="2051331" y="1723081"/>
                  <a:ext cx="1881" cy="4286"/>
                </a:xfrm>
                <a:custGeom>
                  <a:avLst/>
                  <a:gdLst>
                    <a:gd name="T0" fmla="*/ 45 w 62"/>
                    <a:gd name="T1" fmla="*/ 140 h 140"/>
                    <a:gd name="T2" fmla="*/ 26 w 62"/>
                    <a:gd name="T3" fmla="*/ 132 h 140"/>
                    <a:gd name="T4" fmla="*/ 19 w 62"/>
                    <a:gd name="T5" fmla="*/ 105 h 140"/>
                    <a:gd name="T6" fmla="*/ 19 w 62"/>
                    <a:gd name="T7" fmla="*/ 34 h 140"/>
                    <a:gd name="T8" fmla="*/ 0 w 62"/>
                    <a:gd name="T9" fmla="*/ 34 h 140"/>
                    <a:gd name="T10" fmla="*/ 0 w 62"/>
                    <a:gd name="T11" fmla="*/ 25 h 140"/>
                    <a:gd name="T12" fmla="*/ 19 w 62"/>
                    <a:gd name="T13" fmla="*/ 25 h 140"/>
                    <a:gd name="T14" fmla="*/ 19 w 62"/>
                    <a:gd name="T15" fmla="*/ 4 h 140"/>
                    <a:gd name="T16" fmla="*/ 30 w 62"/>
                    <a:gd name="T17" fmla="*/ 0 h 140"/>
                    <a:gd name="T18" fmla="*/ 30 w 62"/>
                    <a:gd name="T19" fmla="*/ 25 h 140"/>
                    <a:gd name="T20" fmla="*/ 62 w 62"/>
                    <a:gd name="T21" fmla="*/ 25 h 140"/>
                    <a:gd name="T22" fmla="*/ 62 w 62"/>
                    <a:gd name="T23" fmla="*/ 34 h 140"/>
                    <a:gd name="T24" fmla="*/ 30 w 62"/>
                    <a:gd name="T25" fmla="*/ 34 h 140"/>
                    <a:gd name="T26" fmla="*/ 30 w 62"/>
                    <a:gd name="T27" fmla="*/ 107 h 140"/>
                    <a:gd name="T28" fmla="*/ 47 w 62"/>
                    <a:gd name="T29" fmla="*/ 130 h 140"/>
                    <a:gd name="T30" fmla="*/ 59 w 62"/>
                    <a:gd name="T31" fmla="*/ 129 h 140"/>
                    <a:gd name="T32" fmla="*/ 61 w 62"/>
                    <a:gd name="T33" fmla="*/ 137 h 140"/>
                    <a:gd name="T34" fmla="*/ 45 w 62"/>
                    <a:gd name="T35"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140">
                      <a:moveTo>
                        <a:pt x="45" y="140"/>
                      </a:moveTo>
                      <a:cubicBezTo>
                        <a:pt x="37" y="140"/>
                        <a:pt x="30" y="137"/>
                        <a:pt x="26" y="132"/>
                      </a:cubicBezTo>
                      <a:cubicBezTo>
                        <a:pt x="21" y="126"/>
                        <a:pt x="19" y="116"/>
                        <a:pt x="19" y="105"/>
                      </a:cubicBezTo>
                      <a:lnTo>
                        <a:pt x="19" y="34"/>
                      </a:lnTo>
                      <a:lnTo>
                        <a:pt x="0" y="34"/>
                      </a:lnTo>
                      <a:lnTo>
                        <a:pt x="0" y="25"/>
                      </a:lnTo>
                      <a:lnTo>
                        <a:pt x="19" y="25"/>
                      </a:lnTo>
                      <a:lnTo>
                        <a:pt x="19" y="4"/>
                      </a:lnTo>
                      <a:lnTo>
                        <a:pt x="30" y="0"/>
                      </a:lnTo>
                      <a:lnTo>
                        <a:pt x="30" y="25"/>
                      </a:lnTo>
                      <a:lnTo>
                        <a:pt x="62" y="25"/>
                      </a:lnTo>
                      <a:lnTo>
                        <a:pt x="62" y="34"/>
                      </a:lnTo>
                      <a:lnTo>
                        <a:pt x="30" y="34"/>
                      </a:lnTo>
                      <a:lnTo>
                        <a:pt x="30" y="107"/>
                      </a:lnTo>
                      <a:cubicBezTo>
                        <a:pt x="30" y="121"/>
                        <a:pt x="35" y="130"/>
                        <a:pt x="47" y="130"/>
                      </a:cubicBezTo>
                      <a:cubicBezTo>
                        <a:pt x="52" y="130"/>
                        <a:pt x="57" y="129"/>
                        <a:pt x="59" y="129"/>
                      </a:cubicBezTo>
                      <a:lnTo>
                        <a:pt x="61" y="137"/>
                      </a:lnTo>
                      <a:cubicBezTo>
                        <a:pt x="57" y="138"/>
                        <a:pt x="52" y="140"/>
                        <a:pt x="45" y="14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4" name="Freeform 107">
                  <a:extLst>
                    <a:ext uri="{FF2B5EF4-FFF2-40B4-BE49-F238E27FC236}">
                      <a16:creationId xmlns:a16="http://schemas.microsoft.com/office/drawing/2014/main" xmlns="" id="{80303D1C-6B70-CAEF-BA13-5DB5523972FA}"/>
                    </a:ext>
                  </a:extLst>
                </p:cNvPr>
                <p:cNvSpPr>
                  <a:spLocks noEditPoints="1"/>
                </p:cNvSpPr>
                <p:nvPr/>
              </p:nvSpPr>
              <p:spPr bwMode="gray">
                <a:xfrm flipH="1">
                  <a:off x="2050181" y="1722559"/>
                  <a:ext cx="523" cy="4704"/>
                </a:xfrm>
                <a:custGeom>
                  <a:avLst/>
                  <a:gdLst>
                    <a:gd name="T0" fmla="*/ 14 w 18"/>
                    <a:gd name="T1" fmla="*/ 154 h 154"/>
                    <a:gd name="T2" fmla="*/ 3 w 18"/>
                    <a:gd name="T3" fmla="*/ 154 h 154"/>
                    <a:gd name="T4" fmla="*/ 3 w 18"/>
                    <a:gd name="T5" fmla="*/ 42 h 154"/>
                    <a:gd name="T6" fmla="*/ 14 w 18"/>
                    <a:gd name="T7" fmla="*/ 42 h 154"/>
                    <a:gd name="T8" fmla="*/ 14 w 18"/>
                    <a:gd name="T9" fmla="*/ 154 h 154"/>
                    <a:gd name="T10" fmla="*/ 8 w 18"/>
                    <a:gd name="T11" fmla="*/ 19 h 154"/>
                    <a:gd name="T12" fmla="*/ 8 w 18"/>
                    <a:gd name="T13" fmla="*/ 19 h 154"/>
                    <a:gd name="T14" fmla="*/ 0 w 18"/>
                    <a:gd name="T15" fmla="*/ 10 h 154"/>
                    <a:gd name="T16" fmla="*/ 9 w 18"/>
                    <a:gd name="T17" fmla="*/ 0 h 154"/>
                    <a:gd name="T18" fmla="*/ 18 w 18"/>
                    <a:gd name="T19" fmla="*/ 10 h 154"/>
                    <a:gd name="T20" fmla="*/ 8 w 18"/>
                    <a:gd name="T21" fmla="*/ 19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54">
                      <a:moveTo>
                        <a:pt x="14" y="154"/>
                      </a:moveTo>
                      <a:lnTo>
                        <a:pt x="3" y="154"/>
                      </a:lnTo>
                      <a:lnTo>
                        <a:pt x="3" y="42"/>
                      </a:lnTo>
                      <a:lnTo>
                        <a:pt x="14" y="42"/>
                      </a:lnTo>
                      <a:lnTo>
                        <a:pt x="14" y="154"/>
                      </a:lnTo>
                      <a:moveTo>
                        <a:pt x="8" y="19"/>
                      </a:moveTo>
                      <a:lnTo>
                        <a:pt x="8" y="19"/>
                      </a:lnTo>
                      <a:cubicBezTo>
                        <a:pt x="3" y="19"/>
                        <a:pt x="0" y="15"/>
                        <a:pt x="0" y="10"/>
                      </a:cubicBezTo>
                      <a:cubicBezTo>
                        <a:pt x="0" y="5"/>
                        <a:pt x="4" y="0"/>
                        <a:pt x="9" y="0"/>
                      </a:cubicBezTo>
                      <a:cubicBezTo>
                        <a:pt x="14" y="0"/>
                        <a:pt x="18" y="4"/>
                        <a:pt x="18" y="10"/>
                      </a:cubicBezTo>
                      <a:cubicBezTo>
                        <a:pt x="18" y="15"/>
                        <a:pt x="14" y="19"/>
                        <a:pt x="8" y="19"/>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5" name="Freeform 108">
                  <a:extLst>
                    <a:ext uri="{FF2B5EF4-FFF2-40B4-BE49-F238E27FC236}">
                      <a16:creationId xmlns:a16="http://schemas.microsoft.com/office/drawing/2014/main" xmlns="" id="{D85E0996-CC1F-36FE-CDCB-56EF0DC65CA6}"/>
                    </a:ext>
                  </a:extLst>
                </p:cNvPr>
                <p:cNvSpPr>
                  <a:spLocks noEditPoints="1"/>
                </p:cNvSpPr>
                <p:nvPr/>
              </p:nvSpPr>
              <p:spPr bwMode="gray">
                <a:xfrm flipH="1">
                  <a:off x="2046210" y="1723813"/>
                  <a:ext cx="3240" cy="3554"/>
                </a:xfrm>
                <a:custGeom>
                  <a:avLst/>
                  <a:gdLst>
                    <a:gd name="T0" fmla="*/ 51 w 105"/>
                    <a:gd name="T1" fmla="*/ 118 h 118"/>
                    <a:gd name="T2" fmla="*/ 51 w 105"/>
                    <a:gd name="T3" fmla="*/ 118 h 118"/>
                    <a:gd name="T4" fmla="*/ 0 w 105"/>
                    <a:gd name="T5" fmla="*/ 60 h 118"/>
                    <a:gd name="T6" fmla="*/ 53 w 105"/>
                    <a:gd name="T7" fmla="*/ 0 h 118"/>
                    <a:gd name="T8" fmla="*/ 105 w 105"/>
                    <a:gd name="T9" fmla="*/ 58 h 118"/>
                    <a:gd name="T10" fmla="*/ 51 w 105"/>
                    <a:gd name="T11" fmla="*/ 118 h 118"/>
                    <a:gd name="T12" fmla="*/ 53 w 105"/>
                    <a:gd name="T13" fmla="*/ 10 h 118"/>
                    <a:gd name="T14" fmla="*/ 11 w 105"/>
                    <a:gd name="T15" fmla="*/ 59 h 118"/>
                    <a:gd name="T16" fmla="*/ 52 w 105"/>
                    <a:gd name="T17" fmla="*/ 108 h 118"/>
                    <a:gd name="T18" fmla="*/ 52 w 105"/>
                    <a:gd name="T19" fmla="*/ 108 h 118"/>
                    <a:gd name="T20" fmla="*/ 94 w 105"/>
                    <a:gd name="T21" fmla="*/ 59 h 118"/>
                    <a:gd name="T22" fmla="*/ 53 w 105"/>
                    <a:gd name="T23" fmla="*/ 1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118">
                      <a:moveTo>
                        <a:pt x="51" y="118"/>
                      </a:moveTo>
                      <a:lnTo>
                        <a:pt x="51" y="118"/>
                      </a:lnTo>
                      <a:cubicBezTo>
                        <a:pt x="22" y="118"/>
                        <a:pt x="0" y="95"/>
                        <a:pt x="0" y="60"/>
                      </a:cubicBezTo>
                      <a:cubicBezTo>
                        <a:pt x="0" y="22"/>
                        <a:pt x="25" y="0"/>
                        <a:pt x="53" y="0"/>
                      </a:cubicBezTo>
                      <a:cubicBezTo>
                        <a:pt x="84" y="0"/>
                        <a:pt x="105" y="24"/>
                        <a:pt x="105" y="58"/>
                      </a:cubicBezTo>
                      <a:cubicBezTo>
                        <a:pt x="105" y="100"/>
                        <a:pt x="76" y="118"/>
                        <a:pt x="51" y="118"/>
                      </a:cubicBezTo>
                      <a:moveTo>
                        <a:pt x="53" y="10"/>
                      </a:moveTo>
                      <a:cubicBezTo>
                        <a:pt x="24" y="10"/>
                        <a:pt x="11" y="35"/>
                        <a:pt x="11" y="59"/>
                      </a:cubicBezTo>
                      <a:cubicBezTo>
                        <a:pt x="11" y="87"/>
                        <a:pt x="29" y="108"/>
                        <a:pt x="52" y="108"/>
                      </a:cubicBezTo>
                      <a:lnTo>
                        <a:pt x="52" y="108"/>
                      </a:lnTo>
                      <a:cubicBezTo>
                        <a:pt x="75" y="108"/>
                        <a:pt x="94" y="87"/>
                        <a:pt x="94" y="59"/>
                      </a:cubicBezTo>
                      <a:cubicBezTo>
                        <a:pt x="94" y="38"/>
                        <a:pt x="82" y="10"/>
                        <a:pt x="53" y="1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6" name="Freeform 109">
                  <a:extLst>
                    <a:ext uri="{FF2B5EF4-FFF2-40B4-BE49-F238E27FC236}">
                      <a16:creationId xmlns:a16="http://schemas.microsoft.com/office/drawing/2014/main" xmlns="" id="{209279CD-90CE-A513-815A-9DE5FDDDFADB}"/>
                    </a:ext>
                  </a:extLst>
                </p:cNvPr>
                <p:cNvSpPr>
                  <a:spLocks/>
                </p:cNvSpPr>
                <p:nvPr/>
              </p:nvSpPr>
              <p:spPr bwMode="gray">
                <a:xfrm flipH="1">
                  <a:off x="2042760" y="1723813"/>
                  <a:ext cx="2613" cy="3449"/>
                </a:xfrm>
                <a:custGeom>
                  <a:avLst/>
                  <a:gdLst>
                    <a:gd name="T0" fmla="*/ 89 w 89"/>
                    <a:gd name="T1" fmla="*/ 115 h 115"/>
                    <a:gd name="T2" fmla="*/ 78 w 89"/>
                    <a:gd name="T3" fmla="*/ 115 h 115"/>
                    <a:gd name="T4" fmla="*/ 78 w 89"/>
                    <a:gd name="T5" fmla="*/ 49 h 115"/>
                    <a:gd name="T6" fmla="*/ 47 w 89"/>
                    <a:gd name="T7" fmla="*/ 10 h 115"/>
                    <a:gd name="T8" fmla="*/ 13 w 89"/>
                    <a:gd name="T9" fmla="*/ 36 h 115"/>
                    <a:gd name="T10" fmla="*/ 12 w 89"/>
                    <a:gd name="T11" fmla="*/ 45 h 115"/>
                    <a:gd name="T12" fmla="*/ 12 w 89"/>
                    <a:gd name="T13" fmla="*/ 115 h 115"/>
                    <a:gd name="T14" fmla="*/ 1 w 89"/>
                    <a:gd name="T15" fmla="*/ 115 h 115"/>
                    <a:gd name="T16" fmla="*/ 1 w 89"/>
                    <a:gd name="T17" fmla="*/ 30 h 115"/>
                    <a:gd name="T18" fmla="*/ 0 w 89"/>
                    <a:gd name="T19" fmla="*/ 3 h 115"/>
                    <a:gd name="T20" fmla="*/ 10 w 89"/>
                    <a:gd name="T21" fmla="*/ 3 h 115"/>
                    <a:gd name="T22" fmla="*/ 11 w 89"/>
                    <a:gd name="T23" fmla="*/ 23 h 115"/>
                    <a:gd name="T24" fmla="*/ 11 w 89"/>
                    <a:gd name="T25" fmla="*/ 23 h 115"/>
                    <a:gd name="T26" fmla="*/ 50 w 89"/>
                    <a:gd name="T27" fmla="*/ 0 h 115"/>
                    <a:gd name="T28" fmla="*/ 89 w 89"/>
                    <a:gd name="T29" fmla="*/ 48 h 115"/>
                    <a:gd name="T30" fmla="*/ 89 w 89"/>
                    <a:gd name="T3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9" h="115">
                      <a:moveTo>
                        <a:pt x="89" y="115"/>
                      </a:moveTo>
                      <a:lnTo>
                        <a:pt x="78" y="115"/>
                      </a:lnTo>
                      <a:lnTo>
                        <a:pt x="78" y="49"/>
                      </a:lnTo>
                      <a:cubicBezTo>
                        <a:pt x="78" y="28"/>
                        <a:pt x="70" y="10"/>
                        <a:pt x="47" y="10"/>
                      </a:cubicBezTo>
                      <a:cubicBezTo>
                        <a:pt x="31" y="10"/>
                        <a:pt x="18" y="21"/>
                        <a:pt x="13" y="36"/>
                      </a:cubicBezTo>
                      <a:cubicBezTo>
                        <a:pt x="12" y="38"/>
                        <a:pt x="12" y="42"/>
                        <a:pt x="12" y="45"/>
                      </a:cubicBezTo>
                      <a:lnTo>
                        <a:pt x="12" y="115"/>
                      </a:lnTo>
                      <a:lnTo>
                        <a:pt x="1" y="115"/>
                      </a:lnTo>
                      <a:lnTo>
                        <a:pt x="1" y="30"/>
                      </a:lnTo>
                      <a:cubicBezTo>
                        <a:pt x="1" y="19"/>
                        <a:pt x="0" y="12"/>
                        <a:pt x="0" y="3"/>
                      </a:cubicBezTo>
                      <a:lnTo>
                        <a:pt x="10" y="3"/>
                      </a:lnTo>
                      <a:lnTo>
                        <a:pt x="11" y="23"/>
                      </a:lnTo>
                      <a:lnTo>
                        <a:pt x="11" y="23"/>
                      </a:lnTo>
                      <a:cubicBezTo>
                        <a:pt x="17" y="10"/>
                        <a:pt x="32" y="0"/>
                        <a:pt x="50" y="0"/>
                      </a:cubicBezTo>
                      <a:cubicBezTo>
                        <a:pt x="61" y="0"/>
                        <a:pt x="89" y="6"/>
                        <a:pt x="89" y="48"/>
                      </a:cubicBezTo>
                      <a:lnTo>
                        <a:pt x="89" y="115"/>
                      </a:ln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7" name="Freeform 110">
                  <a:extLst>
                    <a:ext uri="{FF2B5EF4-FFF2-40B4-BE49-F238E27FC236}">
                      <a16:creationId xmlns:a16="http://schemas.microsoft.com/office/drawing/2014/main" xmlns="" id="{6A315471-8F26-283E-C4F3-ABD81863FCA0}"/>
                    </a:ext>
                  </a:extLst>
                </p:cNvPr>
                <p:cNvSpPr>
                  <a:spLocks/>
                </p:cNvSpPr>
                <p:nvPr/>
              </p:nvSpPr>
              <p:spPr bwMode="gray">
                <a:xfrm flipH="1">
                  <a:off x="2039834" y="1723813"/>
                  <a:ext cx="2090" cy="3554"/>
                </a:xfrm>
                <a:custGeom>
                  <a:avLst/>
                  <a:gdLst>
                    <a:gd name="T0" fmla="*/ 29 w 67"/>
                    <a:gd name="T1" fmla="*/ 118 h 118"/>
                    <a:gd name="T2" fmla="*/ 0 w 67"/>
                    <a:gd name="T3" fmla="*/ 110 h 118"/>
                    <a:gd name="T4" fmla="*/ 4 w 67"/>
                    <a:gd name="T5" fmla="*/ 100 h 118"/>
                    <a:gd name="T6" fmla="*/ 30 w 67"/>
                    <a:gd name="T7" fmla="*/ 108 h 118"/>
                    <a:gd name="T8" fmla="*/ 56 w 67"/>
                    <a:gd name="T9" fmla="*/ 87 h 118"/>
                    <a:gd name="T10" fmla="*/ 32 w 67"/>
                    <a:gd name="T11" fmla="*/ 61 h 118"/>
                    <a:gd name="T12" fmla="*/ 4 w 67"/>
                    <a:gd name="T13" fmla="*/ 31 h 118"/>
                    <a:gd name="T14" fmla="*/ 38 w 67"/>
                    <a:gd name="T15" fmla="*/ 0 h 118"/>
                    <a:gd name="T16" fmla="*/ 63 w 67"/>
                    <a:gd name="T17" fmla="*/ 7 h 118"/>
                    <a:gd name="T18" fmla="*/ 59 w 67"/>
                    <a:gd name="T19" fmla="*/ 16 h 118"/>
                    <a:gd name="T20" fmla="*/ 36 w 67"/>
                    <a:gd name="T21" fmla="*/ 10 h 118"/>
                    <a:gd name="T22" fmla="*/ 15 w 67"/>
                    <a:gd name="T23" fmla="*/ 29 h 118"/>
                    <a:gd name="T24" fmla="*/ 38 w 67"/>
                    <a:gd name="T25" fmla="*/ 52 h 118"/>
                    <a:gd name="T26" fmla="*/ 67 w 67"/>
                    <a:gd name="T27" fmla="*/ 85 h 118"/>
                    <a:gd name="T28" fmla="*/ 29 w 67"/>
                    <a:gd name="T29" fmla="*/ 11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18">
                      <a:moveTo>
                        <a:pt x="29" y="118"/>
                      </a:moveTo>
                      <a:cubicBezTo>
                        <a:pt x="18" y="118"/>
                        <a:pt x="8" y="114"/>
                        <a:pt x="0" y="110"/>
                      </a:cubicBezTo>
                      <a:lnTo>
                        <a:pt x="4" y="100"/>
                      </a:lnTo>
                      <a:cubicBezTo>
                        <a:pt x="10" y="104"/>
                        <a:pt x="19" y="108"/>
                        <a:pt x="30" y="108"/>
                      </a:cubicBezTo>
                      <a:cubicBezTo>
                        <a:pt x="47" y="108"/>
                        <a:pt x="56" y="99"/>
                        <a:pt x="56" y="87"/>
                      </a:cubicBezTo>
                      <a:cubicBezTo>
                        <a:pt x="56" y="74"/>
                        <a:pt x="48" y="68"/>
                        <a:pt x="32" y="61"/>
                      </a:cubicBezTo>
                      <a:cubicBezTo>
                        <a:pt x="14" y="54"/>
                        <a:pt x="4" y="44"/>
                        <a:pt x="4" y="31"/>
                      </a:cubicBezTo>
                      <a:cubicBezTo>
                        <a:pt x="4" y="14"/>
                        <a:pt x="16" y="0"/>
                        <a:pt x="38" y="0"/>
                      </a:cubicBezTo>
                      <a:cubicBezTo>
                        <a:pt x="48" y="0"/>
                        <a:pt x="57" y="3"/>
                        <a:pt x="63" y="7"/>
                      </a:cubicBezTo>
                      <a:lnTo>
                        <a:pt x="59" y="16"/>
                      </a:lnTo>
                      <a:cubicBezTo>
                        <a:pt x="55" y="14"/>
                        <a:pt x="48" y="10"/>
                        <a:pt x="36" y="10"/>
                      </a:cubicBezTo>
                      <a:cubicBezTo>
                        <a:pt x="22" y="10"/>
                        <a:pt x="15" y="19"/>
                        <a:pt x="15" y="29"/>
                      </a:cubicBezTo>
                      <a:cubicBezTo>
                        <a:pt x="15" y="41"/>
                        <a:pt x="22" y="46"/>
                        <a:pt x="38" y="52"/>
                      </a:cubicBezTo>
                      <a:cubicBezTo>
                        <a:pt x="56" y="59"/>
                        <a:pt x="67" y="68"/>
                        <a:pt x="67" y="85"/>
                      </a:cubicBezTo>
                      <a:cubicBezTo>
                        <a:pt x="67" y="105"/>
                        <a:pt x="52" y="117"/>
                        <a:pt x="29" y="117"/>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8" name="Freeform 111">
                  <a:extLst>
                    <a:ext uri="{FF2B5EF4-FFF2-40B4-BE49-F238E27FC236}">
                      <a16:creationId xmlns:a16="http://schemas.microsoft.com/office/drawing/2014/main" xmlns="" id="{2D89A0AE-AC34-21C4-9AFA-64E94A280248}"/>
                    </a:ext>
                  </a:extLst>
                </p:cNvPr>
                <p:cNvSpPr>
                  <a:spLocks/>
                </p:cNvSpPr>
                <p:nvPr/>
              </p:nvSpPr>
              <p:spPr bwMode="gray">
                <a:xfrm flipH="1">
                  <a:off x="1835279" y="1988260"/>
                  <a:ext cx="152710" cy="123757"/>
                </a:xfrm>
                <a:custGeom>
                  <a:avLst/>
                  <a:gdLst>
                    <a:gd name="T0" fmla="*/ 2835 w 5067"/>
                    <a:gd name="T1" fmla="*/ 4119 h 4119"/>
                    <a:gd name="T2" fmla="*/ 5067 w 5067"/>
                    <a:gd name="T3" fmla="*/ 2492 h 4119"/>
                    <a:gd name="T4" fmla="*/ 3889 w 5067"/>
                    <a:gd name="T5" fmla="*/ 0 h 4119"/>
                    <a:gd name="T6" fmla="*/ 0 w 5067"/>
                    <a:gd name="T7" fmla="*/ 3088 h 4119"/>
                    <a:gd name="T8" fmla="*/ 339 w 5067"/>
                    <a:gd name="T9" fmla="*/ 4119 h 4119"/>
                    <a:gd name="T10" fmla="*/ 2835 w 5067"/>
                    <a:gd name="T11" fmla="*/ 4119 h 4119"/>
                  </a:gdLst>
                  <a:ahLst/>
                  <a:cxnLst>
                    <a:cxn ang="0">
                      <a:pos x="T0" y="T1"/>
                    </a:cxn>
                    <a:cxn ang="0">
                      <a:pos x="T2" y="T3"/>
                    </a:cxn>
                    <a:cxn ang="0">
                      <a:pos x="T4" y="T5"/>
                    </a:cxn>
                    <a:cxn ang="0">
                      <a:pos x="T6" y="T7"/>
                    </a:cxn>
                    <a:cxn ang="0">
                      <a:pos x="T8" y="T9"/>
                    </a:cxn>
                    <a:cxn ang="0">
                      <a:pos x="T10" y="T11"/>
                    </a:cxn>
                  </a:cxnLst>
                  <a:rect l="0" t="0" r="r" b="b"/>
                  <a:pathLst>
                    <a:path w="5067" h="4119">
                      <a:moveTo>
                        <a:pt x="2835" y="4119"/>
                      </a:moveTo>
                      <a:lnTo>
                        <a:pt x="5067" y="2492"/>
                      </a:lnTo>
                      <a:lnTo>
                        <a:pt x="3889" y="0"/>
                      </a:lnTo>
                      <a:cubicBezTo>
                        <a:pt x="3786" y="34"/>
                        <a:pt x="1301" y="1410"/>
                        <a:pt x="0" y="3088"/>
                      </a:cubicBezTo>
                      <a:lnTo>
                        <a:pt x="339" y="4119"/>
                      </a:lnTo>
                      <a:lnTo>
                        <a:pt x="2835" y="4119"/>
                      </a:lnTo>
                    </a:path>
                  </a:pathLst>
                </a:custGeom>
                <a:solidFill>
                  <a:srgbClr val="3D6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9" name="Freeform 112">
                  <a:extLst>
                    <a:ext uri="{FF2B5EF4-FFF2-40B4-BE49-F238E27FC236}">
                      <a16:creationId xmlns:a16="http://schemas.microsoft.com/office/drawing/2014/main" xmlns="" id="{E71E2590-1BE0-CC81-F9AE-4A5C9E811D86}"/>
                    </a:ext>
                  </a:extLst>
                </p:cNvPr>
                <p:cNvSpPr>
                  <a:spLocks/>
                </p:cNvSpPr>
                <p:nvPr/>
              </p:nvSpPr>
              <p:spPr bwMode="gray">
                <a:xfrm flipH="1">
                  <a:off x="1865591" y="1992754"/>
                  <a:ext cx="120412" cy="101075"/>
                </a:xfrm>
                <a:custGeom>
                  <a:avLst/>
                  <a:gdLst>
                    <a:gd name="T0" fmla="*/ 3995 w 3995"/>
                    <a:gd name="T1" fmla="*/ 233 h 3363"/>
                    <a:gd name="T2" fmla="*/ 3828 w 3995"/>
                    <a:gd name="T3" fmla="*/ 0 h 3363"/>
                    <a:gd name="T4" fmla="*/ 0 w 3995"/>
                    <a:gd name="T5" fmla="*/ 3055 h 3363"/>
                    <a:gd name="T6" fmla="*/ 106 w 3995"/>
                    <a:gd name="T7" fmla="*/ 3363 h 3363"/>
                    <a:gd name="T8" fmla="*/ 1628 w 3995"/>
                    <a:gd name="T9" fmla="*/ 1908 h 3363"/>
                    <a:gd name="T10" fmla="*/ 3995 w 3995"/>
                    <a:gd name="T11" fmla="*/ 233 h 3363"/>
                  </a:gdLst>
                  <a:ahLst/>
                  <a:cxnLst>
                    <a:cxn ang="0">
                      <a:pos x="T0" y="T1"/>
                    </a:cxn>
                    <a:cxn ang="0">
                      <a:pos x="T2" y="T3"/>
                    </a:cxn>
                    <a:cxn ang="0">
                      <a:pos x="T4" y="T5"/>
                    </a:cxn>
                    <a:cxn ang="0">
                      <a:pos x="T6" y="T7"/>
                    </a:cxn>
                    <a:cxn ang="0">
                      <a:pos x="T8" y="T9"/>
                    </a:cxn>
                    <a:cxn ang="0">
                      <a:pos x="T10" y="T11"/>
                    </a:cxn>
                  </a:cxnLst>
                  <a:rect l="0" t="0" r="r" b="b"/>
                  <a:pathLst>
                    <a:path w="3995" h="3363">
                      <a:moveTo>
                        <a:pt x="3995" y="233"/>
                      </a:moveTo>
                      <a:lnTo>
                        <a:pt x="3828" y="0"/>
                      </a:lnTo>
                      <a:cubicBezTo>
                        <a:pt x="3726" y="34"/>
                        <a:pt x="1302" y="1377"/>
                        <a:pt x="0" y="3055"/>
                      </a:cubicBezTo>
                      <a:lnTo>
                        <a:pt x="106" y="3363"/>
                      </a:lnTo>
                      <a:cubicBezTo>
                        <a:pt x="106" y="3363"/>
                        <a:pt x="412" y="2875"/>
                        <a:pt x="1628" y="1908"/>
                      </a:cubicBezTo>
                      <a:cubicBezTo>
                        <a:pt x="2860" y="929"/>
                        <a:pt x="3995" y="233"/>
                        <a:pt x="3995" y="233"/>
                      </a:cubicBezTo>
                    </a:path>
                  </a:pathLst>
                </a:custGeom>
                <a:solidFill>
                  <a:srgbClr val="3864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90" name="Freeform 113">
                  <a:extLst>
                    <a:ext uri="{FF2B5EF4-FFF2-40B4-BE49-F238E27FC236}">
                      <a16:creationId xmlns:a16="http://schemas.microsoft.com/office/drawing/2014/main" xmlns="" id="{F28D86D7-37BE-4DF8-28EB-22BB21C20D35}"/>
                    </a:ext>
                  </a:extLst>
                </p:cNvPr>
                <p:cNvSpPr>
                  <a:spLocks/>
                </p:cNvSpPr>
                <p:nvPr/>
              </p:nvSpPr>
              <p:spPr bwMode="gray">
                <a:xfrm flipH="1">
                  <a:off x="1866218" y="1988260"/>
                  <a:ext cx="121771" cy="102120"/>
                </a:xfrm>
                <a:custGeom>
                  <a:avLst/>
                  <a:gdLst>
                    <a:gd name="T0" fmla="*/ 4039 w 4039"/>
                    <a:gd name="T1" fmla="*/ 330 h 3397"/>
                    <a:gd name="T2" fmla="*/ 3889 w 4039"/>
                    <a:gd name="T3" fmla="*/ 0 h 3397"/>
                    <a:gd name="T4" fmla="*/ 0 w 4039"/>
                    <a:gd name="T5" fmla="*/ 3088 h 3397"/>
                    <a:gd name="T6" fmla="*/ 106 w 4039"/>
                    <a:gd name="T7" fmla="*/ 3397 h 3397"/>
                    <a:gd name="T8" fmla="*/ 2139 w 4039"/>
                    <a:gd name="T9" fmla="*/ 1619 h 3397"/>
                    <a:gd name="T10" fmla="*/ 4039 w 4039"/>
                    <a:gd name="T11" fmla="*/ 330 h 3397"/>
                  </a:gdLst>
                  <a:ahLst/>
                  <a:cxnLst>
                    <a:cxn ang="0">
                      <a:pos x="T0" y="T1"/>
                    </a:cxn>
                    <a:cxn ang="0">
                      <a:pos x="T2" y="T3"/>
                    </a:cxn>
                    <a:cxn ang="0">
                      <a:pos x="T4" y="T5"/>
                    </a:cxn>
                    <a:cxn ang="0">
                      <a:pos x="T6" y="T7"/>
                    </a:cxn>
                    <a:cxn ang="0">
                      <a:pos x="T8" y="T9"/>
                    </a:cxn>
                    <a:cxn ang="0">
                      <a:pos x="T10" y="T11"/>
                    </a:cxn>
                  </a:cxnLst>
                  <a:rect l="0" t="0" r="r" b="b"/>
                  <a:pathLst>
                    <a:path w="4039" h="3397">
                      <a:moveTo>
                        <a:pt x="4039" y="330"/>
                      </a:moveTo>
                      <a:lnTo>
                        <a:pt x="3889" y="0"/>
                      </a:lnTo>
                      <a:cubicBezTo>
                        <a:pt x="3786" y="34"/>
                        <a:pt x="1301" y="1410"/>
                        <a:pt x="0" y="3088"/>
                      </a:cubicBezTo>
                      <a:lnTo>
                        <a:pt x="106" y="3397"/>
                      </a:lnTo>
                      <a:cubicBezTo>
                        <a:pt x="106" y="3397"/>
                        <a:pt x="879" y="2561"/>
                        <a:pt x="2139" y="1619"/>
                      </a:cubicBezTo>
                      <a:cubicBezTo>
                        <a:pt x="3399" y="677"/>
                        <a:pt x="4039" y="330"/>
                        <a:pt x="4039" y="330"/>
                      </a:cubicBezTo>
                    </a:path>
                  </a:pathLst>
                </a:custGeom>
                <a:solidFill>
                  <a:srgbClr val="509A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283" name="Flowchart: Alternate Process 282">
                <a:extLst>
                  <a:ext uri="{FF2B5EF4-FFF2-40B4-BE49-F238E27FC236}">
                    <a16:creationId xmlns:a16="http://schemas.microsoft.com/office/drawing/2014/main" xmlns="" id="{F715ED78-8809-097C-79BD-60FAD624340A}"/>
                  </a:ext>
                </a:extLst>
              </p:cNvPr>
              <p:cNvSpPr/>
              <p:nvPr/>
            </p:nvSpPr>
            <p:spPr bwMode="gray">
              <a:xfrm>
                <a:off x="4941988" y="1665937"/>
                <a:ext cx="58095" cy="56914"/>
              </a:xfrm>
              <a:prstGeom prst="flowChartAlternateProcess">
                <a:avLst/>
              </a:prstGeom>
              <a:gradFill flip="none" rotWithShape="1">
                <a:gsLst>
                  <a:gs pos="11000">
                    <a:schemeClr val="accent1">
                      <a:lumMod val="40000"/>
                      <a:lumOff val="60000"/>
                    </a:schemeClr>
                  </a:gs>
                  <a:gs pos="59000">
                    <a:schemeClr val="accent1">
                      <a:lumMod val="75000"/>
                    </a:schemeClr>
                  </a:gs>
                  <a:gs pos="100000">
                    <a:schemeClr val="accent1">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4" name="Flowchart: Alternate Process 283">
                <a:extLst>
                  <a:ext uri="{FF2B5EF4-FFF2-40B4-BE49-F238E27FC236}">
                    <a16:creationId xmlns:a16="http://schemas.microsoft.com/office/drawing/2014/main" xmlns="" id="{B77E0FC8-A505-4238-11D8-78EEC575E1D3}"/>
                  </a:ext>
                </a:extLst>
              </p:cNvPr>
              <p:cNvSpPr/>
              <p:nvPr/>
            </p:nvSpPr>
            <p:spPr bwMode="gray">
              <a:xfrm>
                <a:off x="5016829" y="1665937"/>
                <a:ext cx="58095" cy="56914"/>
              </a:xfrm>
              <a:prstGeom prst="flowChartAlternateProcess">
                <a:avLst/>
              </a:prstGeom>
              <a:gradFill>
                <a:gsLst>
                  <a:gs pos="0">
                    <a:schemeClr val="accent6">
                      <a:lumMod val="60000"/>
                      <a:lumOff val="40000"/>
                    </a:schemeClr>
                  </a:gs>
                  <a:gs pos="58000">
                    <a:schemeClr val="accent6">
                      <a:lumMod val="50000"/>
                    </a:schemeClr>
                  </a:gs>
                  <a:gs pos="100000">
                    <a:schemeClr val="accent6">
                      <a:lumMod val="60000"/>
                      <a:lumOff val="4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5" name="Flowchart: Alternate Process 284">
                <a:extLst>
                  <a:ext uri="{FF2B5EF4-FFF2-40B4-BE49-F238E27FC236}">
                    <a16:creationId xmlns:a16="http://schemas.microsoft.com/office/drawing/2014/main" xmlns="" id="{870A7B51-20A6-F484-5BE8-14FE0CB58CDC}"/>
                  </a:ext>
                </a:extLst>
              </p:cNvPr>
              <p:cNvSpPr/>
              <p:nvPr/>
            </p:nvSpPr>
            <p:spPr bwMode="gray">
              <a:xfrm>
                <a:off x="5094203" y="1665937"/>
                <a:ext cx="58095" cy="56914"/>
              </a:xfrm>
              <a:prstGeom prst="flowChartAlternateProcess">
                <a:avLst/>
              </a:prstGeom>
              <a:gradFill>
                <a:gsLst>
                  <a:gs pos="0">
                    <a:srgbClr val="FF0000"/>
                  </a:gs>
                  <a:gs pos="59000">
                    <a:srgbClr val="C00000"/>
                  </a:gs>
                  <a:gs pos="100000">
                    <a:srgbClr val="FF000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6" name="Flowchart: Alternate Process 285">
                <a:extLst>
                  <a:ext uri="{FF2B5EF4-FFF2-40B4-BE49-F238E27FC236}">
                    <a16:creationId xmlns:a16="http://schemas.microsoft.com/office/drawing/2014/main" xmlns="" id="{EB30FDC6-A709-16D5-FA3E-28036A7C0AE5}"/>
                  </a:ext>
                </a:extLst>
              </p:cNvPr>
              <p:cNvSpPr/>
              <p:nvPr/>
            </p:nvSpPr>
            <p:spPr bwMode="gray">
              <a:xfrm>
                <a:off x="4941988" y="1750843"/>
                <a:ext cx="58095" cy="56914"/>
              </a:xfrm>
              <a:prstGeom prst="flowChartAlternateProcess">
                <a:avLst/>
              </a:prstGeom>
              <a:gradFill>
                <a:gsLst>
                  <a:gs pos="0">
                    <a:srgbClr val="FF0000"/>
                  </a:gs>
                  <a:gs pos="59000">
                    <a:srgbClr val="C00000"/>
                  </a:gs>
                  <a:gs pos="100000">
                    <a:srgbClr val="FF000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7" name="Flowchart: Alternate Process 286">
                <a:extLst>
                  <a:ext uri="{FF2B5EF4-FFF2-40B4-BE49-F238E27FC236}">
                    <a16:creationId xmlns:a16="http://schemas.microsoft.com/office/drawing/2014/main" xmlns="" id="{13E2D2CF-1E91-0CA7-B588-1B1E231785F8}"/>
                  </a:ext>
                </a:extLst>
              </p:cNvPr>
              <p:cNvSpPr/>
              <p:nvPr/>
            </p:nvSpPr>
            <p:spPr bwMode="gray">
              <a:xfrm>
                <a:off x="5016829" y="1750843"/>
                <a:ext cx="58095" cy="56914"/>
              </a:xfrm>
              <a:prstGeom prst="flowChartAlternateProcess">
                <a:avLst/>
              </a:prstGeom>
              <a:gradFill flip="none" rotWithShape="1">
                <a:gsLst>
                  <a:gs pos="11000">
                    <a:schemeClr val="accent1">
                      <a:lumMod val="40000"/>
                      <a:lumOff val="60000"/>
                    </a:schemeClr>
                  </a:gs>
                  <a:gs pos="59000">
                    <a:schemeClr val="accent1">
                      <a:lumMod val="75000"/>
                    </a:schemeClr>
                  </a:gs>
                  <a:gs pos="100000">
                    <a:schemeClr val="accent1">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8" name="Flowchart: Alternate Process 287">
                <a:extLst>
                  <a:ext uri="{FF2B5EF4-FFF2-40B4-BE49-F238E27FC236}">
                    <a16:creationId xmlns:a16="http://schemas.microsoft.com/office/drawing/2014/main" xmlns="" id="{370EF33F-0539-E50D-F1A4-2BC1814DEAB1}"/>
                  </a:ext>
                </a:extLst>
              </p:cNvPr>
              <p:cNvSpPr/>
              <p:nvPr/>
            </p:nvSpPr>
            <p:spPr bwMode="gray">
              <a:xfrm>
                <a:off x="5094203" y="1750843"/>
                <a:ext cx="58095" cy="56914"/>
              </a:xfrm>
              <a:prstGeom prst="flowChartAlternateProcess">
                <a:avLst/>
              </a:prstGeom>
              <a:gradFill>
                <a:gsLst>
                  <a:gs pos="0">
                    <a:srgbClr val="FF0000"/>
                  </a:gs>
                  <a:gs pos="59000">
                    <a:srgbClr val="C00000"/>
                  </a:gs>
                  <a:gs pos="100000">
                    <a:srgbClr val="FF000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9" name="Flowchart: Alternate Process 288">
                <a:extLst>
                  <a:ext uri="{FF2B5EF4-FFF2-40B4-BE49-F238E27FC236}">
                    <a16:creationId xmlns:a16="http://schemas.microsoft.com/office/drawing/2014/main" xmlns="" id="{4890BD6D-B3A2-3F6B-CBE4-F591129EA1A1}"/>
                  </a:ext>
                </a:extLst>
              </p:cNvPr>
              <p:cNvSpPr/>
              <p:nvPr/>
            </p:nvSpPr>
            <p:spPr bwMode="gray">
              <a:xfrm>
                <a:off x="4941988" y="1838475"/>
                <a:ext cx="58095" cy="56914"/>
              </a:xfrm>
              <a:prstGeom prst="flowChartAlternateProcess">
                <a:avLst/>
              </a:prstGeom>
              <a:gradFill flip="none" rotWithShape="1">
                <a:gsLst>
                  <a:gs pos="11000">
                    <a:schemeClr val="accent1">
                      <a:lumMod val="40000"/>
                      <a:lumOff val="60000"/>
                    </a:schemeClr>
                  </a:gs>
                  <a:gs pos="59000">
                    <a:schemeClr val="accent1">
                      <a:lumMod val="75000"/>
                    </a:schemeClr>
                  </a:gs>
                  <a:gs pos="100000">
                    <a:schemeClr val="accent1">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0" name="Flowchart: Alternate Process 289">
                <a:extLst>
                  <a:ext uri="{FF2B5EF4-FFF2-40B4-BE49-F238E27FC236}">
                    <a16:creationId xmlns:a16="http://schemas.microsoft.com/office/drawing/2014/main" xmlns="" id="{F1F2ABD5-DA58-935D-A89E-E0EC842EF158}"/>
                  </a:ext>
                </a:extLst>
              </p:cNvPr>
              <p:cNvSpPr/>
              <p:nvPr/>
            </p:nvSpPr>
            <p:spPr bwMode="gray">
              <a:xfrm>
                <a:off x="5016829" y="1838475"/>
                <a:ext cx="58095" cy="56914"/>
              </a:xfrm>
              <a:prstGeom prst="flowChartAlternateProcess">
                <a:avLst/>
              </a:prstGeom>
              <a:gradFill>
                <a:gsLst>
                  <a:gs pos="0">
                    <a:schemeClr val="accent6">
                      <a:lumMod val="60000"/>
                      <a:lumOff val="40000"/>
                    </a:schemeClr>
                  </a:gs>
                  <a:gs pos="58000">
                    <a:schemeClr val="accent6">
                      <a:lumMod val="50000"/>
                    </a:schemeClr>
                  </a:gs>
                  <a:gs pos="100000">
                    <a:schemeClr val="accent6">
                      <a:lumMod val="60000"/>
                      <a:lumOff val="4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1" name="Flowchart: Alternate Process 290">
                <a:extLst>
                  <a:ext uri="{FF2B5EF4-FFF2-40B4-BE49-F238E27FC236}">
                    <a16:creationId xmlns:a16="http://schemas.microsoft.com/office/drawing/2014/main" xmlns="" id="{8A893B94-0356-86BB-74AA-524C216A1A9D}"/>
                  </a:ext>
                </a:extLst>
              </p:cNvPr>
              <p:cNvSpPr/>
              <p:nvPr/>
            </p:nvSpPr>
            <p:spPr bwMode="gray">
              <a:xfrm>
                <a:off x="5094203" y="1838475"/>
                <a:ext cx="58095" cy="56914"/>
              </a:xfrm>
              <a:prstGeom prst="flowChartAlternateProcess">
                <a:avLst/>
              </a:prstGeom>
              <a:gradFill>
                <a:gsLst>
                  <a:gs pos="0">
                    <a:schemeClr val="accent6">
                      <a:lumMod val="60000"/>
                      <a:lumOff val="40000"/>
                    </a:schemeClr>
                  </a:gs>
                  <a:gs pos="58000">
                    <a:schemeClr val="accent6">
                      <a:lumMod val="50000"/>
                    </a:schemeClr>
                  </a:gs>
                  <a:gs pos="100000">
                    <a:schemeClr val="accent6">
                      <a:lumMod val="60000"/>
                      <a:lumOff val="4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2" name="Freeform: Shape 291">
                <a:extLst>
                  <a:ext uri="{FF2B5EF4-FFF2-40B4-BE49-F238E27FC236}">
                    <a16:creationId xmlns:a16="http://schemas.microsoft.com/office/drawing/2014/main" xmlns="" id="{E61062AC-8DCC-F594-D5FB-75E77824F62B}"/>
                  </a:ext>
                </a:extLst>
              </p:cNvPr>
              <p:cNvSpPr/>
              <p:nvPr/>
            </p:nvSpPr>
            <p:spPr bwMode="gray">
              <a:xfrm>
                <a:off x="5137733" y="1119263"/>
                <a:ext cx="663374" cy="1311137"/>
              </a:xfrm>
              <a:custGeom>
                <a:avLst/>
                <a:gdLst>
                  <a:gd name="connsiteX0" fmla="*/ 0 w 404813"/>
                  <a:gd name="connsiteY0" fmla="*/ 383382 h 800100"/>
                  <a:gd name="connsiteX1" fmla="*/ 0 w 404813"/>
                  <a:gd name="connsiteY1" fmla="*/ 414338 h 800100"/>
                  <a:gd name="connsiteX2" fmla="*/ 400050 w 404813"/>
                  <a:gd name="connsiteY2" fmla="*/ 800100 h 800100"/>
                  <a:gd name="connsiteX3" fmla="*/ 402431 w 404813"/>
                  <a:gd name="connsiteY3" fmla="*/ 771525 h 800100"/>
                  <a:gd name="connsiteX4" fmla="*/ 404813 w 404813"/>
                  <a:gd name="connsiteY4" fmla="*/ 757238 h 800100"/>
                  <a:gd name="connsiteX5" fmla="*/ 404813 w 404813"/>
                  <a:gd name="connsiteY5" fmla="*/ 0 h 800100"/>
                  <a:gd name="connsiteX6" fmla="*/ 0 w 404813"/>
                  <a:gd name="connsiteY6" fmla="*/ 383382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4813" h="800100">
                    <a:moveTo>
                      <a:pt x="0" y="383382"/>
                    </a:moveTo>
                    <a:lnTo>
                      <a:pt x="0" y="414338"/>
                    </a:lnTo>
                    <a:lnTo>
                      <a:pt x="400050" y="800100"/>
                    </a:lnTo>
                    <a:cubicBezTo>
                      <a:pt x="400844" y="790575"/>
                      <a:pt x="401375" y="781025"/>
                      <a:pt x="402431" y="771525"/>
                    </a:cubicBezTo>
                    <a:cubicBezTo>
                      <a:pt x="402964" y="766726"/>
                      <a:pt x="404813" y="757238"/>
                      <a:pt x="404813" y="757238"/>
                    </a:cubicBezTo>
                    <a:lnTo>
                      <a:pt x="404813" y="0"/>
                    </a:lnTo>
                    <a:lnTo>
                      <a:pt x="0" y="383382"/>
                    </a:lnTo>
                    <a:close/>
                  </a:path>
                </a:pathLst>
              </a:custGeom>
              <a:gradFill flip="none" rotWithShape="1">
                <a:gsLst>
                  <a:gs pos="0">
                    <a:schemeClr val="bg1">
                      <a:lumMod val="85000"/>
                      <a:alpha val="80000"/>
                    </a:schemeClr>
                  </a:gs>
                  <a:gs pos="100000">
                    <a:srgbClr val="00B05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3" name="Freeform 273">
                <a:extLst>
                  <a:ext uri="{FF2B5EF4-FFF2-40B4-BE49-F238E27FC236}">
                    <a16:creationId xmlns:a16="http://schemas.microsoft.com/office/drawing/2014/main" xmlns="" id="{50B42307-9025-7A09-2846-BAEB79EE7E61}"/>
                  </a:ext>
                </a:extLst>
              </p:cNvPr>
              <p:cNvSpPr>
                <a:spLocks/>
              </p:cNvSpPr>
              <p:nvPr/>
            </p:nvSpPr>
            <p:spPr bwMode="gray">
              <a:xfrm rot="5400000" flipH="1">
                <a:off x="5379861" y="1472246"/>
                <a:ext cx="1325666" cy="601632"/>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94" name="Oval 274">
                <a:extLst>
                  <a:ext uri="{FF2B5EF4-FFF2-40B4-BE49-F238E27FC236}">
                    <a16:creationId xmlns:a16="http://schemas.microsoft.com/office/drawing/2014/main" xmlns="" id="{14BFA46B-7502-D127-5433-20DE8922491E}"/>
                  </a:ext>
                </a:extLst>
              </p:cNvPr>
              <p:cNvSpPr>
                <a:spLocks noChangeArrowheads="1"/>
              </p:cNvSpPr>
              <p:nvPr/>
            </p:nvSpPr>
            <p:spPr bwMode="gray">
              <a:xfrm rot="5400000" flipH="1">
                <a:off x="5987266" y="2260949"/>
                <a:ext cx="112011" cy="113166"/>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95" name="Freeform 275">
                <a:extLst>
                  <a:ext uri="{FF2B5EF4-FFF2-40B4-BE49-F238E27FC236}">
                    <a16:creationId xmlns:a16="http://schemas.microsoft.com/office/drawing/2014/main" xmlns="" id="{289DF3D6-CD47-5883-1F7B-C1A67F60E337}"/>
                  </a:ext>
                </a:extLst>
              </p:cNvPr>
              <p:cNvSpPr>
                <a:spLocks/>
              </p:cNvSpPr>
              <p:nvPr/>
            </p:nvSpPr>
            <p:spPr bwMode="gray">
              <a:xfrm rot="5400000" flipH="1">
                <a:off x="5584254" y="1491879"/>
                <a:ext cx="918036" cy="517331"/>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96" name="Freeform 280">
                <a:extLst>
                  <a:ext uri="{FF2B5EF4-FFF2-40B4-BE49-F238E27FC236}">
                    <a16:creationId xmlns:a16="http://schemas.microsoft.com/office/drawing/2014/main" xmlns="" id="{390E5D78-483E-74E4-75C3-C20F8E4EF1B8}"/>
                  </a:ext>
                </a:extLst>
              </p:cNvPr>
              <p:cNvSpPr>
                <a:spLocks/>
              </p:cNvSpPr>
              <p:nvPr/>
            </p:nvSpPr>
            <p:spPr bwMode="gray">
              <a:xfrm rot="5400000" flipH="1">
                <a:off x="6036344" y="1099837"/>
                <a:ext cx="13859" cy="203238"/>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297" name="Group 296">
                <a:extLst>
                  <a:ext uri="{FF2B5EF4-FFF2-40B4-BE49-F238E27FC236}">
                    <a16:creationId xmlns:a16="http://schemas.microsoft.com/office/drawing/2014/main" xmlns="" id="{23BFAAC4-7B68-5763-4F73-74C9D9F909A8}"/>
                  </a:ext>
                </a:extLst>
              </p:cNvPr>
              <p:cNvGrpSpPr/>
              <p:nvPr/>
            </p:nvGrpSpPr>
            <p:grpSpPr>
              <a:xfrm>
                <a:off x="5784607" y="1291527"/>
                <a:ext cx="517331" cy="918036"/>
                <a:chOff x="3093947" y="1137796"/>
                <a:chExt cx="517331" cy="918036"/>
              </a:xfrm>
            </p:grpSpPr>
            <p:sp>
              <p:nvSpPr>
                <p:cNvPr id="298" name="Freeform 275">
                  <a:extLst>
                    <a:ext uri="{FF2B5EF4-FFF2-40B4-BE49-F238E27FC236}">
                      <a16:creationId xmlns:a16="http://schemas.microsoft.com/office/drawing/2014/main" xmlns="" id="{44821552-4C66-FFFD-2273-3BCE6B4325C7}"/>
                    </a:ext>
                  </a:extLst>
                </p:cNvPr>
                <p:cNvSpPr>
                  <a:spLocks/>
                </p:cNvSpPr>
                <p:nvPr/>
              </p:nvSpPr>
              <p:spPr bwMode="gray">
                <a:xfrm rot="5400000" flipH="1">
                  <a:off x="2893595" y="1338148"/>
                  <a:ext cx="918036" cy="517331"/>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299" name="Group 298">
                  <a:extLst>
                    <a:ext uri="{FF2B5EF4-FFF2-40B4-BE49-F238E27FC236}">
                      <a16:creationId xmlns:a16="http://schemas.microsoft.com/office/drawing/2014/main" xmlns="" id="{C211BA4E-A775-3B61-EE72-AFE713F2D53C}"/>
                    </a:ext>
                  </a:extLst>
                </p:cNvPr>
                <p:cNvGrpSpPr/>
                <p:nvPr/>
              </p:nvGrpSpPr>
              <p:grpSpPr>
                <a:xfrm>
                  <a:off x="3167850" y="1550424"/>
                  <a:ext cx="369525" cy="369527"/>
                  <a:chOff x="3167850" y="1412630"/>
                  <a:chExt cx="369525" cy="369527"/>
                </a:xfrm>
              </p:grpSpPr>
              <p:sp>
                <p:nvSpPr>
                  <p:cNvPr id="301" name="Rectangle 291">
                    <a:extLst>
                      <a:ext uri="{FF2B5EF4-FFF2-40B4-BE49-F238E27FC236}">
                        <a16:creationId xmlns:a16="http://schemas.microsoft.com/office/drawing/2014/main" xmlns="" id="{5A9EB99D-1F31-61AD-349A-D8D42C798580}"/>
                      </a:ext>
                    </a:extLst>
                  </p:cNvPr>
                  <p:cNvSpPr>
                    <a:spLocks noChangeArrowheads="1"/>
                  </p:cNvSpPr>
                  <p:nvPr/>
                </p:nvSpPr>
                <p:spPr bwMode="gray">
                  <a:xfrm rot="5400000" flipH="1">
                    <a:off x="3379168" y="1764833"/>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2" name="Freeform 292">
                    <a:extLst>
                      <a:ext uri="{FF2B5EF4-FFF2-40B4-BE49-F238E27FC236}">
                        <a16:creationId xmlns:a16="http://schemas.microsoft.com/office/drawing/2014/main" xmlns="" id="{87CDA70E-0B87-F07B-36A2-1804B16CAD10}"/>
                      </a:ext>
                    </a:extLst>
                  </p:cNvPr>
                  <p:cNvSpPr>
                    <a:spLocks noEditPoints="1"/>
                  </p:cNvSpPr>
                  <p:nvPr/>
                </p:nvSpPr>
                <p:spPr bwMode="gray">
                  <a:xfrm rot="5400000" flipH="1">
                    <a:off x="3414392" y="1659170"/>
                    <a:ext cx="122405" cy="123560"/>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3" name="Freeform 293">
                    <a:extLst>
                      <a:ext uri="{FF2B5EF4-FFF2-40B4-BE49-F238E27FC236}">
                        <a16:creationId xmlns:a16="http://schemas.microsoft.com/office/drawing/2014/main" xmlns="" id="{FD06C977-2289-D3E9-4491-EACAC86A832C}"/>
                      </a:ext>
                    </a:extLst>
                  </p:cNvPr>
                  <p:cNvSpPr>
                    <a:spLocks/>
                  </p:cNvSpPr>
                  <p:nvPr/>
                </p:nvSpPr>
                <p:spPr bwMode="gray">
                  <a:xfrm rot="5400000" flipH="1">
                    <a:off x="3344528" y="1730185"/>
                    <a:ext cx="51963" cy="17324"/>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4" name="Freeform 294">
                    <a:extLst>
                      <a:ext uri="{FF2B5EF4-FFF2-40B4-BE49-F238E27FC236}">
                        <a16:creationId xmlns:a16="http://schemas.microsoft.com/office/drawing/2014/main" xmlns="" id="{D6D3723A-3479-2A62-C6C1-5F465B9BB841}"/>
                      </a:ext>
                    </a:extLst>
                  </p:cNvPr>
                  <p:cNvSpPr>
                    <a:spLocks/>
                  </p:cNvSpPr>
                  <p:nvPr/>
                </p:nvSpPr>
                <p:spPr bwMode="gray">
                  <a:xfrm rot="5400000" flipH="1">
                    <a:off x="3449036" y="1694968"/>
                    <a:ext cx="53118" cy="51963"/>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5" name="Freeform 295">
                    <a:extLst>
                      <a:ext uri="{FF2B5EF4-FFF2-40B4-BE49-F238E27FC236}">
                        <a16:creationId xmlns:a16="http://schemas.microsoft.com/office/drawing/2014/main" xmlns="" id="{E1A37DE1-CEAB-774D-3C63-E73B02B270D5}"/>
                      </a:ext>
                    </a:extLst>
                  </p:cNvPr>
                  <p:cNvSpPr>
                    <a:spLocks/>
                  </p:cNvSpPr>
                  <p:nvPr/>
                </p:nvSpPr>
                <p:spPr bwMode="gray">
                  <a:xfrm rot="5400000" flipH="1">
                    <a:off x="3203071" y="1694968"/>
                    <a:ext cx="53118" cy="51963"/>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6" name="Rectangle 296">
                    <a:extLst>
                      <a:ext uri="{FF2B5EF4-FFF2-40B4-BE49-F238E27FC236}">
                        <a16:creationId xmlns:a16="http://schemas.microsoft.com/office/drawing/2014/main" xmlns="" id="{94F86958-57BC-D5E8-C1CF-DD0A55586D75}"/>
                      </a:ext>
                    </a:extLst>
                  </p:cNvPr>
                  <p:cNvSpPr>
                    <a:spLocks noChangeArrowheads="1"/>
                  </p:cNvSpPr>
                  <p:nvPr/>
                </p:nvSpPr>
                <p:spPr bwMode="gray">
                  <a:xfrm rot="5400000" flipH="1">
                    <a:off x="3378592" y="169496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7" name="Freeform 297">
                    <a:extLst>
                      <a:ext uri="{FF2B5EF4-FFF2-40B4-BE49-F238E27FC236}">
                        <a16:creationId xmlns:a16="http://schemas.microsoft.com/office/drawing/2014/main" xmlns="" id="{392037DD-B5BF-D998-DA14-A033277DB2C3}"/>
                      </a:ext>
                    </a:extLst>
                  </p:cNvPr>
                  <p:cNvSpPr>
                    <a:spLocks noEditPoints="1"/>
                  </p:cNvSpPr>
                  <p:nvPr/>
                </p:nvSpPr>
                <p:spPr bwMode="gray">
                  <a:xfrm rot="5400000" flipH="1">
                    <a:off x="3168427" y="1659170"/>
                    <a:ext cx="122405" cy="123560"/>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8" name="Rectangle 298">
                    <a:extLst>
                      <a:ext uri="{FF2B5EF4-FFF2-40B4-BE49-F238E27FC236}">
                        <a16:creationId xmlns:a16="http://schemas.microsoft.com/office/drawing/2014/main" xmlns="" id="{2E61ABAE-57DA-DB10-8920-87BD8C100700}"/>
                      </a:ext>
                    </a:extLst>
                  </p:cNvPr>
                  <p:cNvSpPr>
                    <a:spLocks noChangeArrowheads="1"/>
                  </p:cNvSpPr>
                  <p:nvPr/>
                </p:nvSpPr>
                <p:spPr bwMode="gray">
                  <a:xfrm rot="5400000" flipH="1">
                    <a:off x="3308730" y="1659747"/>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9" name="Freeform 299">
                    <a:extLst>
                      <a:ext uri="{FF2B5EF4-FFF2-40B4-BE49-F238E27FC236}">
                        <a16:creationId xmlns:a16="http://schemas.microsoft.com/office/drawing/2014/main" xmlns="" id="{DC380F1B-6CD8-2203-A709-4CEC51C3D12D}"/>
                      </a:ext>
                    </a:extLst>
                  </p:cNvPr>
                  <p:cNvSpPr>
                    <a:spLocks/>
                  </p:cNvSpPr>
                  <p:nvPr/>
                </p:nvSpPr>
                <p:spPr bwMode="gray">
                  <a:xfrm rot="5400000" flipH="1">
                    <a:off x="3396490" y="1589307"/>
                    <a:ext cx="70442" cy="105085"/>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0" name="Freeform 300">
                    <a:extLst>
                      <a:ext uri="{FF2B5EF4-FFF2-40B4-BE49-F238E27FC236}">
                        <a16:creationId xmlns:a16="http://schemas.microsoft.com/office/drawing/2014/main" xmlns="" id="{794845E6-C057-FBE4-C583-9A98439B951B}"/>
                      </a:ext>
                    </a:extLst>
                  </p:cNvPr>
                  <p:cNvSpPr>
                    <a:spLocks/>
                  </p:cNvSpPr>
                  <p:nvPr/>
                </p:nvSpPr>
                <p:spPr bwMode="gray">
                  <a:xfrm rot="5400000" flipH="1">
                    <a:off x="3274088" y="1677069"/>
                    <a:ext cx="139725" cy="70442"/>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1" name="Freeform 301">
                    <a:extLst>
                      <a:ext uri="{FF2B5EF4-FFF2-40B4-BE49-F238E27FC236}">
                        <a16:creationId xmlns:a16="http://schemas.microsoft.com/office/drawing/2014/main" xmlns="" id="{724DA2A3-043B-14C7-746A-C6604847CDB6}"/>
                      </a:ext>
                    </a:extLst>
                  </p:cNvPr>
                  <p:cNvSpPr>
                    <a:spLocks/>
                  </p:cNvSpPr>
                  <p:nvPr/>
                </p:nvSpPr>
                <p:spPr bwMode="gray">
                  <a:xfrm rot="5400000" flipH="1">
                    <a:off x="3282171" y="1581225"/>
                    <a:ext cx="53118" cy="69287"/>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2" name="Rectangle 302">
                    <a:extLst>
                      <a:ext uri="{FF2B5EF4-FFF2-40B4-BE49-F238E27FC236}">
                        <a16:creationId xmlns:a16="http://schemas.microsoft.com/office/drawing/2014/main" xmlns="" id="{217FA7FA-23D1-996A-44C1-AC502BB67AE6}"/>
                      </a:ext>
                    </a:extLst>
                  </p:cNvPr>
                  <p:cNvSpPr>
                    <a:spLocks noChangeArrowheads="1"/>
                  </p:cNvSpPr>
                  <p:nvPr/>
                </p:nvSpPr>
                <p:spPr bwMode="gray">
                  <a:xfrm rot="5400000" flipH="1">
                    <a:off x="3167853" y="1623949"/>
                    <a:ext cx="18475"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3" name="Freeform 303">
                    <a:extLst>
                      <a:ext uri="{FF2B5EF4-FFF2-40B4-BE49-F238E27FC236}">
                        <a16:creationId xmlns:a16="http://schemas.microsoft.com/office/drawing/2014/main" xmlns="" id="{B1E03398-A94C-1D07-CE24-C88ABC121AA4}"/>
                      </a:ext>
                    </a:extLst>
                  </p:cNvPr>
                  <p:cNvSpPr>
                    <a:spLocks/>
                  </p:cNvSpPr>
                  <p:nvPr/>
                </p:nvSpPr>
                <p:spPr bwMode="gray">
                  <a:xfrm rot="5400000" flipH="1">
                    <a:off x="3484255" y="1589307"/>
                    <a:ext cx="70442" cy="35798"/>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4" name="Rectangle 304">
                    <a:extLst>
                      <a:ext uri="{FF2B5EF4-FFF2-40B4-BE49-F238E27FC236}">
                        <a16:creationId xmlns:a16="http://schemas.microsoft.com/office/drawing/2014/main" xmlns="" id="{C57B5F8F-4F36-BE57-03AB-9BB5BD87D796}"/>
                      </a:ext>
                    </a:extLst>
                  </p:cNvPr>
                  <p:cNvSpPr>
                    <a:spLocks noChangeArrowheads="1"/>
                  </p:cNvSpPr>
                  <p:nvPr/>
                </p:nvSpPr>
                <p:spPr bwMode="gray">
                  <a:xfrm rot="5400000" flipH="1">
                    <a:off x="3361848" y="1606629"/>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5" name="Rectangle 305">
                    <a:extLst>
                      <a:ext uri="{FF2B5EF4-FFF2-40B4-BE49-F238E27FC236}">
                        <a16:creationId xmlns:a16="http://schemas.microsoft.com/office/drawing/2014/main" xmlns="" id="{81301E45-EC0B-D700-FFC0-125826FF6428}"/>
                      </a:ext>
                    </a:extLst>
                  </p:cNvPr>
                  <p:cNvSpPr>
                    <a:spLocks noChangeArrowheads="1"/>
                  </p:cNvSpPr>
                  <p:nvPr/>
                </p:nvSpPr>
                <p:spPr bwMode="gray">
                  <a:xfrm rot="5400000" flipH="1">
                    <a:off x="3413811" y="1589305"/>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6" name="Rectangle 306">
                    <a:extLst>
                      <a:ext uri="{FF2B5EF4-FFF2-40B4-BE49-F238E27FC236}">
                        <a16:creationId xmlns:a16="http://schemas.microsoft.com/office/drawing/2014/main" xmlns="" id="{AB9143C2-CAFE-90C5-5815-6C37F669F5A3}"/>
                      </a:ext>
                    </a:extLst>
                  </p:cNvPr>
                  <p:cNvSpPr>
                    <a:spLocks noChangeArrowheads="1"/>
                  </p:cNvSpPr>
                  <p:nvPr/>
                </p:nvSpPr>
                <p:spPr bwMode="gray">
                  <a:xfrm rot="5400000" flipH="1">
                    <a:off x="3466930" y="1571985"/>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7" name="Rectangle 307">
                    <a:extLst>
                      <a:ext uri="{FF2B5EF4-FFF2-40B4-BE49-F238E27FC236}">
                        <a16:creationId xmlns:a16="http://schemas.microsoft.com/office/drawing/2014/main" xmlns="" id="{4CB0359D-E92C-70BD-384B-AC16F4FC93B4}"/>
                      </a:ext>
                    </a:extLst>
                  </p:cNvPr>
                  <p:cNvSpPr>
                    <a:spLocks noChangeArrowheads="1"/>
                  </p:cNvSpPr>
                  <p:nvPr/>
                </p:nvSpPr>
                <p:spPr bwMode="gray">
                  <a:xfrm rot="5400000" flipH="1">
                    <a:off x="3431714" y="1571410"/>
                    <a:ext cx="17324"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8" name="Freeform 308">
                    <a:extLst>
                      <a:ext uri="{FF2B5EF4-FFF2-40B4-BE49-F238E27FC236}">
                        <a16:creationId xmlns:a16="http://schemas.microsoft.com/office/drawing/2014/main" xmlns="" id="{7F8EFE76-283B-4AE3-2E8F-1EECC185A974}"/>
                      </a:ext>
                    </a:extLst>
                  </p:cNvPr>
                  <p:cNvSpPr>
                    <a:spLocks/>
                  </p:cNvSpPr>
                  <p:nvPr/>
                </p:nvSpPr>
                <p:spPr bwMode="gray">
                  <a:xfrm rot="5400000" flipH="1">
                    <a:off x="3360695" y="1536189"/>
                    <a:ext cx="53118" cy="87762"/>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9" name="Rectangle 309">
                    <a:extLst>
                      <a:ext uri="{FF2B5EF4-FFF2-40B4-BE49-F238E27FC236}">
                        <a16:creationId xmlns:a16="http://schemas.microsoft.com/office/drawing/2014/main" xmlns="" id="{A1BF43C1-DEE2-1887-0C5D-EE4D5F2F19D0}"/>
                      </a:ext>
                    </a:extLst>
                  </p:cNvPr>
                  <p:cNvSpPr>
                    <a:spLocks noChangeArrowheads="1"/>
                  </p:cNvSpPr>
                  <p:nvPr/>
                </p:nvSpPr>
                <p:spPr bwMode="gray">
                  <a:xfrm rot="5400000" flipH="1">
                    <a:off x="3518900" y="1553511"/>
                    <a:ext cx="18475"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0" name="Rectangle 310">
                    <a:extLst>
                      <a:ext uri="{FF2B5EF4-FFF2-40B4-BE49-F238E27FC236}">
                        <a16:creationId xmlns:a16="http://schemas.microsoft.com/office/drawing/2014/main" xmlns="" id="{F5D94525-C9EA-1B58-CBF5-25F6C5BB2956}"/>
                      </a:ext>
                    </a:extLst>
                  </p:cNvPr>
                  <p:cNvSpPr>
                    <a:spLocks noChangeArrowheads="1"/>
                  </p:cNvSpPr>
                  <p:nvPr/>
                </p:nvSpPr>
                <p:spPr bwMode="gray">
                  <a:xfrm rot="5400000" flipH="1">
                    <a:off x="3449034" y="155408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1" name="Freeform 311">
                    <a:extLst>
                      <a:ext uri="{FF2B5EF4-FFF2-40B4-BE49-F238E27FC236}">
                        <a16:creationId xmlns:a16="http://schemas.microsoft.com/office/drawing/2014/main" xmlns="" id="{3BE5C137-2578-F14D-4C2F-FA07ED5E7FA5}"/>
                      </a:ext>
                    </a:extLst>
                  </p:cNvPr>
                  <p:cNvSpPr>
                    <a:spLocks/>
                  </p:cNvSpPr>
                  <p:nvPr/>
                </p:nvSpPr>
                <p:spPr bwMode="gray">
                  <a:xfrm rot="5400000" flipH="1">
                    <a:off x="3449036" y="1449003"/>
                    <a:ext cx="53118" cy="51963"/>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2" name="Freeform 312">
                    <a:extLst>
                      <a:ext uri="{FF2B5EF4-FFF2-40B4-BE49-F238E27FC236}">
                        <a16:creationId xmlns:a16="http://schemas.microsoft.com/office/drawing/2014/main" xmlns="" id="{0545E04A-183B-8E77-53EB-ECD4CBA909AE}"/>
                      </a:ext>
                    </a:extLst>
                  </p:cNvPr>
                  <p:cNvSpPr>
                    <a:spLocks noEditPoints="1"/>
                  </p:cNvSpPr>
                  <p:nvPr/>
                </p:nvSpPr>
                <p:spPr bwMode="gray">
                  <a:xfrm rot="5400000" flipH="1">
                    <a:off x="3176510" y="1422445"/>
                    <a:ext cx="229797" cy="210167"/>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3" name="Freeform 313">
                    <a:extLst>
                      <a:ext uri="{FF2B5EF4-FFF2-40B4-BE49-F238E27FC236}">
                        <a16:creationId xmlns:a16="http://schemas.microsoft.com/office/drawing/2014/main" xmlns="" id="{747D7E5A-8E15-A237-55EE-35E85309AE5A}"/>
                      </a:ext>
                    </a:extLst>
                  </p:cNvPr>
                  <p:cNvSpPr>
                    <a:spLocks noEditPoints="1"/>
                  </p:cNvSpPr>
                  <p:nvPr/>
                </p:nvSpPr>
                <p:spPr bwMode="gray">
                  <a:xfrm rot="5400000" flipH="1">
                    <a:off x="3141292" y="1439191"/>
                    <a:ext cx="159359" cy="106237"/>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4" name="Freeform 314">
                    <a:extLst>
                      <a:ext uri="{FF2B5EF4-FFF2-40B4-BE49-F238E27FC236}">
                        <a16:creationId xmlns:a16="http://schemas.microsoft.com/office/drawing/2014/main" xmlns="" id="{EA62B549-5467-3284-9F26-22A210987CAE}"/>
                      </a:ext>
                    </a:extLst>
                  </p:cNvPr>
                  <p:cNvSpPr>
                    <a:spLocks noEditPoints="1"/>
                  </p:cNvSpPr>
                  <p:nvPr/>
                </p:nvSpPr>
                <p:spPr bwMode="gray">
                  <a:xfrm rot="5400000" flipH="1">
                    <a:off x="3413815" y="1412631"/>
                    <a:ext cx="123560" cy="123560"/>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5" name="Rectangle 315">
                    <a:extLst>
                      <a:ext uri="{FF2B5EF4-FFF2-40B4-BE49-F238E27FC236}">
                        <a16:creationId xmlns:a16="http://schemas.microsoft.com/office/drawing/2014/main" xmlns="" id="{DB559F44-41F3-9DB2-9397-698EEA5D9A72}"/>
                      </a:ext>
                    </a:extLst>
                  </p:cNvPr>
                  <p:cNvSpPr>
                    <a:spLocks noChangeArrowheads="1"/>
                  </p:cNvSpPr>
                  <p:nvPr/>
                </p:nvSpPr>
                <p:spPr bwMode="gray">
                  <a:xfrm rot="5400000" flipH="1">
                    <a:off x="3378592" y="141320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300" name="TextBox 299">
                  <a:extLst>
                    <a:ext uri="{FF2B5EF4-FFF2-40B4-BE49-F238E27FC236}">
                      <a16:creationId xmlns:a16="http://schemas.microsoft.com/office/drawing/2014/main" xmlns="" id="{5AE006B4-43D2-FE92-BD21-6692C5A0E336}"/>
                    </a:ext>
                  </a:extLst>
                </p:cNvPr>
                <p:cNvSpPr txBox="1">
                  <a:spLocks/>
                </p:cNvSpPr>
                <p:nvPr/>
              </p:nvSpPr>
              <p:spPr bwMode="gray">
                <a:xfrm>
                  <a:off x="3137664" y="1174436"/>
                  <a:ext cx="434553" cy="344408"/>
                </a:xfrm>
                <a:prstGeom prst="rect">
                  <a:avLst/>
                </a:prstGeom>
              </p:spPr>
              <p:txBody>
                <a:bodyPr vert="horz" wrap="square" lIns="0" tIns="0" rIns="0" bIns="0"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
                      <a:srgbClr val="44546A"/>
                    </a:buClr>
                    <a:defRPr/>
                  </a:pPr>
                  <a:r>
                    <a:rPr lang="en-US" sz="1050" dirty="0">
                      <a:latin typeface="Calibri" panose="020F0502020204030204"/>
                    </a:rPr>
                    <a:t>Pay by IPS ET</a:t>
                  </a:r>
                </a:p>
              </p:txBody>
            </p:sp>
          </p:grpSp>
        </p:grpSp>
        <p:grpSp>
          <p:nvGrpSpPr>
            <p:cNvPr id="11" name="Group 10">
              <a:extLst>
                <a:ext uri="{FF2B5EF4-FFF2-40B4-BE49-F238E27FC236}">
                  <a16:creationId xmlns:a16="http://schemas.microsoft.com/office/drawing/2014/main" xmlns="" id="{FECCB528-B64A-DE55-2E95-37FAEC82B62C}"/>
                </a:ext>
              </a:extLst>
            </p:cNvPr>
            <p:cNvGrpSpPr>
              <a:grpSpLocks/>
            </p:cNvGrpSpPr>
            <p:nvPr/>
          </p:nvGrpSpPr>
          <p:grpSpPr>
            <a:xfrm>
              <a:off x="161987" y="3067087"/>
              <a:ext cx="11725483" cy="738664"/>
              <a:chOff x="161987" y="2700947"/>
              <a:chExt cx="11725483" cy="738664"/>
            </a:xfrm>
          </p:grpSpPr>
          <p:sp>
            <p:nvSpPr>
              <p:cNvPr id="274" name="TextBox 273">
                <a:extLst>
                  <a:ext uri="{FF2B5EF4-FFF2-40B4-BE49-F238E27FC236}">
                    <a16:creationId xmlns:a16="http://schemas.microsoft.com/office/drawing/2014/main" xmlns="" id="{BB24525F-E118-E9D9-EACD-1C668D74A6C6}"/>
                  </a:ext>
                </a:extLst>
              </p:cNvPr>
              <p:cNvSpPr txBox="1">
                <a:spLocks/>
              </p:cNvSpPr>
              <p:nvPr/>
            </p:nvSpPr>
            <p:spPr>
              <a:xfrm>
                <a:off x="161987" y="2700947"/>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1</a:t>
                </a:r>
              </a:p>
            </p:txBody>
          </p:sp>
          <p:sp>
            <p:nvSpPr>
              <p:cNvPr id="275" name="TextBox 274">
                <a:extLst>
                  <a:ext uri="{FF2B5EF4-FFF2-40B4-BE49-F238E27FC236}">
                    <a16:creationId xmlns:a16="http://schemas.microsoft.com/office/drawing/2014/main" xmlns="" id="{40713DC5-A0D8-3F93-3557-E8FBA823B9C6}"/>
                  </a:ext>
                </a:extLst>
              </p:cNvPr>
              <p:cNvSpPr txBox="1">
                <a:spLocks/>
              </p:cNvSpPr>
              <p:nvPr/>
            </p:nvSpPr>
            <p:spPr>
              <a:xfrm>
                <a:off x="3263899" y="2700947"/>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2</a:t>
                </a:r>
              </a:p>
            </p:txBody>
          </p:sp>
          <p:sp>
            <p:nvSpPr>
              <p:cNvPr id="276" name="TextBox 275">
                <a:extLst>
                  <a:ext uri="{FF2B5EF4-FFF2-40B4-BE49-F238E27FC236}">
                    <a16:creationId xmlns:a16="http://schemas.microsoft.com/office/drawing/2014/main" xmlns="" id="{E106EBAA-CBE1-38D7-B621-1F101115DD14}"/>
                  </a:ext>
                </a:extLst>
              </p:cNvPr>
              <p:cNvSpPr txBox="1"/>
              <p:nvPr/>
            </p:nvSpPr>
            <p:spPr>
              <a:xfrm>
                <a:off x="6365811" y="2700947"/>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3</a:t>
                </a:r>
              </a:p>
            </p:txBody>
          </p:sp>
          <p:sp>
            <p:nvSpPr>
              <p:cNvPr id="277" name="TextBox 276">
                <a:extLst>
                  <a:ext uri="{FF2B5EF4-FFF2-40B4-BE49-F238E27FC236}">
                    <a16:creationId xmlns:a16="http://schemas.microsoft.com/office/drawing/2014/main" xmlns="" id="{15B2BFBF-297F-BCC7-135B-FDD789A94F34}"/>
                  </a:ext>
                </a:extLst>
              </p:cNvPr>
              <p:cNvSpPr txBox="1"/>
              <p:nvPr/>
            </p:nvSpPr>
            <p:spPr>
              <a:xfrm>
                <a:off x="9467721" y="2700947"/>
                <a:ext cx="192473" cy="430887"/>
              </a:xfrm>
              <a:prstGeom prst="rect">
                <a:avLst/>
              </a:prstGeom>
            </p:spPr>
            <p:txBody>
              <a:bodyPr vert="horz" wrap="squar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4</a:t>
                </a:r>
              </a:p>
            </p:txBody>
          </p:sp>
          <p:sp>
            <p:nvSpPr>
              <p:cNvPr id="278" name="TextBox 277">
                <a:extLst>
                  <a:ext uri="{FF2B5EF4-FFF2-40B4-BE49-F238E27FC236}">
                    <a16:creationId xmlns:a16="http://schemas.microsoft.com/office/drawing/2014/main" xmlns="" id="{DF636065-A06E-59B1-3F16-BF20121A38DF}"/>
                  </a:ext>
                </a:extLst>
              </p:cNvPr>
              <p:cNvSpPr txBox="1">
                <a:spLocks/>
              </p:cNvSpPr>
              <p:nvPr/>
            </p:nvSpPr>
            <p:spPr>
              <a:xfrm>
                <a:off x="518159" y="2700947"/>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tells payment total</a:t>
                </a:r>
              </a:p>
            </p:txBody>
          </p:sp>
          <p:sp>
            <p:nvSpPr>
              <p:cNvPr id="279" name="TextBox 278">
                <a:extLst>
                  <a:ext uri="{FF2B5EF4-FFF2-40B4-BE49-F238E27FC236}">
                    <a16:creationId xmlns:a16="http://schemas.microsoft.com/office/drawing/2014/main" xmlns="" id="{132FF88F-4803-83F3-9B6E-9F64C1126CA8}"/>
                  </a:ext>
                </a:extLst>
              </p:cNvPr>
              <p:cNvSpPr txBox="1">
                <a:spLocks/>
              </p:cNvSpPr>
              <p:nvPr/>
            </p:nvSpPr>
            <p:spPr>
              <a:xfrm>
                <a:off x="9823893" y="2700947"/>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inputs payment total</a:t>
                </a:r>
              </a:p>
            </p:txBody>
          </p:sp>
          <p:sp>
            <p:nvSpPr>
              <p:cNvPr id="280" name="TextBox 279">
                <a:extLst>
                  <a:ext uri="{FF2B5EF4-FFF2-40B4-BE49-F238E27FC236}">
                    <a16:creationId xmlns:a16="http://schemas.microsoft.com/office/drawing/2014/main" xmlns="" id="{00AC283C-75B6-6C11-097D-AEF0733D75B4}"/>
                  </a:ext>
                </a:extLst>
              </p:cNvPr>
              <p:cNvSpPr txBox="1">
                <a:spLocks/>
              </p:cNvSpPr>
              <p:nvPr/>
            </p:nvSpPr>
            <p:spPr>
              <a:xfrm>
                <a:off x="6721983" y="2700947"/>
                <a:ext cx="206357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scans merchant static (e.g., printed) QR</a:t>
                </a:r>
              </a:p>
            </p:txBody>
          </p:sp>
          <p:sp>
            <p:nvSpPr>
              <p:cNvPr id="281" name="TextBox 280">
                <a:extLst>
                  <a:ext uri="{FF2B5EF4-FFF2-40B4-BE49-F238E27FC236}">
                    <a16:creationId xmlns:a16="http://schemas.microsoft.com/office/drawing/2014/main" xmlns="" id="{8B74E8CB-8425-C941-EA8B-4295E1042BA3}"/>
                  </a:ext>
                </a:extLst>
              </p:cNvPr>
              <p:cNvSpPr txBox="1">
                <a:spLocks/>
              </p:cNvSpPr>
              <p:nvPr/>
            </p:nvSpPr>
            <p:spPr>
              <a:xfrm>
                <a:off x="3620071" y="2700947"/>
                <a:ext cx="206357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opens payment app with QR code scanner</a:t>
                </a:r>
              </a:p>
            </p:txBody>
          </p:sp>
        </p:grpSp>
        <p:cxnSp>
          <p:nvCxnSpPr>
            <p:cNvPr id="12" name="Straight Connector 11">
              <a:extLst>
                <a:ext uri="{FF2B5EF4-FFF2-40B4-BE49-F238E27FC236}">
                  <a16:creationId xmlns:a16="http://schemas.microsoft.com/office/drawing/2014/main" xmlns="" id="{5B42E2B1-E3C9-774C-586F-0EAE44D7B55E}"/>
                </a:ext>
              </a:extLst>
            </p:cNvPr>
            <p:cNvCxnSpPr>
              <a:cxnSpLocks/>
            </p:cNvCxnSpPr>
            <p:nvPr/>
          </p:nvCxnSpPr>
          <p:spPr>
            <a:xfrm>
              <a:off x="161987" y="3008758"/>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129AB650-B59D-8874-39F7-ACCBF6F45C53}"/>
                </a:ext>
              </a:extLst>
            </p:cNvPr>
            <p:cNvCxnSpPr>
              <a:cxnSpLocks/>
            </p:cNvCxnSpPr>
            <p:nvPr/>
          </p:nvCxnSpPr>
          <p:spPr>
            <a:xfrm>
              <a:off x="3263899" y="3008758"/>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B02A1489-1FB5-4EBE-3C4D-8F67D1866E6A}"/>
                </a:ext>
              </a:extLst>
            </p:cNvPr>
            <p:cNvCxnSpPr>
              <a:cxnSpLocks/>
            </p:cNvCxnSpPr>
            <p:nvPr/>
          </p:nvCxnSpPr>
          <p:spPr>
            <a:xfrm>
              <a:off x="6365811" y="3008758"/>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4D073480-7663-C30E-AD25-2B1496BB5E31}"/>
                </a:ext>
              </a:extLst>
            </p:cNvPr>
            <p:cNvCxnSpPr>
              <a:cxnSpLocks/>
            </p:cNvCxnSpPr>
            <p:nvPr/>
          </p:nvCxnSpPr>
          <p:spPr>
            <a:xfrm>
              <a:off x="9467721" y="3008758"/>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xmlns="" id="{98778271-53D8-FBFE-7CD6-8D2D3F447021}"/>
                </a:ext>
              </a:extLst>
            </p:cNvPr>
            <p:cNvGrpSpPr/>
            <p:nvPr/>
          </p:nvGrpSpPr>
          <p:grpSpPr>
            <a:xfrm>
              <a:off x="10140545" y="4207496"/>
              <a:ext cx="1074102" cy="1132920"/>
              <a:chOff x="10347676" y="3913568"/>
              <a:chExt cx="1271894" cy="1341543"/>
            </a:xfrm>
          </p:grpSpPr>
          <p:sp>
            <p:nvSpPr>
              <p:cNvPr id="161" name="Rectangle 1894">
                <a:extLst>
                  <a:ext uri="{FF2B5EF4-FFF2-40B4-BE49-F238E27FC236}">
                    <a16:creationId xmlns:a16="http://schemas.microsoft.com/office/drawing/2014/main" xmlns="" id="{981FC97A-21AD-E57E-A7A3-111E98F53797}"/>
                  </a:ext>
                </a:extLst>
              </p:cNvPr>
              <p:cNvSpPr>
                <a:spLocks noChangeArrowheads="1"/>
              </p:cNvSpPr>
              <p:nvPr/>
            </p:nvSpPr>
            <p:spPr bwMode="gray">
              <a:xfrm>
                <a:off x="10923432" y="4151020"/>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2" name="Freeform 1922">
                <a:extLst>
                  <a:ext uri="{FF2B5EF4-FFF2-40B4-BE49-F238E27FC236}">
                    <a16:creationId xmlns:a16="http://schemas.microsoft.com/office/drawing/2014/main" xmlns="" id="{EA411FAE-754D-99AD-3CCE-899A8824F7BA}"/>
                  </a:ext>
                </a:extLst>
              </p:cNvPr>
              <p:cNvSpPr>
                <a:spLocks/>
              </p:cNvSpPr>
              <p:nvPr/>
            </p:nvSpPr>
            <p:spPr bwMode="gray">
              <a:xfrm>
                <a:off x="10347676" y="3913568"/>
                <a:ext cx="472350" cy="349795"/>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3" name="Freeform 2596">
                <a:extLst>
                  <a:ext uri="{FF2B5EF4-FFF2-40B4-BE49-F238E27FC236}">
                    <a16:creationId xmlns:a16="http://schemas.microsoft.com/office/drawing/2014/main" xmlns="" id="{46506739-9647-7AF4-340D-0D32D9C2CE3B}"/>
                  </a:ext>
                </a:extLst>
              </p:cNvPr>
              <p:cNvSpPr>
                <a:spLocks/>
              </p:cNvSpPr>
              <p:nvPr/>
            </p:nvSpPr>
            <p:spPr bwMode="gray">
              <a:xfrm>
                <a:off x="11034499" y="4338683"/>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4" name="Freeform 2597">
                <a:extLst>
                  <a:ext uri="{FF2B5EF4-FFF2-40B4-BE49-F238E27FC236}">
                    <a16:creationId xmlns:a16="http://schemas.microsoft.com/office/drawing/2014/main" xmlns="" id="{A3E69453-6863-E047-F0D9-C5C3D9A52526}"/>
                  </a:ext>
                </a:extLst>
              </p:cNvPr>
              <p:cNvSpPr>
                <a:spLocks/>
              </p:cNvSpPr>
              <p:nvPr/>
            </p:nvSpPr>
            <p:spPr bwMode="gray">
              <a:xfrm>
                <a:off x="11051095" y="4387194"/>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5" name="Freeform 2598">
                <a:extLst>
                  <a:ext uri="{FF2B5EF4-FFF2-40B4-BE49-F238E27FC236}">
                    <a16:creationId xmlns:a16="http://schemas.microsoft.com/office/drawing/2014/main" xmlns="" id="{BB32C710-1EA9-FC0A-0587-748F65010EF9}"/>
                  </a:ext>
                </a:extLst>
              </p:cNvPr>
              <p:cNvSpPr>
                <a:spLocks/>
              </p:cNvSpPr>
              <p:nvPr/>
            </p:nvSpPr>
            <p:spPr bwMode="gray">
              <a:xfrm>
                <a:off x="10798323" y="4345066"/>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6" name="Freeform 2599">
                <a:extLst>
                  <a:ext uri="{FF2B5EF4-FFF2-40B4-BE49-F238E27FC236}">
                    <a16:creationId xmlns:a16="http://schemas.microsoft.com/office/drawing/2014/main" xmlns="" id="{1A4FD41D-C07A-F6B0-413B-E4E8BB7F4382}"/>
                  </a:ext>
                </a:extLst>
              </p:cNvPr>
              <p:cNvSpPr>
                <a:spLocks/>
              </p:cNvSpPr>
              <p:nvPr/>
            </p:nvSpPr>
            <p:spPr bwMode="gray">
              <a:xfrm>
                <a:off x="10812367" y="4388471"/>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7" name="Freeform 2600">
                <a:extLst>
                  <a:ext uri="{FF2B5EF4-FFF2-40B4-BE49-F238E27FC236}">
                    <a16:creationId xmlns:a16="http://schemas.microsoft.com/office/drawing/2014/main" xmlns="" id="{A8B1106D-9394-97B8-D516-6ABCF682CEB5}"/>
                  </a:ext>
                </a:extLst>
              </p:cNvPr>
              <p:cNvSpPr>
                <a:spLocks/>
              </p:cNvSpPr>
              <p:nvPr/>
            </p:nvSpPr>
            <p:spPr bwMode="gray">
              <a:xfrm>
                <a:off x="10911943" y="4136977"/>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8" name="Freeform 2601">
                <a:extLst>
                  <a:ext uri="{FF2B5EF4-FFF2-40B4-BE49-F238E27FC236}">
                    <a16:creationId xmlns:a16="http://schemas.microsoft.com/office/drawing/2014/main" xmlns="" id="{A68029CB-52D2-DEE0-026A-13EF21FCD09B}"/>
                  </a:ext>
                </a:extLst>
              </p:cNvPr>
              <p:cNvSpPr>
                <a:spLocks/>
              </p:cNvSpPr>
              <p:nvPr/>
            </p:nvSpPr>
            <p:spPr bwMode="gray">
              <a:xfrm>
                <a:off x="10940029" y="4234000"/>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9" name="Freeform 2602">
                <a:extLst>
                  <a:ext uri="{FF2B5EF4-FFF2-40B4-BE49-F238E27FC236}">
                    <a16:creationId xmlns:a16="http://schemas.microsoft.com/office/drawing/2014/main" xmlns="" id="{3BBEDE19-300C-CF03-3345-D02E2B9A91D6}"/>
                  </a:ext>
                </a:extLst>
              </p:cNvPr>
              <p:cNvSpPr>
                <a:spLocks/>
              </p:cNvSpPr>
              <p:nvPr/>
            </p:nvSpPr>
            <p:spPr bwMode="gray">
              <a:xfrm>
                <a:off x="10834069" y="4285065"/>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0" name="Freeform 2603">
                <a:extLst>
                  <a:ext uri="{FF2B5EF4-FFF2-40B4-BE49-F238E27FC236}">
                    <a16:creationId xmlns:a16="http://schemas.microsoft.com/office/drawing/2014/main" xmlns="" id="{EB8054F5-2F77-4EC1-AFFA-C56D44DBACD8}"/>
                  </a:ext>
                </a:extLst>
              </p:cNvPr>
              <p:cNvSpPr>
                <a:spLocks/>
              </p:cNvSpPr>
              <p:nvPr/>
            </p:nvSpPr>
            <p:spPr bwMode="gray">
              <a:xfrm>
                <a:off x="10834069" y="4382088"/>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1" name="Freeform 2604">
                <a:extLst>
                  <a:ext uri="{FF2B5EF4-FFF2-40B4-BE49-F238E27FC236}">
                    <a16:creationId xmlns:a16="http://schemas.microsoft.com/office/drawing/2014/main" xmlns="" id="{D35D35A9-DDA4-091D-F53C-A87C89006CE7}"/>
                  </a:ext>
                </a:extLst>
              </p:cNvPr>
              <p:cNvSpPr>
                <a:spLocks/>
              </p:cNvSpPr>
              <p:nvPr/>
            </p:nvSpPr>
            <p:spPr bwMode="gray">
              <a:xfrm>
                <a:off x="10846835" y="4388471"/>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2" name="Freeform 2605">
                <a:extLst>
                  <a:ext uri="{FF2B5EF4-FFF2-40B4-BE49-F238E27FC236}">
                    <a16:creationId xmlns:a16="http://schemas.microsoft.com/office/drawing/2014/main" xmlns="" id="{1E616CE7-0F83-4FA7-C068-42941FE8CB11}"/>
                  </a:ext>
                </a:extLst>
              </p:cNvPr>
              <p:cNvSpPr>
                <a:spLocks noEditPoints="1"/>
              </p:cNvSpPr>
              <p:nvPr/>
            </p:nvSpPr>
            <p:spPr bwMode="gray">
              <a:xfrm>
                <a:off x="10834069" y="4290171"/>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3" name="Freeform 2606">
                <a:extLst>
                  <a:ext uri="{FF2B5EF4-FFF2-40B4-BE49-F238E27FC236}">
                    <a16:creationId xmlns:a16="http://schemas.microsoft.com/office/drawing/2014/main" xmlns="" id="{C1FAE96D-7074-55AE-A1BD-EEB159C917DE}"/>
                  </a:ext>
                </a:extLst>
              </p:cNvPr>
              <p:cNvSpPr>
                <a:spLocks/>
              </p:cNvSpPr>
              <p:nvPr/>
            </p:nvSpPr>
            <p:spPr bwMode="gray">
              <a:xfrm>
                <a:off x="10834069" y="4290171"/>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4" name="Freeform 2607">
                <a:extLst>
                  <a:ext uri="{FF2B5EF4-FFF2-40B4-BE49-F238E27FC236}">
                    <a16:creationId xmlns:a16="http://schemas.microsoft.com/office/drawing/2014/main" xmlns="" id="{8802AE0B-3E62-B081-3AB7-E008E97FFBA1}"/>
                  </a:ext>
                </a:extLst>
              </p:cNvPr>
              <p:cNvSpPr>
                <a:spLocks noEditPoints="1"/>
              </p:cNvSpPr>
              <p:nvPr/>
            </p:nvSpPr>
            <p:spPr bwMode="gray">
              <a:xfrm>
                <a:off x="10876198" y="4408897"/>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5" name="Freeform 2608">
                <a:extLst>
                  <a:ext uri="{FF2B5EF4-FFF2-40B4-BE49-F238E27FC236}">
                    <a16:creationId xmlns:a16="http://schemas.microsoft.com/office/drawing/2014/main" xmlns="" id="{D43DAED6-305C-6136-BC18-53AC141F8CE8}"/>
                  </a:ext>
                </a:extLst>
              </p:cNvPr>
              <p:cNvSpPr>
                <a:spLocks/>
              </p:cNvSpPr>
              <p:nvPr/>
            </p:nvSpPr>
            <p:spPr bwMode="gray">
              <a:xfrm>
                <a:off x="10878751" y="4407620"/>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6" name="Freeform 2609">
                <a:extLst>
                  <a:ext uri="{FF2B5EF4-FFF2-40B4-BE49-F238E27FC236}">
                    <a16:creationId xmlns:a16="http://schemas.microsoft.com/office/drawing/2014/main" xmlns="" id="{497B5CEE-A008-411C-137A-1C54458D2FE5}"/>
                  </a:ext>
                </a:extLst>
              </p:cNvPr>
              <p:cNvSpPr>
                <a:spLocks/>
              </p:cNvSpPr>
              <p:nvPr/>
            </p:nvSpPr>
            <p:spPr bwMode="gray">
              <a:xfrm>
                <a:off x="10876198" y="4387194"/>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7" name="Freeform 2610">
                <a:extLst>
                  <a:ext uri="{FF2B5EF4-FFF2-40B4-BE49-F238E27FC236}">
                    <a16:creationId xmlns:a16="http://schemas.microsoft.com/office/drawing/2014/main" xmlns="" id="{56369234-6838-B9D3-DA9F-3C560194B72D}"/>
                  </a:ext>
                </a:extLst>
              </p:cNvPr>
              <p:cNvSpPr>
                <a:spLocks/>
              </p:cNvSpPr>
              <p:nvPr/>
            </p:nvSpPr>
            <p:spPr bwMode="gray">
              <a:xfrm>
                <a:off x="10940029" y="4267192"/>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8" name="Freeform 2611">
                <a:extLst>
                  <a:ext uri="{FF2B5EF4-FFF2-40B4-BE49-F238E27FC236}">
                    <a16:creationId xmlns:a16="http://schemas.microsoft.com/office/drawing/2014/main" xmlns="" id="{08561AAB-FDD2-C555-9BFD-CEFC50057FB9}"/>
                  </a:ext>
                </a:extLst>
              </p:cNvPr>
              <p:cNvSpPr>
                <a:spLocks/>
              </p:cNvSpPr>
              <p:nvPr/>
            </p:nvSpPr>
            <p:spPr bwMode="gray">
              <a:xfrm>
                <a:off x="10871091" y="4558262"/>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9" name="Freeform 2612">
                <a:extLst>
                  <a:ext uri="{FF2B5EF4-FFF2-40B4-BE49-F238E27FC236}">
                    <a16:creationId xmlns:a16="http://schemas.microsoft.com/office/drawing/2014/main" xmlns="" id="{A5D5B1F5-2789-6B58-3AE5-0F3AC0C18F9D}"/>
                  </a:ext>
                </a:extLst>
              </p:cNvPr>
              <p:cNvSpPr>
                <a:spLocks/>
              </p:cNvSpPr>
              <p:nvPr/>
            </p:nvSpPr>
            <p:spPr bwMode="gray">
              <a:xfrm>
                <a:off x="10873644" y="4643796"/>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0" name="Freeform 2613">
                <a:extLst>
                  <a:ext uri="{FF2B5EF4-FFF2-40B4-BE49-F238E27FC236}">
                    <a16:creationId xmlns:a16="http://schemas.microsoft.com/office/drawing/2014/main" xmlns="" id="{A0620EA0-DF84-319D-1504-4DBD80A1F131}"/>
                  </a:ext>
                </a:extLst>
              </p:cNvPr>
              <p:cNvSpPr>
                <a:spLocks/>
              </p:cNvSpPr>
              <p:nvPr/>
            </p:nvSpPr>
            <p:spPr bwMode="gray">
              <a:xfrm>
                <a:off x="10873644" y="4558262"/>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1" name="Freeform 2614">
                <a:extLst>
                  <a:ext uri="{FF2B5EF4-FFF2-40B4-BE49-F238E27FC236}">
                    <a16:creationId xmlns:a16="http://schemas.microsoft.com/office/drawing/2014/main" xmlns="" id="{775BAF98-D5B5-DBA6-8655-D4C695849B39}"/>
                  </a:ext>
                </a:extLst>
              </p:cNvPr>
              <p:cNvSpPr>
                <a:spLocks/>
              </p:cNvSpPr>
              <p:nvPr/>
            </p:nvSpPr>
            <p:spPr bwMode="gray">
              <a:xfrm>
                <a:off x="10966837" y="4102508"/>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2" name="Freeform 2615">
                <a:extLst>
                  <a:ext uri="{FF2B5EF4-FFF2-40B4-BE49-F238E27FC236}">
                    <a16:creationId xmlns:a16="http://schemas.microsoft.com/office/drawing/2014/main" xmlns="" id="{2D22F9B8-C99B-D532-136F-F2010418FA4D}"/>
                  </a:ext>
                </a:extLst>
              </p:cNvPr>
              <p:cNvSpPr>
                <a:spLocks/>
              </p:cNvSpPr>
              <p:nvPr/>
            </p:nvSpPr>
            <p:spPr bwMode="gray">
              <a:xfrm>
                <a:off x="10906837" y="4106338"/>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3" name="Freeform 2616">
                <a:extLst>
                  <a:ext uri="{FF2B5EF4-FFF2-40B4-BE49-F238E27FC236}">
                    <a16:creationId xmlns:a16="http://schemas.microsoft.com/office/drawing/2014/main" xmlns="" id="{896AD6BB-135D-F01C-320A-56B0A98D9AEE}"/>
                  </a:ext>
                </a:extLst>
              </p:cNvPr>
              <p:cNvSpPr>
                <a:spLocks/>
              </p:cNvSpPr>
              <p:nvPr/>
            </p:nvSpPr>
            <p:spPr bwMode="gray">
              <a:xfrm>
                <a:off x="11017902" y="4128041"/>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4" name="Freeform 2618">
                <a:extLst>
                  <a:ext uri="{FF2B5EF4-FFF2-40B4-BE49-F238E27FC236}">
                    <a16:creationId xmlns:a16="http://schemas.microsoft.com/office/drawing/2014/main" xmlns="" id="{51014F13-CE4B-266F-9B47-580ADA0E45FD}"/>
                  </a:ext>
                </a:extLst>
              </p:cNvPr>
              <p:cNvSpPr>
                <a:spLocks/>
              </p:cNvSpPr>
              <p:nvPr/>
            </p:nvSpPr>
            <p:spPr bwMode="gray">
              <a:xfrm>
                <a:off x="10963008" y="4278682"/>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5" name="Freeform 2619">
                <a:extLst>
                  <a:ext uri="{FF2B5EF4-FFF2-40B4-BE49-F238E27FC236}">
                    <a16:creationId xmlns:a16="http://schemas.microsoft.com/office/drawing/2014/main" xmlns="" id="{BA9767B5-3FAF-0513-0FCA-A06C742D2B98}"/>
                  </a:ext>
                </a:extLst>
              </p:cNvPr>
              <p:cNvSpPr>
                <a:spLocks/>
              </p:cNvSpPr>
              <p:nvPr/>
            </p:nvSpPr>
            <p:spPr bwMode="gray">
              <a:xfrm>
                <a:off x="10914496" y="4279959"/>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6" name="Freeform 2623">
                <a:extLst>
                  <a:ext uri="{FF2B5EF4-FFF2-40B4-BE49-F238E27FC236}">
                    <a16:creationId xmlns:a16="http://schemas.microsoft.com/office/drawing/2014/main" xmlns="" id="{495C14B1-C779-67D2-C84D-EF252C19A328}"/>
                  </a:ext>
                </a:extLst>
              </p:cNvPr>
              <p:cNvSpPr>
                <a:spLocks/>
              </p:cNvSpPr>
              <p:nvPr/>
            </p:nvSpPr>
            <p:spPr bwMode="gray">
              <a:xfrm>
                <a:off x="10908114" y="4094848"/>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7" name="Freeform 2624">
                <a:extLst>
                  <a:ext uri="{FF2B5EF4-FFF2-40B4-BE49-F238E27FC236}">
                    <a16:creationId xmlns:a16="http://schemas.microsoft.com/office/drawing/2014/main" xmlns="" id="{E5FB7C38-D829-A620-909B-BA82A8439849}"/>
                  </a:ext>
                </a:extLst>
              </p:cNvPr>
              <p:cNvSpPr>
                <a:spLocks/>
              </p:cNvSpPr>
              <p:nvPr/>
            </p:nvSpPr>
            <p:spPr bwMode="gray">
              <a:xfrm>
                <a:off x="10908114" y="4103785"/>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8" name="Rectangle 3522">
                <a:extLst>
                  <a:ext uri="{FF2B5EF4-FFF2-40B4-BE49-F238E27FC236}">
                    <a16:creationId xmlns:a16="http://schemas.microsoft.com/office/drawing/2014/main" xmlns="" id="{5A8DC2BF-EF8D-91D3-0432-3314EE2FCF50}"/>
                  </a:ext>
                </a:extLst>
              </p:cNvPr>
              <p:cNvSpPr>
                <a:spLocks noChangeArrowheads="1"/>
              </p:cNvSpPr>
              <p:nvPr/>
            </p:nvSpPr>
            <p:spPr bwMode="gray">
              <a:xfrm>
                <a:off x="10403847" y="4656562"/>
                <a:ext cx="1069810" cy="499160"/>
              </a:xfrm>
              <a:prstGeom prst="rect">
                <a:avLst/>
              </a:prstGeom>
              <a:solidFill>
                <a:srgbClr val="EA55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9" name="Rectangle 3523">
                <a:extLst>
                  <a:ext uri="{FF2B5EF4-FFF2-40B4-BE49-F238E27FC236}">
                    <a16:creationId xmlns:a16="http://schemas.microsoft.com/office/drawing/2014/main" xmlns="" id="{E4101E09-049C-46C6-8861-6396342DD7CA}"/>
                  </a:ext>
                </a:extLst>
              </p:cNvPr>
              <p:cNvSpPr>
                <a:spLocks noChangeArrowheads="1"/>
              </p:cNvSpPr>
              <p:nvPr/>
            </p:nvSpPr>
            <p:spPr bwMode="gray">
              <a:xfrm>
                <a:off x="10431933" y="5155721"/>
                <a:ext cx="1041724" cy="62555"/>
              </a:xfrm>
              <a:prstGeom prst="rect">
                <a:avLst/>
              </a:prstGeom>
              <a:solidFill>
                <a:srgbClr val="8EB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90" name="Freeform 3540">
                <a:extLst>
                  <a:ext uri="{FF2B5EF4-FFF2-40B4-BE49-F238E27FC236}">
                    <a16:creationId xmlns:a16="http://schemas.microsoft.com/office/drawing/2014/main" xmlns="" id="{6B6D9190-8DE6-77D4-EE3A-29376DC581A6}"/>
                  </a:ext>
                </a:extLst>
              </p:cNvPr>
              <p:cNvSpPr>
                <a:spLocks/>
              </p:cNvSpPr>
              <p:nvPr/>
            </p:nvSpPr>
            <p:spPr bwMode="gray">
              <a:xfrm>
                <a:off x="10362995" y="4619540"/>
                <a:ext cx="1110662" cy="85534"/>
              </a:xfrm>
              <a:custGeom>
                <a:avLst/>
                <a:gdLst>
                  <a:gd name="T0" fmla="*/ 0 w 3350"/>
                  <a:gd name="T1" fmla="*/ 28 h 257"/>
                  <a:gd name="T2" fmla="*/ 0 w 3350"/>
                  <a:gd name="T3" fmla="*/ 229 h 257"/>
                  <a:gd name="T4" fmla="*/ 27 w 3350"/>
                  <a:gd name="T5" fmla="*/ 257 h 257"/>
                  <a:gd name="T6" fmla="*/ 3350 w 3350"/>
                  <a:gd name="T7" fmla="*/ 257 h 257"/>
                  <a:gd name="T8" fmla="*/ 3350 w 3350"/>
                  <a:gd name="T9" fmla="*/ 0 h 257"/>
                  <a:gd name="T10" fmla="*/ 27 w 3350"/>
                  <a:gd name="T11" fmla="*/ 0 h 257"/>
                  <a:gd name="T12" fmla="*/ 0 w 3350"/>
                  <a:gd name="T13" fmla="*/ 28 h 257"/>
                </a:gdLst>
                <a:ahLst/>
                <a:cxnLst>
                  <a:cxn ang="0">
                    <a:pos x="T0" y="T1"/>
                  </a:cxn>
                  <a:cxn ang="0">
                    <a:pos x="T2" y="T3"/>
                  </a:cxn>
                  <a:cxn ang="0">
                    <a:pos x="T4" y="T5"/>
                  </a:cxn>
                  <a:cxn ang="0">
                    <a:pos x="T6" y="T7"/>
                  </a:cxn>
                  <a:cxn ang="0">
                    <a:pos x="T8" y="T9"/>
                  </a:cxn>
                  <a:cxn ang="0">
                    <a:pos x="T10" y="T11"/>
                  </a:cxn>
                  <a:cxn ang="0">
                    <a:pos x="T12" y="T13"/>
                  </a:cxn>
                </a:cxnLst>
                <a:rect l="0" t="0" r="r" b="b"/>
                <a:pathLst>
                  <a:path w="3350" h="257">
                    <a:moveTo>
                      <a:pt x="0" y="28"/>
                    </a:moveTo>
                    <a:lnTo>
                      <a:pt x="0" y="229"/>
                    </a:lnTo>
                    <a:cubicBezTo>
                      <a:pt x="0" y="244"/>
                      <a:pt x="12" y="257"/>
                      <a:pt x="27" y="257"/>
                    </a:cubicBezTo>
                    <a:lnTo>
                      <a:pt x="3350" y="257"/>
                    </a:lnTo>
                    <a:lnTo>
                      <a:pt x="3350" y="0"/>
                    </a:lnTo>
                    <a:lnTo>
                      <a:pt x="27" y="0"/>
                    </a:lnTo>
                    <a:cubicBezTo>
                      <a:pt x="12" y="0"/>
                      <a:pt x="0" y="13"/>
                      <a:pt x="0" y="28"/>
                    </a:cubicBezTo>
                  </a:path>
                </a:pathLst>
              </a:custGeom>
              <a:solidFill>
                <a:srgbClr val="4C5B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91" name="Rectangle 3541">
                <a:extLst>
                  <a:ext uri="{FF2B5EF4-FFF2-40B4-BE49-F238E27FC236}">
                    <a16:creationId xmlns:a16="http://schemas.microsoft.com/office/drawing/2014/main" xmlns="" id="{948930AA-C472-0666-6273-D452D1615E47}"/>
                  </a:ext>
                </a:extLst>
              </p:cNvPr>
              <p:cNvSpPr>
                <a:spLocks noChangeArrowheads="1"/>
              </p:cNvSpPr>
              <p:nvPr/>
            </p:nvSpPr>
            <p:spPr bwMode="gray">
              <a:xfrm>
                <a:off x="10362995" y="4643796"/>
                <a:ext cx="1110662" cy="37022"/>
              </a:xfrm>
              <a:prstGeom prst="rect">
                <a:avLst/>
              </a:prstGeom>
              <a:solidFill>
                <a:srgbClr val="E14C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192" name="Picture 4238">
                <a:extLst>
                  <a:ext uri="{FF2B5EF4-FFF2-40B4-BE49-F238E27FC236}">
                    <a16:creationId xmlns:a16="http://schemas.microsoft.com/office/drawing/2014/main" xmlns="" id="{5B4ECA04-D3EF-3E1E-EA19-38CF94750A4F}"/>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10908113" y="4144636"/>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3" name="Picture 4239">
                <a:extLst>
                  <a:ext uri="{FF2B5EF4-FFF2-40B4-BE49-F238E27FC236}">
                    <a16:creationId xmlns:a16="http://schemas.microsoft.com/office/drawing/2014/main" xmlns="" id="{9CE05DEA-48C5-E613-1E41-3D0DCF0480D4}"/>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10982157" y="4144636"/>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 name="Picture 4240">
                <a:extLst>
                  <a:ext uri="{FF2B5EF4-FFF2-40B4-BE49-F238E27FC236}">
                    <a16:creationId xmlns:a16="http://schemas.microsoft.com/office/drawing/2014/main" xmlns="" id="{4D4180A0-BEE3-445C-6CA2-CA38DDEDB5C8}"/>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10905560" y="4144636"/>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 name="Picture 4241">
                <a:extLst>
                  <a:ext uri="{FF2B5EF4-FFF2-40B4-BE49-F238E27FC236}">
                    <a16:creationId xmlns:a16="http://schemas.microsoft.com/office/drawing/2014/main" xmlns="" id="{18AA72E8-8713-1502-A7C6-5A8DF05BE262}"/>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11019179" y="4131870"/>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 name="Picture 4242">
                <a:extLst>
                  <a:ext uri="{FF2B5EF4-FFF2-40B4-BE49-F238E27FC236}">
                    <a16:creationId xmlns:a16="http://schemas.microsoft.com/office/drawing/2014/main" xmlns="" id="{3295BCCF-306D-773B-86B8-64E8D4868A66}"/>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10903006" y="4092295"/>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7" name="Picture 4243">
                <a:extLst>
                  <a:ext uri="{FF2B5EF4-FFF2-40B4-BE49-F238E27FC236}">
                    <a16:creationId xmlns:a16="http://schemas.microsoft.com/office/drawing/2014/main" xmlns="" id="{FD4FB4F8-01AE-E2E8-F042-4E8D34C9E698}"/>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gray">
              <a:xfrm>
                <a:off x="10903006" y="4122934"/>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 name="Freeform 563">
                <a:extLst>
                  <a:ext uri="{FF2B5EF4-FFF2-40B4-BE49-F238E27FC236}">
                    <a16:creationId xmlns:a16="http://schemas.microsoft.com/office/drawing/2014/main" xmlns="" id="{14D2B0B1-F8A9-A35E-F07F-7462CC9D6A46}"/>
                  </a:ext>
                </a:extLst>
              </p:cNvPr>
              <p:cNvSpPr>
                <a:spLocks/>
              </p:cNvSpPr>
              <p:nvPr/>
            </p:nvSpPr>
            <p:spPr bwMode="gray">
              <a:xfrm>
                <a:off x="11161719" y="4531475"/>
                <a:ext cx="1940" cy="38802"/>
              </a:xfrm>
              <a:custGeom>
                <a:avLst/>
                <a:gdLst>
                  <a:gd name="T0" fmla="*/ 1 w 1"/>
                  <a:gd name="T1" fmla="*/ 20 h 20"/>
                  <a:gd name="T2" fmla="*/ 0 w 1"/>
                  <a:gd name="T3" fmla="*/ 20 h 20"/>
                  <a:gd name="T4" fmla="*/ 0 w 1"/>
                  <a:gd name="T5" fmla="*/ 0 h 20"/>
                  <a:gd name="T6" fmla="*/ 0 w 1"/>
                  <a:gd name="T7" fmla="*/ 1 h 20"/>
                  <a:gd name="T8" fmla="*/ 1 w 1"/>
                  <a:gd name="T9" fmla="*/ 20 h 20"/>
                </a:gdLst>
                <a:ahLst/>
                <a:cxnLst>
                  <a:cxn ang="0">
                    <a:pos x="T0" y="T1"/>
                  </a:cxn>
                  <a:cxn ang="0">
                    <a:pos x="T2" y="T3"/>
                  </a:cxn>
                  <a:cxn ang="0">
                    <a:pos x="T4" y="T5"/>
                  </a:cxn>
                  <a:cxn ang="0">
                    <a:pos x="T6" y="T7"/>
                  </a:cxn>
                  <a:cxn ang="0">
                    <a:pos x="T8" y="T9"/>
                  </a:cxn>
                </a:cxnLst>
                <a:rect l="0" t="0" r="r" b="b"/>
                <a:pathLst>
                  <a:path w="1" h="20">
                    <a:moveTo>
                      <a:pt x="1" y="20"/>
                    </a:moveTo>
                    <a:lnTo>
                      <a:pt x="0" y="20"/>
                    </a:lnTo>
                    <a:lnTo>
                      <a:pt x="0" y="0"/>
                    </a:lnTo>
                    <a:lnTo>
                      <a:pt x="0" y="1"/>
                    </a:lnTo>
                    <a:lnTo>
                      <a:pt x="1" y="20"/>
                    </a:lnTo>
                    <a:close/>
                  </a:path>
                </a:pathLst>
              </a:custGeom>
              <a:solidFill>
                <a:srgbClr val="DFDF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99" name="Freeform 601">
                <a:extLst>
                  <a:ext uri="{FF2B5EF4-FFF2-40B4-BE49-F238E27FC236}">
                    <a16:creationId xmlns:a16="http://schemas.microsoft.com/office/drawing/2014/main" xmlns="" id="{33D2D03E-31E4-6A3B-C83C-1EFC61D53F6C}"/>
                  </a:ext>
                </a:extLst>
              </p:cNvPr>
              <p:cNvSpPr>
                <a:spLocks/>
              </p:cNvSpPr>
              <p:nvPr/>
            </p:nvSpPr>
            <p:spPr bwMode="gray">
              <a:xfrm>
                <a:off x="11175299" y="4407311"/>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0" name="Freeform 602">
                <a:extLst>
                  <a:ext uri="{FF2B5EF4-FFF2-40B4-BE49-F238E27FC236}">
                    <a16:creationId xmlns:a16="http://schemas.microsoft.com/office/drawing/2014/main" xmlns="" id="{B6E8BBF6-1E9A-FB2F-2032-2F84968EB849}"/>
                  </a:ext>
                </a:extLst>
              </p:cNvPr>
              <p:cNvSpPr>
                <a:spLocks/>
              </p:cNvSpPr>
              <p:nvPr/>
            </p:nvSpPr>
            <p:spPr bwMode="gray">
              <a:xfrm>
                <a:off x="11318862" y="4215249"/>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1" name="Freeform 603">
                <a:extLst>
                  <a:ext uri="{FF2B5EF4-FFF2-40B4-BE49-F238E27FC236}">
                    <a16:creationId xmlns:a16="http://schemas.microsoft.com/office/drawing/2014/main" xmlns="" id="{A527B8BB-8B88-AF5E-60B8-588B40FD3653}"/>
                  </a:ext>
                </a:extLst>
              </p:cNvPr>
              <p:cNvSpPr>
                <a:spLocks/>
              </p:cNvSpPr>
              <p:nvPr/>
            </p:nvSpPr>
            <p:spPr bwMode="gray">
              <a:xfrm>
                <a:off x="11311101" y="4611017"/>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2" name="Freeform 604">
                <a:extLst>
                  <a:ext uri="{FF2B5EF4-FFF2-40B4-BE49-F238E27FC236}">
                    <a16:creationId xmlns:a16="http://schemas.microsoft.com/office/drawing/2014/main" xmlns="" id="{344A6239-F440-B106-24F5-887490E30324}"/>
                  </a:ext>
                </a:extLst>
              </p:cNvPr>
              <p:cNvSpPr>
                <a:spLocks/>
              </p:cNvSpPr>
              <p:nvPr/>
            </p:nvSpPr>
            <p:spPr bwMode="gray">
              <a:xfrm>
                <a:off x="11334383" y="4706079"/>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3" name="Freeform 605">
                <a:extLst>
                  <a:ext uri="{FF2B5EF4-FFF2-40B4-BE49-F238E27FC236}">
                    <a16:creationId xmlns:a16="http://schemas.microsoft.com/office/drawing/2014/main" xmlns="" id="{17F36D74-77FD-8E15-13A9-991B2769EA1D}"/>
                  </a:ext>
                </a:extLst>
              </p:cNvPr>
              <p:cNvSpPr>
                <a:spLocks/>
              </p:cNvSpPr>
              <p:nvPr/>
            </p:nvSpPr>
            <p:spPr bwMode="gray">
              <a:xfrm>
                <a:off x="11367363" y="4609077"/>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4" name="Freeform 606">
                <a:extLst>
                  <a:ext uri="{FF2B5EF4-FFF2-40B4-BE49-F238E27FC236}">
                    <a16:creationId xmlns:a16="http://schemas.microsoft.com/office/drawing/2014/main" xmlns="" id="{DACC55E5-CB67-0EE6-54BA-3D4B7EEA066E}"/>
                  </a:ext>
                </a:extLst>
              </p:cNvPr>
              <p:cNvSpPr>
                <a:spLocks/>
              </p:cNvSpPr>
              <p:nvPr/>
            </p:nvSpPr>
            <p:spPr bwMode="gray">
              <a:xfrm>
                <a:off x="11340203" y="4611017"/>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5" name="Freeform 608">
                <a:extLst>
                  <a:ext uri="{FF2B5EF4-FFF2-40B4-BE49-F238E27FC236}">
                    <a16:creationId xmlns:a16="http://schemas.microsoft.com/office/drawing/2014/main" xmlns="" id="{13943F72-BFB3-1E40-FED4-FDA6492E1615}"/>
                  </a:ext>
                </a:extLst>
              </p:cNvPr>
              <p:cNvSpPr>
                <a:spLocks/>
              </p:cNvSpPr>
              <p:nvPr/>
            </p:nvSpPr>
            <p:spPr bwMode="gray">
              <a:xfrm>
                <a:off x="11472125" y="5187209"/>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6" name="Freeform 609">
                <a:extLst>
                  <a:ext uri="{FF2B5EF4-FFF2-40B4-BE49-F238E27FC236}">
                    <a16:creationId xmlns:a16="http://schemas.microsoft.com/office/drawing/2014/main" xmlns="" id="{1E0F55FC-F6A2-5ADE-C1F4-805B5CACDF01}"/>
                  </a:ext>
                </a:extLst>
              </p:cNvPr>
              <p:cNvSpPr>
                <a:spLocks/>
              </p:cNvSpPr>
              <p:nvPr/>
            </p:nvSpPr>
            <p:spPr bwMode="gray">
              <a:xfrm>
                <a:off x="11580768" y="5189148"/>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7" name="Freeform 610">
                <a:extLst>
                  <a:ext uri="{FF2B5EF4-FFF2-40B4-BE49-F238E27FC236}">
                    <a16:creationId xmlns:a16="http://schemas.microsoft.com/office/drawing/2014/main" xmlns="" id="{03913663-9181-8BFD-2171-A99A1D51F22C}"/>
                  </a:ext>
                </a:extLst>
              </p:cNvPr>
              <p:cNvSpPr>
                <a:spLocks/>
              </p:cNvSpPr>
              <p:nvPr/>
            </p:nvSpPr>
            <p:spPr bwMode="gray">
              <a:xfrm>
                <a:off x="11574948" y="5187209"/>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8" name="Freeform 611">
                <a:extLst>
                  <a:ext uri="{FF2B5EF4-FFF2-40B4-BE49-F238E27FC236}">
                    <a16:creationId xmlns:a16="http://schemas.microsoft.com/office/drawing/2014/main" xmlns="" id="{E0C6C5FC-6AB3-45BB-C1E4-4956B2094932}"/>
                  </a:ext>
                </a:extLst>
              </p:cNvPr>
              <p:cNvSpPr>
                <a:spLocks/>
              </p:cNvSpPr>
              <p:nvPr/>
            </p:nvSpPr>
            <p:spPr bwMode="gray">
              <a:xfrm>
                <a:off x="11217980" y="5194968"/>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9" name="Freeform 612">
                <a:extLst>
                  <a:ext uri="{FF2B5EF4-FFF2-40B4-BE49-F238E27FC236}">
                    <a16:creationId xmlns:a16="http://schemas.microsoft.com/office/drawing/2014/main" xmlns="" id="{4371CEF2-175F-9648-3270-CF9DDF422697}"/>
                  </a:ext>
                </a:extLst>
              </p:cNvPr>
              <p:cNvSpPr>
                <a:spLocks noEditPoints="1"/>
              </p:cNvSpPr>
              <p:nvPr/>
            </p:nvSpPr>
            <p:spPr bwMode="gray">
              <a:xfrm>
                <a:off x="11309163" y="5200789"/>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0" name="Freeform 613">
                <a:extLst>
                  <a:ext uri="{FF2B5EF4-FFF2-40B4-BE49-F238E27FC236}">
                    <a16:creationId xmlns:a16="http://schemas.microsoft.com/office/drawing/2014/main" xmlns="" id="{C0F31D6A-A491-5D4D-717A-2EFEBAB00E2F}"/>
                  </a:ext>
                </a:extLst>
              </p:cNvPr>
              <p:cNvSpPr>
                <a:spLocks/>
              </p:cNvSpPr>
              <p:nvPr/>
            </p:nvSpPr>
            <p:spPr bwMode="gray">
              <a:xfrm>
                <a:off x="11340203" y="5198849"/>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1" name="Freeform 614">
                <a:extLst>
                  <a:ext uri="{FF2B5EF4-FFF2-40B4-BE49-F238E27FC236}">
                    <a16:creationId xmlns:a16="http://schemas.microsoft.com/office/drawing/2014/main" xmlns="" id="{58B3D3EE-B12E-8D7C-B92A-C5D3886EFA57}"/>
                  </a:ext>
                </a:extLst>
              </p:cNvPr>
              <p:cNvSpPr>
                <a:spLocks/>
              </p:cNvSpPr>
              <p:nvPr/>
            </p:nvSpPr>
            <p:spPr bwMode="gray">
              <a:xfrm>
                <a:off x="11309163" y="5198849"/>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2" name="Freeform 615">
                <a:extLst>
                  <a:ext uri="{FF2B5EF4-FFF2-40B4-BE49-F238E27FC236}">
                    <a16:creationId xmlns:a16="http://schemas.microsoft.com/office/drawing/2014/main" xmlns="" id="{F94C28FC-D377-2851-6741-55C5CE59CB32}"/>
                  </a:ext>
                </a:extLst>
              </p:cNvPr>
              <p:cNvSpPr>
                <a:spLocks/>
              </p:cNvSpPr>
              <p:nvPr/>
            </p:nvSpPr>
            <p:spPr bwMode="gray">
              <a:xfrm>
                <a:off x="11377063" y="4096908"/>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3" name="Freeform 616">
                <a:extLst>
                  <a:ext uri="{FF2B5EF4-FFF2-40B4-BE49-F238E27FC236}">
                    <a16:creationId xmlns:a16="http://schemas.microsoft.com/office/drawing/2014/main" xmlns="" id="{1B7E157B-025E-E071-A14C-E86BE0A9958C}"/>
                  </a:ext>
                </a:extLst>
              </p:cNvPr>
              <p:cNvSpPr>
                <a:spLocks/>
              </p:cNvSpPr>
              <p:nvPr/>
            </p:nvSpPr>
            <p:spPr bwMode="gray">
              <a:xfrm>
                <a:off x="11415865" y="4172569"/>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4" name="Rectangle 617">
                <a:extLst>
                  <a:ext uri="{FF2B5EF4-FFF2-40B4-BE49-F238E27FC236}">
                    <a16:creationId xmlns:a16="http://schemas.microsoft.com/office/drawing/2014/main" xmlns="" id="{D3FDD711-9366-2F41-61A5-1A6A9ADD494D}"/>
                  </a:ext>
                </a:extLst>
              </p:cNvPr>
              <p:cNvSpPr>
                <a:spLocks noChangeArrowheads="1"/>
              </p:cNvSpPr>
              <p:nvPr/>
            </p:nvSpPr>
            <p:spPr bwMode="gray">
              <a:xfrm>
                <a:off x="11338262" y="4599377"/>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5" name="Freeform 618">
                <a:extLst>
                  <a:ext uri="{FF2B5EF4-FFF2-40B4-BE49-F238E27FC236}">
                    <a16:creationId xmlns:a16="http://schemas.microsoft.com/office/drawing/2014/main" xmlns="" id="{A2170343-E115-2C14-1547-AD9BD08AA564}"/>
                  </a:ext>
                </a:extLst>
              </p:cNvPr>
              <p:cNvSpPr>
                <a:spLocks/>
              </p:cNvSpPr>
              <p:nvPr/>
            </p:nvSpPr>
            <p:spPr bwMode="gray">
              <a:xfrm>
                <a:off x="11361543" y="4048406"/>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6" name="Freeform 619">
                <a:extLst>
                  <a:ext uri="{FF2B5EF4-FFF2-40B4-BE49-F238E27FC236}">
                    <a16:creationId xmlns:a16="http://schemas.microsoft.com/office/drawing/2014/main" xmlns="" id="{BC0E3292-0090-2E19-643F-14BDA82F06BF}"/>
                  </a:ext>
                </a:extLst>
              </p:cNvPr>
              <p:cNvSpPr>
                <a:spLocks/>
              </p:cNvSpPr>
              <p:nvPr/>
            </p:nvSpPr>
            <p:spPr bwMode="gray">
              <a:xfrm>
                <a:off x="11404223" y="4217189"/>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7" name="Freeform 620">
                <a:extLst>
                  <a:ext uri="{FF2B5EF4-FFF2-40B4-BE49-F238E27FC236}">
                    <a16:creationId xmlns:a16="http://schemas.microsoft.com/office/drawing/2014/main" xmlns="" id="{FA8ED940-9C29-9EAB-8190-336324F09F76}"/>
                  </a:ext>
                </a:extLst>
              </p:cNvPr>
              <p:cNvSpPr>
                <a:spLocks/>
              </p:cNvSpPr>
              <p:nvPr/>
            </p:nvSpPr>
            <p:spPr bwMode="gray">
              <a:xfrm>
                <a:off x="11287822" y="4290912"/>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8" name="Freeform 621">
                <a:extLst>
                  <a:ext uri="{FF2B5EF4-FFF2-40B4-BE49-F238E27FC236}">
                    <a16:creationId xmlns:a16="http://schemas.microsoft.com/office/drawing/2014/main" xmlns="" id="{96E9F4A5-7E38-6FC3-865F-E397B87A0BFC}"/>
                  </a:ext>
                </a:extLst>
              </p:cNvPr>
              <p:cNvSpPr>
                <a:spLocks/>
              </p:cNvSpPr>
              <p:nvPr/>
            </p:nvSpPr>
            <p:spPr bwMode="gray">
              <a:xfrm>
                <a:off x="11536146" y="4442234"/>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9" name="Freeform 622">
                <a:extLst>
                  <a:ext uri="{FF2B5EF4-FFF2-40B4-BE49-F238E27FC236}">
                    <a16:creationId xmlns:a16="http://schemas.microsoft.com/office/drawing/2014/main" xmlns="" id="{C30F29A0-173B-A57B-FE4F-8FAEE9DC89A3}"/>
                  </a:ext>
                </a:extLst>
              </p:cNvPr>
              <p:cNvSpPr>
                <a:spLocks/>
              </p:cNvSpPr>
              <p:nvPr/>
            </p:nvSpPr>
            <p:spPr bwMode="gray">
              <a:xfrm>
                <a:off x="11571067" y="4449995"/>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0" name="Freeform 623">
                <a:extLst>
                  <a:ext uri="{FF2B5EF4-FFF2-40B4-BE49-F238E27FC236}">
                    <a16:creationId xmlns:a16="http://schemas.microsoft.com/office/drawing/2014/main" xmlns="" id="{9E02ADD2-A051-6AEE-90CB-E4BAC99C2E80}"/>
                  </a:ext>
                </a:extLst>
              </p:cNvPr>
              <p:cNvSpPr>
                <a:spLocks/>
              </p:cNvSpPr>
              <p:nvPr/>
            </p:nvSpPr>
            <p:spPr bwMode="gray">
              <a:xfrm>
                <a:off x="11278122" y="4502375"/>
                <a:ext cx="60142" cy="19401"/>
              </a:xfrm>
              <a:custGeom>
                <a:avLst/>
                <a:gdLst>
                  <a:gd name="T0" fmla="*/ 0 w 128"/>
                  <a:gd name="T1" fmla="*/ 0 h 43"/>
                  <a:gd name="T2" fmla="*/ 128 w 128"/>
                  <a:gd name="T3" fmla="*/ 0 h 43"/>
                  <a:gd name="T4" fmla="*/ 0 w 128"/>
                  <a:gd name="T5" fmla="*/ 0 h 43"/>
                </a:gdLst>
                <a:ahLst/>
                <a:cxnLst>
                  <a:cxn ang="0">
                    <a:pos x="T0" y="T1"/>
                  </a:cxn>
                  <a:cxn ang="0">
                    <a:pos x="T2" y="T3"/>
                  </a:cxn>
                  <a:cxn ang="0">
                    <a:pos x="T4" y="T5"/>
                  </a:cxn>
                </a:cxnLst>
                <a:rect l="0" t="0" r="r" b="b"/>
                <a:pathLst>
                  <a:path w="128" h="43">
                    <a:moveTo>
                      <a:pt x="0" y="0"/>
                    </a:moveTo>
                    <a:cubicBezTo>
                      <a:pt x="0" y="0"/>
                      <a:pt x="102" y="43"/>
                      <a:pt x="128" y="0"/>
                    </a:cubicBezTo>
                    <a:lnTo>
                      <a:pt x="0" y="0"/>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1" name="Freeform 624">
                <a:extLst>
                  <a:ext uri="{FF2B5EF4-FFF2-40B4-BE49-F238E27FC236}">
                    <a16:creationId xmlns:a16="http://schemas.microsoft.com/office/drawing/2014/main" xmlns="" id="{9D3C78B9-0EE7-1702-F993-15F9BE26CC76}"/>
                  </a:ext>
                </a:extLst>
              </p:cNvPr>
              <p:cNvSpPr>
                <a:spLocks/>
              </p:cNvSpPr>
              <p:nvPr/>
            </p:nvSpPr>
            <p:spPr bwMode="gray">
              <a:xfrm>
                <a:off x="11219920" y="4438354"/>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2" name="Freeform 625">
                <a:extLst>
                  <a:ext uri="{FF2B5EF4-FFF2-40B4-BE49-F238E27FC236}">
                    <a16:creationId xmlns:a16="http://schemas.microsoft.com/office/drawing/2014/main" xmlns="" id="{353DDE0A-F531-34AF-977F-0058F317BD28}"/>
                  </a:ext>
                </a:extLst>
              </p:cNvPr>
              <p:cNvSpPr>
                <a:spLocks/>
              </p:cNvSpPr>
              <p:nvPr/>
            </p:nvSpPr>
            <p:spPr bwMode="gray">
              <a:xfrm>
                <a:off x="11146199" y="4346645"/>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3" name="Rectangle 291">
                <a:extLst>
                  <a:ext uri="{FF2B5EF4-FFF2-40B4-BE49-F238E27FC236}">
                    <a16:creationId xmlns:a16="http://schemas.microsoft.com/office/drawing/2014/main" xmlns="" id="{8891B82C-861D-FE02-2B6D-B4E553EE4F38}"/>
                  </a:ext>
                </a:extLst>
              </p:cNvPr>
              <p:cNvSpPr>
                <a:spLocks noChangeArrowheads="1"/>
              </p:cNvSpPr>
              <p:nvPr/>
            </p:nvSpPr>
            <p:spPr bwMode="gray">
              <a:xfrm rot="5400000" flipH="1">
                <a:off x="10682683" y="5058155"/>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4" name="Freeform 292">
                <a:extLst>
                  <a:ext uri="{FF2B5EF4-FFF2-40B4-BE49-F238E27FC236}">
                    <a16:creationId xmlns:a16="http://schemas.microsoft.com/office/drawing/2014/main" xmlns="" id="{0C298DB1-CE0B-665D-D29A-E9386089BC17}"/>
                  </a:ext>
                </a:extLst>
              </p:cNvPr>
              <p:cNvSpPr>
                <a:spLocks noEditPoints="1"/>
              </p:cNvSpPr>
              <p:nvPr/>
            </p:nvSpPr>
            <p:spPr bwMode="gray">
              <a:xfrm rot="5400000" flipH="1">
                <a:off x="10711850" y="4970667"/>
                <a:ext cx="101351" cy="102307"/>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5" name="Freeform 293">
                <a:extLst>
                  <a:ext uri="{FF2B5EF4-FFF2-40B4-BE49-F238E27FC236}">
                    <a16:creationId xmlns:a16="http://schemas.microsoft.com/office/drawing/2014/main" xmlns="" id="{501DB900-98FD-2E94-D204-9E19F594EB23}"/>
                  </a:ext>
                </a:extLst>
              </p:cNvPr>
              <p:cNvSpPr>
                <a:spLocks/>
              </p:cNvSpPr>
              <p:nvPr/>
            </p:nvSpPr>
            <p:spPr bwMode="gray">
              <a:xfrm rot="5400000" flipH="1">
                <a:off x="10654002" y="5029467"/>
                <a:ext cx="43025" cy="14343"/>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6" name="Freeform 294">
                <a:extLst>
                  <a:ext uri="{FF2B5EF4-FFF2-40B4-BE49-F238E27FC236}">
                    <a16:creationId xmlns:a16="http://schemas.microsoft.com/office/drawing/2014/main" xmlns="" id="{45F146A6-398B-9878-50C8-26AA89A06D0F}"/>
                  </a:ext>
                </a:extLst>
              </p:cNvPr>
              <p:cNvSpPr>
                <a:spLocks/>
              </p:cNvSpPr>
              <p:nvPr/>
            </p:nvSpPr>
            <p:spPr bwMode="gray">
              <a:xfrm rot="5400000" flipH="1">
                <a:off x="10740533" y="5000307"/>
                <a:ext cx="43982" cy="43025"/>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7" name="Freeform 295">
                <a:extLst>
                  <a:ext uri="{FF2B5EF4-FFF2-40B4-BE49-F238E27FC236}">
                    <a16:creationId xmlns:a16="http://schemas.microsoft.com/office/drawing/2014/main" xmlns="" id="{10826F8D-E971-1224-4B74-FE9A4190035D}"/>
                  </a:ext>
                </a:extLst>
              </p:cNvPr>
              <p:cNvSpPr>
                <a:spLocks/>
              </p:cNvSpPr>
              <p:nvPr/>
            </p:nvSpPr>
            <p:spPr bwMode="gray">
              <a:xfrm rot="5400000" flipH="1">
                <a:off x="10536877" y="5000307"/>
                <a:ext cx="43982" cy="43025"/>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8" name="Rectangle 296">
                <a:extLst>
                  <a:ext uri="{FF2B5EF4-FFF2-40B4-BE49-F238E27FC236}">
                    <a16:creationId xmlns:a16="http://schemas.microsoft.com/office/drawing/2014/main" xmlns="" id="{A1697525-C980-66DF-B21D-D2A7E7917CD1}"/>
                  </a:ext>
                </a:extLst>
              </p:cNvPr>
              <p:cNvSpPr>
                <a:spLocks noChangeArrowheads="1"/>
              </p:cNvSpPr>
              <p:nvPr/>
            </p:nvSpPr>
            <p:spPr bwMode="gray">
              <a:xfrm rot="5400000" flipH="1">
                <a:off x="10682207" y="5000306"/>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9" name="Freeform 297">
                <a:extLst>
                  <a:ext uri="{FF2B5EF4-FFF2-40B4-BE49-F238E27FC236}">
                    <a16:creationId xmlns:a16="http://schemas.microsoft.com/office/drawing/2014/main" xmlns="" id="{9E67AD0F-18CD-AF1A-25CD-7DE8C4C68AA7}"/>
                  </a:ext>
                </a:extLst>
              </p:cNvPr>
              <p:cNvSpPr>
                <a:spLocks noEditPoints="1"/>
              </p:cNvSpPr>
              <p:nvPr/>
            </p:nvSpPr>
            <p:spPr bwMode="gray">
              <a:xfrm rot="5400000" flipH="1">
                <a:off x="10508192" y="4970667"/>
                <a:ext cx="101351" cy="102307"/>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0" name="Rectangle 298">
                <a:extLst>
                  <a:ext uri="{FF2B5EF4-FFF2-40B4-BE49-F238E27FC236}">
                    <a16:creationId xmlns:a16="http://schemas.microsoft.com/office/drawing/2014/main" xmlns="" id="{03C96A0F-59AF-CC24-8CAD-1684F5A66D5C}"/>
                  </a:ext>
                </a:extLst>
              </p:cNvPr>
              <p:cNvSpPr>
                <a:spLocks noChangeArrowheads="1"/>
              </p:cNvSpPr>
              <p:nvPr/>
            </p:nvSpPr>
            <p:spPr bwMode="gray">
              <a:xfrm rot="5400000" flipH="1">
                <a:off x="10624362" y="4971145"/>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1" name="Freeform 299">
                <a:extLst>
                  <a:ext uri="{FF2B5EF4-FFF2-40B4-BE49-F238E27FC236}">
                    <a16:creationId xmlns:a16="http://schemas.microsoft.com/office/drawing/2014/main" xmlns="" id="{A45BC740-8E47-89C1-75D2-5BD3446A5430}"/>
                  </a:ext>
                </a:extLst>
              </p:cNvPr>
              <p:cNvSpPr>
                <a:spLocks/>
              </p:cNvSpPr>
              <p:nvPr/>
            </p:nvSpPr>
            <p:spPr bwMode="gray">
              <a:xfrm rot="5400000" flipH="1">
                <a:off x="10697026" y="4912821"/>
                <a:ext cx="58325" cy="87010"/>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2" name="Freeform 300">
                <a:extLst>
                  <a:ext uri="{FF2B5EF4-FFF2-40B4-BE49-F238E27FC236}">
                    <a16:creationId xmlns:a16="http://schemas.microsoft.com/office/drawing/2014/main" xmlns="" id="{0FF5BB43-266B-46AE-D4B6-60E69619D884}"/>
                  </a:ext>
                </a:extLst>
              </p:cNvPr>
              <p:cNvSpPr>
                <a:spLocks/>
              </p:cNvSpPr>
              <p:nvPr/>
            </p:nvSpPr>
            <p:spPr bwMode="gray">
              <a:xfrm rot="5400000" flipH="1">
                <a:off x="10595678" y="4985488"/>
                <a:ext cx="115691" cy="58325"/>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3" name="Freeform 301">
                <a:extLst>
                  <a:ext uri="{FF2B5EF4-FFF2-40B4-BE49-F238E27FC236}">
                    <a16:creationId xmlns:a16="http://schemas.microsoft.com/office/drawing/2014/main" xmlns="" id="{B776E33C-8692-828C-CD4B-C2462BA20129}"/>
                  </a:ext>
                </a:extLst>
              </p:cNvPr>
              <p:cNvSpPr>
                <a:spLocks/>
              </p:cNvSpPr>
              <p:nvPr/>
            </p:nvSpPr>
            <p:spPr bwMode="gray">
              <a:xfrm rot="5400000" flipH="1">
                <a:off x="10602370" y="4906129"/>
                <a:ext cx="43982" cy="57369"/>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4" name="Rectangle 302">
                <a:extLst>
                  <a:ext uri="{FF2B5EF4-FFF2-40B4-BE49-F238E27FC236}">
                    <a16:creationId xmlns:a16="http://schemas.microsoft.com/office/drawing/2014/main" xmlns="" id="{3F8BCB50-3704-5043-A13D-A55656D84613}"/>
                  </a:ext>
                </a:extLst>
              </p:cNvPr>
              <p:cNvSpPr>
                <a:spLocks noChangeArrowheads="1"/>
              </p:cNvSpPr>
              <p:nvPr/>
            </p:nvSpPr>
            <p:spPr bwMode="gray">
              <a:xfrm rot="5400000" flipH="1">
                <a:off x="10507717" y="4941505"/>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5" name="Freeform 303">
                <a:extLst>
                  <a:ext uri="{FF2B5EF4-FFF2-40B4-BE49-F238E27FC236}">
                    <a16:creationId xmlns:a16="http://schemas.microsoft.com/office/drawing/2014/main" xmlns="" id="{4C8C1367-E6D9-B5F0-7E1B-77800CFA816D}"/>
                  </a:ext>
                </a:extLst>
              </p:cNvPr>
              <p:cNvSpPr>
                <a:spLocks/>
              </p:cNvSpPr>
              <p:nvPr/>
            </p:nvSpPr>
            <p:spPr bwMode="gray">
              <a:xfrm rot="5400000" flipH="1">
                <a:off x="10769694" y="4912821"/>
                <a:ext cx="58325" cy="29640"/>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6" name="Rectangle 304">
                <a:extLst>
                  <a:ext uri="{FF2B5EF4-FFF2-40B4-BE49-F238E27FC236}">
                    <a16:creationId xmlns:a16="http://schemas.microsoft.com/office/drawing/2014/main" xmlns="" id="{B5754EE3-1021-12D6-5485-3E4ECF2BFFCF}"/>
                  </a:ext>
                </a:extLst>
              </p:cNvPr>
              <p:cNvSpPr>
                <a:spLocks noChangeArrowheads="1"/>
              </p:cNvSpPr>
              <p:nvPr/>
            </p:nvSpPr>
            <p:spPr bwMode="gray">
              <a:xfrm rot="5400000" flipH="1">
                <a:off x="10668343" y="4927164"/>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7" name="Rectangle 305">
                <a:extLst>
                  <a:ext uri="{FF2B5EF4-FFF2-40B4-BE49-F238E27FC236}">
                    <a16:creationId xmlns:a16="http://schemas.microsoft.com/office/drawing/2014/main" xmlns="" id="{B4747D74-5378-52E3-151B-8494A70D56D2}"/>
                  </a:ext>
                </a:extLst>
              </p:cNvPr>
              <p:cNvSpPr>
                <a:spLocks noChangeArrowheads="1"/>
              </p:cNvSpPr>
              <p:nvPr/>
            </p:nvSpPr>
            <p:spPr bwMode="gray">
              <a:xfrm rot="5400000" flipH="1">
                <a:off x="10711368" y="4912820"/>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8" name="Rectangle 306">
                <a:extLst>
                  <a:ext uri="{FF2B5EF4-FFF2-40B4-BE49-F238E27FC236}">
                    <a16:creationId xmlns:a16="http://schemas.microsoft.com/office/drawing/2014/main" xmlns="" id="{D5F30B1B-C560-F7CA-56A8-F14E12296C13}"/>
                  </a:ext>
                </a:extLst>
              </p:cNvPr>
              <p:cNvSpPr>
                <a:spLocks noChangeArrowheads="1"/>
              </p:cNvSpPr>
              <p:nvPr/>
            </p:nvSpPr>
            <p:spPr bwMode="gray">
              <a:xfrm rot="5400000" flipH="1">
                <a:off x="10755350" y="4898479"/>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9" name="Rectangle 307">
                <a:extLst>
                  <a:ext uri="{FF2B5EF4-FFF2-40B4-BE49-F238E27FC236}">
                    <a16:creationId xmlns:a16="http://schemas.microsoft.com/office/drawing/2014/main" xmlns="" id="{FE5D8F8E-E8AD-F1DA-3226-264660D1C3FF}"/>
                  </a:ext>
                </a:extLst>
              </p:cNvPr>
              <p:cNvSpPr>
                <a:spLocks noChangeArrowheads="1"/>
              </p:cNvSpPr>
              <p:nvPr/>
            </p:nvSpPr>
            <p:spPr bwMode="gray">
              <a:xfrm rot="5400000" flipH="1">
                <a:off x="10726191" y="4898003"/>
                <a:ext cx="14343"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0" name="Freeform 308">
                <a:extLst>
                  <a:ext uri="{FF2B5EF4-FFF2-40B4-BE49-F238E27FC236}">
                    <a16:creationId xmlns:a16="http://schemas.microsoft.com/office/drawing/2014/main" xmlns="" id="{08BDDA06-ACEC-ABCD-D843-480DCE6C61D4}"/>
                  </a:ext>
                </a:extLst>
              </p:cNvPr>
              <p:cNvSpPr>
                <a:spLocks/>
              </p:cNvSpPr>
              <p:nvPr/>
            </p:nvSpPr>
            <p:spPr bwMode="gray">
              <a:xfrm rot="5400000" flipH="1">
                <a:off x="10667389" y="4868840"/>
                <a:ext cx="43982" cy="72666"/>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1" name="Rectangle 309">
                <a:extLst>
                  <a:ext uri="{FF2B5EF4-FFF2-40B4-BE49-F238E27FC236}">
                    <a16:creationId xmlns:a16="http://schemas.microsoft.com/office/drawing/2014/main" xmlns="" id="{D4CFC42C-CC96-B7D5-8F35-F6ECA883DF06}"/>
                  </a:ext>
                </a:extLst>
              </p:cNvPr>
              <p:cNvSpPr>
                <a:spLocks noChangeArrowheads="1"/>
              </p:cNvSpPr>
              <p:nvPr/>
            </p:nvSpPr>
            <p:spPr bwMode="gray">
              <a:xfrm rot="5400000" flipH="1">
                <a:off x="10798381" y="4883182"/>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2" name="Rectangle 310">
                <a:extLst>
                  <a:ext uri="{FF2B5EF4-FFF2-40B4-BE49-F238E27FC236}">
                    <a16:creationId xmlns:a16="http://schemas.microsoft.com/office/drawing/2014/main" xmlns="" id="{E45DA644-99CA-E308-E582-EFD5CAF062C3}"/>
                  </a:ext>
                </a:extLst>
              </p:cNvPr>
              <p:cNvSpPr>
                <a:spLocks noChangeArrowheads="1"/>
              </p:cNvSpPr>
              <p:nvPr/>
            </p:nvSpPr>
            <p:spPr bwMode="gray">
              <a:xfrm rot="5400000" flipH="1">
                <a:off x="10740532" y="4883658"/>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3" name="Freeform 311">
                <a:extLst>
                  <a:ext uri="{FF2B5EF4-FFF2-40B4-BE49-F238E27FC236}">
                    <a16:creationId xmlns:a16="http://schemas.microsoft.com/office/drawing/2014/main" xmlns="" id="{3824CD64-CE29-A775-6758-916C69870966}"/>
                  </a:ext>
                </a:extLst>
              </p:cNvPr>
              <p:cNvSpPr>
                <a:spLocks/>
              </p:cNvSpPr>
              <p:nvPr/>
            </p:nvSpPr>
            <p:spPr bwMode="gray">
              <a:xfrm rot="5400000" flipH="1">
                <a:off x="10740533" y="4796651"/>
                <a:ext cx="43982" cy="43025"/>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4" name="Freeform 312">
                <a:extLst>
                  <a:ext uri="{FF2B5EF4-FFF2-40B4-BE49-F238E27FC236}">
                    <a16:creationId xmlns:a16="http://schemas.microsoft.com/office/drawing/2014/main" xmlns="" id="{98911A0A-148A-72C3-F84D-0747F07A7C47}"/>
                  </a:ext>
                </a:extLst>
              </p:cNvPr>
              <p:cNvSpPr>
                <a:spLocks noEditPoints="1"/>
              </p:cNvSpPr>
              <p:nvPr/>
            </p:nvSpPr>
            <p:spPr bwMode="gray">
              <a:xfrm rot="5400000" flipH="1">
                <a:off x="10514885" y="4774662"/>
                <a:ext cx="190270" cy="174016"/>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5" name="Freeform 313">
                <a:extLst>
                  <a:ext uri="{FF2B5EF4-FFF2-40B4-BE49-F238E27FC236}">
                    <a16:creationId xmlns:a16="http://schemas.microsoft.com/office/drawing/2014/main" xmlns="" id="{4C1A3C20-3133-B19B-2C82-CCE0C45D1D66}"/>
                  </a:ext>
                </a:extLst>
              </p:cNvPr>
              <p:cNvSpPr>
                <a:spLocks noEditPoints="1"/>
              </p:cNvSpPr>
              <p:nvPr/>
            </p:nvSpPr>
            <p:spPr bwMode="gray">
              <a:xfrm rot="5400000" flipH="1">
                <a:off x="10485725" y="4788528"/>
                <a:ext cx="131947" cy="87963"/>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6" name="Freeform 314">
                <a:extLst>
                  <a:ext uri="{FF2B5EF4-FFF2-40B4-BE49-F238E27FC236}">
                    <a16:creationId xmlns:a16="http://schemas.microsoft.com/office/drawing/2014/main" xmlns="" id="{B3190D6F-3D39-AB11-E045-CAC22B322BA6}"/>
                  </a:ext>
                </a:extLst>
              </p:cNvPr>
              <p:cNvSpPr>
                <a:spLocks noEditPoints="1"/>
              </p:cNvSpPr>
              <p:nvPr/>
            </p:nvSpPr>
            <p:spPr bwMode="gray">
              <a:xfrm rot="5400000" flipH="1">
                <a:off x="10711371" y="4766534"/>
                <a:ext cx="102307" cy="102307"/>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7" name="Rectangle 315">
                <a:extLst>
                  <a:ext uri="{FF2B5EF4-FFF2-40B4-BE49-F238E27FC236}">
                    <a16:creationId xmlns:a16="http://schemas.microsoft.com/office/drawing/2014/main" xmlns="" id="{FF7F2D93-EA39-A316-68BC-F54AFE78BFDB}"/>
                  </a:ext>
                </a:extLst>
              </p:cNvPr>
              <p:cNvSpPr>
                <a:spLocks noChangeArrowheads="1"/>
              </p:cNvSpPr>
              <p:nvPr/>
            </p:nvSpPr>
            <p:spPr bwMode="gray">
              <a:xfrm rot="5400000" flipH="1">
                <a:off x="10682207" y="4767012"/>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8" name="Rectangle 316">
                <a:extLst>
                  <a:ext uri="{FF2B5EF4-FFF2-40B4-BE49-F238E27FC236}">
                    <a16:creationId xmlns:a16="http://schemas.microsoft.com/office/drawing/2014/main" xmlns="" id="{A6F18212-21B9-3092-7F7B-B9B2275A9FE1}"/>
                  </a:ext>
                </a:extLst>
              </p:cNvPr>
              <p:cNvSpPr>
                <a:spLocks noChangeArrowheads="1"/>
              </p:cNvSpPr>
              <p:nvPr/>
            </p:nvSpPr>
            <p:spPr bwMode="gray">
              <a:xfrm rot="5400000" flipH="1">
                <a:off x="10812244" y="4761273"/>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9" name="Rectangle 317">
                <a:extLst>
                  <a:ext uri="{FF2B5EF4-FFF2-40B4-BE49-F238E27FC236}">
                    <a16:creationId xmlns:a16="http://schemas.microsoft.com/office/drawing/2014/main" xmlns="" id="{BA0DED95-80A1-6D98-8AAF-6958AF861BB8}"/>
                  </a:ext>
                </a:extLst>
              </p:cNvPr>
              <p:cNvSpPr>
                <a:spLocks noChangeArrowheads="1"/>
              </p:cNvSpPr>
              <p:nvPr/>
            </p:nvSpPr>
            <p:spPr bwMode="gray">
              <a:xfrm rot="5400000" flipH="1">
                <a:off x="10810330" y="4718250"/>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0" name="Rectangle 318">
                <a:extLst>
                  <a:ext uri="{FF2B5EF4-FFF2-40B4-BE49-F238E27FC236}">
                    <a16:creationId xmlns:a16="http://schemas.microsoft.com/office/drawing/2014/main" xmlns="" id="{6A2BA71D-8051-E44A-516B-6974E5411A00}"/>
                  </a:ext>
                </a:extLst>
              </p:cNvPr>
              <p:cNvSpPr>
                <a:spLocks noChangeArrowheads="1"/>
              </p:cNvSpPr>
              <p:nvPr/>
            </p:nvSpPr>
            <p:spPr bwMode="gray">
              <a:xfrm rot="5400000" flipH="1">
                <a:off x="10502933" y="4720641"/>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1" name="Rectangle 319">
                <a:extLst>
                  <a:ext uri="{FF2B5EF4-FFF2-40B4-BE49-F238E27FC236}">
                    <a16:creationId xmlns:a16="http://schemas.microsoft.com/office/drawing/2014/main" xmlns="" id="{52B365E8-D603-1158-6B81-A3E4D24F6B64}"/>
                  </a:ext>
                </a:extLst>
              </p:cNvPr>
              <p:cNvSpPr>
                <a:spLocks noChangeArrowheads="1"/>
              </p:cNvSpPr>
              <p:nvPr/>
            </p:nvSpPr>
            <p:spPr bwMode="gray">
              <a:xfrm rot="5400000" flipH="1">
                <a:off x="10459430" y="4759364"/>
                <a:ext cx="50675"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2" name="Rectangle 320">
                <a:extLst>
                  <a:ext uri="{FF2B5EF4-FFF2-40B4-BE49-F238E27FC236}">
                    <a16:creationId xmlns:a16="http://schemas.microsoft.com/office/drawing/2014/main" xmlns="" id="{E14C6102-DF45-FBFE-98AE-D24FA323D6D7}"/>
                  </a:ext>
                </a:extLst>
              </p:cNvPr>
              <p:cNvSpPr>
                <a:spLocks noChangeArrowheads="1"/>
              </p:cNvSpPr>
              <p:nvPr/>
            </p:nvSpPr>
            <p:spPr bwMode="gray">
              <a:xfrm rot="5400000" flipH="1">
                <a:off x="10461342" y="5069148"/>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3" name="Rectangle 321">
                <a:extLst>
                  <a:ext uri="{FF2B5EF4-FFF2-40B4-BE49-F238E27FC236}">
                    <a16:creationId xmlns:a16="http://schemas.microsoft.com/office/drawing/2014/main" xmlns="" id="{E61025A8-4E75-5AB7-A485-66BB43927696}"/>
                  </a:ext>
                </a:extLst>
              </p:cNvPr>
              <p:cNvSpPr>
                <a:spLocks noChangeArrowheads="1"/>
              </p:cNvSpPr>
              <p:nvPr/>
            </p:nvSpPr>
            <p:spPr bwMode="gray">
              <a:xfrm rot="5400000" flipH="1">
                <a:off x="10500542" y="5072018"/>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4" name="Rectangle 322">
                <a:extLst>
                  <a:ext uri="{FF2B5EF4-FFF2-40B4-BE49-F238E27FC236}">
                    <a16:creationId xmlns:a16="http://schemas.microsoft.com/office/drawing/2014/main" xmlns="" id="{3C0BCF12-65DF-4144-5691-D91EBEEF5FBF}"/>
                  </a:ext>
                </a:extLst>
              </p:cNvPr>
              <p:cNvSpPr>
                <a:spLocks noChangeArrowheads="1"/>
              </p:cNvSpPr>
              <p:nvPr/>
            </p:nvSpPr>
            <p:spPr bwMode="gray">
              <a:xfrm rot="5400000" flipH="1">
                <a:off x="10807940" y="5074409"/>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5" name="Rectangle 323">
                <a:extLst>
                  <a:ext uri="{FF2B5EF4-FFF2-40B4-BE49-F238E27FC236}">
                    <a16:creationId xmlns:a16="http://schemas.microsoft.com/office/drawing/2014/main" xmlns="" id="{F91AFF34-74B5-58C1-7AA0-C9EFC0A5FAEB}"/>
                  </a:ext>
                </a:extLst>
              </p:cNvPr>
              <p:cNvSpPr>
                <a:spLocks noChangeArrowheads="1"/>
              </p:cNvSpPr>
              <p:nvPr/>
            </p:nvSpPr>
            <p:spPr bwMode="gray">
              <a:xfrm rot="5400000" flipH="1">
                <a:off x="10809853" y="5071539"/>
                <a:ext cx="51632"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256" name="Group 255">
                <a:extLst>
                  <a:ext uri="{FF2B5EF4-FFF2-40B4-BE49-F238E27FC236}">
                    <a16:creationId xmlns:a16="http://schemas.microsoft.com/office/drawing/2014/main" xmlns="" id="{B764D2F1-1AE5-A8F2-233F-1A72446337C6}"/>
                  </a:ext>
                </a:extLst>
              </p:cNvPr>
              <p:cNvGrpSpPr/>
              <p:nvPr/>
            </p:nvGrpSpPr>
            <p:grpSpPr bwMode="gray">
              <a:xfrm>
                <a:off x="10473279" y="4287375"/>
                <a:ext cx="230574" cy="336637"/>
                <a:chOff x="3575050" y="4429126"/>
                <a:chExt cx="396876" cy="579437"/>
              </a:xfrm>
            </p:grpSpPr>
            <p:sp>
              <p:nvSpPr>
                <p:cNvPr id="257" name="Freeform 3842">
                  <a:extLst>
                    <a:ext uri="{FF2B5EF4-FFF2-40B4-BE49-F238E27FC236}">
                      <a16:creationId xmlns:a16="http://schemas.microsoft.com/office/drawing/2014/main" xmlns="" id="{B008F30F-822A-BA4F-BF85-7D80786F9313}"/>
                    </a:ext>
                  </a:extLst>
                </p:cNvPr>
                <p:cNvSpPr>
                  <a:spLocks/>
                </p:cNvSpPr>
                <p:nvPr/>
              </p:nvSpPr>
              <p:spPr bwMode="gray">
                <a:xfrm>
                  <a:off x="3860800" y="4511676"/>
                  <a:ext cx="63500" cy="142875"/>
                </a:xfrm>
                <a:custGeom>
                  <a:avLst/>
                  <a:gdLst>
                    <a:gd name="T0" fmla="*/ 124 w 152"/>
                    <a:gd name="T1" fmla="*/ 23 h 347"/>
                    <a:gd name="T2" fmla="*/ 56 w 152"/>
                    <a:gd name="T3" fmla="*/ 63 h 347"/>
                    <a:gd name="T4" fmla="*/ 1 w 152"/>
                    <a:gd name="T5" fmla="*/ 336 h 347"/>
                    <a:gd name="T6" fmla="*/ 16 w 152"/>
                    <a:gd name="T7" fmla="*/ 341 h 347"/>
                    <a:gd name="T8" fmla="*/ 129 w 152"/>
                    <a:gd name="T9" fmla="*/ 107 h 347"/>
                    <a:gd name="T10" fmla="*/ 124 w 152"/>
                    <a:gd name="T11" fmla="*/ 23 h 347"/>
                  </a:gdLst>
                  <a:ahLst/>
                  <a:cxnLst>
                    <a:cxn ang="0">
                      <a:pos x="T0" y="T1"/>
                    </a:cxn>
                    <a:cxn ang="0">
                      <a:pos x="T2" y="T3"/>
                    </a:cxn>
                    <a:cxn ang="0">
                      <a:pos x="T4" y="T5"/>
                    </a:cxn>
                    <a:cxn ang="0">
                      <a:pos x="T6" y="T7"/>
                    </a:cxn>
                    <a:cxn ang="0">
                      <a:pos x="T8" y="T9"/>
                    </a:cxn>
                    <a:cxn ang="0">
                      <a:pos x="T10" y="T11"/>
                    </a:cxn>
                  </a:cxnLst>
                  <a:rect l="0" t="0" r="r" b="b"/>
                  <a:pathLst>
                    <a:path w="152" h="347">
                      <a:moveTo>
                        <a:pt x="124" y="23"/>
                      </a:moveTo>
                      <a:cubicBezTo>
                        <a:pt x="124" y="23"/>
                        <a:pt x="77" y="0"/>
                        <a:pt x="56" y="63"/>
                      </a:cubicBezTo>
                      <a:cubicBezTo>
                        <a:pt x="41" y="108"/>
                        <a:pt x="11" y="273"/>
                        <a:pt x="1" y="336"/>
                      </a:cubicBezTo>
                      <a:cubicBezTo>
                        <a:pt x="0" y="343"/>
                        <a:pt x="12" y="347"/>
                        <a:pt x="16" y="341"/>
                      </a:cubicBezTo>
                      <a:cubicBezTo>
                        <a:pt x="45" y="291"/>
                        <a:pt x="105" y="156"/>
                        <a:pt x="129" y="107"/>
                      </a:cubicBezTo>
                      <a:cubicBezTo>
                        <a:pt x="150" y="64"/>
                        <a:pt x="152" y="22"/>
                        <a:pt x="124" y="23"/>
                      </a:cubicBezTo>
                    </a:path>
                  </a:pathLst>
                </a:custGeom>
                <a:solidFill>
                  <a:srgbClr val="EA55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8" name="Freeform 3843">
                  <a:extLst>
                    <a:ext uri="{FF2B5EF4-FFF2-40B4-BE49-F238E27FC236}">
                      <a16:creationId xmlns:a16="http://schemas.microsoft.com/office/drawing/2014/main" xmlns="" id="{85D2469E-84A6-F79A-2902-2202FB6ADEE6}"/>
                    </a:ext>
                  </a:extLst>
                </p:cNvPr>
                <p:cNvSpPr>
                  <a:spLocks/>
                </p:cNvSpPr>
                <p:nvPr/>
              </p:nvSpPr>
              <p:spPr bwMode="gray">
                <a:xfrm>
                  <a:off x="3900488" y="4514851"/>
                  <a:ext cx="20638" cy="7938"/>
                </a:xfrm>
                <a:custGeom>
                  <a:avLst/>
                  <a:gdLst>
                    <a:gd name="T0" fmla="*/ 42 w 49"/>
                    <a:gd name="T1" fmla="*/ 6 h 19"/>
                    <a:gd name="T2" fmla="*/ 12 w 49"/>
                    <a:gd name="T3" fmla="*/ 1 h 19"/>
                    <a:gd name="T4" fmla="*/ 1 w 49"/>
                    <a:gd name="T5" fmla="*/ 6 h 19"/>
                    <a:gd name="T6" fmla="*/ 7 w 49"/>
                    <a:gd name="T7" fmla="*/ 13 h 19"/>
                    <a:gd name="T8" fmla="*/ 38 w 49"/>
                    <a:gd name="T9" fmla="*/ 19 h 19"/>
                    <a:gd name="T10" fmla="*/ 41 w 49"/>
                    <a:gd name="T11" fmla="*/ 19 h 19"/>
                    <a:gd name="T12" fmla="*/ 48 w 49"/>
                    <a:gd name="T13" fmla="*/ 14 h 19"/>
                    <a:gd name="T14" fmla="*/ 42 w 49"/>
                    <a:gd name="T15" fmla="*/ 6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9">
                      <a:moveTo>
                        <a:pt x="42" y="6"/>
                      </a:moveTo>
                      <a:lnTo>
                        <a:pt x="12" y="1"/>
                      </a:lnTo>
                      <a:cubicBezTo>
                        <a:pt x="7" y="0"/>
                        <a:pt x="3" y="2"/>
                        <a:pt x="1" y="6"/>
                      </a:cubicBezTo>
                      <a:cubicBezTo>
                        <a:pt x="0" y="9"/>
                        <a:pt x="3" y="12"/>
                        <a:pt x="7" y="13"/>
                      </a:cubicBezTo>
                      <a:lnTo>
                        <a:pt x="38" y="19"/>
                      </a:lnTo>
                      <a:lnTo>
                        <a:pt x="41" y="19"/>
                      </a:lnTo>
                      <a:cubicBezTo>
                        <a:pt x="44" y="18"/>
                        <a:pt x="47" y="16"/>
                        <a:pt x="48" y="14"/>
                      </a:cubicBezTo>
                      <a:cubicBezTo>
                        <a:pt x="49" y="10"/>
                        <a:pt x="47" y="7"/>
                        <a:pt x="42" y="6"/>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9" name="Freeform 3844">
                  <a:extLst>
                    <a:ext uri="{FF2B5EF4-FFF2-40B4-BE49-F238E27FC236}">
                      <a16:creationId xmlns:a16="http://schemas.microsoft.com/office/drawing/2014/main" xmlns="" id="{B75F1023-C210-56EA-AEC8-28E461D9D897}"/>
                    </a:ext>
                  </a:extLst>
                </p:cNvPr>
                <p:cNvSpPr>
                  <a:spLocks/>
                </p:cNvSpPr>
                <p:nvPr/>
              </p:nvSpPr>
              <p:spPr bwMode="gray">
                <a:xfrm>
                  <a:off x="3908425" y="4446588"/>
                  <a:ext cx="34925" cy="74613"/>
                </a:xfrm>
                <a:custGeom>
                  <a:avLst/>
                  <a:gdLst>
                    <a:gd name="T0" fmla="*/ 80 w 86"/>
                    <a:gd name="T1" fmla="*/ 2 h 180"/>
                    <a:gd name="T2" fmla="*/ 69 w 86"/>
                    <a:gd name="T3" fmla="*/ 6 h 180"/>
                    <a:gd name="T4" fmla="*/ 1 w 86"/>
                    <a:gd name="T5" fmla="*/ 173 h 180"/>
                    <a:gd name="T6" fmla="*/ 7 w 86"/>
                    <a:gd name="T7" fmla="*/ 180 h 180"/>
                    <a:gd name="T8" fmla="*/ 10 w 86"/>
                    <a:gd name="T9" fmla="*/ 180 h 180"/>
                    <a:gd name="T10" fmla="*/ 17 w 86"/>
                    <a:gd name="T11" fmla="*/ 176 h 180"/>
                    <a:gd name="T12" fmla="*/ 80 w 86"/>
                    <a:gd name="T13" fmla="*/ 73 h 180"/>
                    <a:gd name="T14" fmla="*/ 78 w 86"/>
                    <a:gd name="T15" fmla="*/ 64 h 180"/>
                    <a:gd name="T16" fmla="*/ 66 w 86"/>
                    <a:gd name="T17" fmla="*/ 66 h 180"/>
                    <a:gd name="T18" fmla="*/ 47 w 86"/>
                    <a:gd name="T19" fmla="*/ 90 h 180"/>
                    <a:gd name="T20" fmla="*/ 84 w 86"/>
                    <a:gd name="T21" fmla="*/ 10 h 180"/>
                    <a:gd name="T22" fmla="*/ 80 w 86"/>
                    <a:gd name="T23" fmla="*/ 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180">
                      <a:moveTo>
                        <a:pt x="80" y="2"/>
                      </a:moveTo>
                      <a:cubicBezTo>
                        <a:pt x="76" y="0"/>
                        <a:pt x="71" y="2"/>
                        <a:pt x="69" y="6"/>
                      </a:cubicBezTo>
                      <a:cubicBezTo>
                        <a:pt x="69" y="6"/>
                        <a:pt x="23" y="94"/>
                        <a:pt x="1" y="173"/>
                      </a:cubicBezTo>
                      <a:cubicBezTo>
                        <a:pt x="0" y="176"/>
                        <a:pt x="2" y="180"/>
                        <a:pt x="7" y="180"/>
                      </a:cubicBezTo>
                      <a:lnTo>
                        <a:pt x="10" y="180"/>
                      </a:lnTo>
                      <a:cubicBezTo>
                        <a:pt x="13" y="180"/>
                        <a:pt x="16" y="178"/>
                        <a:pt x="17" y="176"/>
                      </a:cubicBezTo>
                      <a:cubicBezTo>
                        <a:pt x="17" y="175"/>
                        <a:pt x="41" y="117"/>
                        <a:pt x="80" y="73"/>
                      </a:cubicBezTo>
                      <a:cubicBezTo>
                        <a:pt x="82" y="70"/>
                        <a:pt x="81" y="66"/>
                        <a:pt x="78" y="64"/>
                      </a:cubicBezTo>
                      <a:cubicBezTo>
                        <a:pt x="74" y="62"/>
                        <a:pt x="69" y="63"/>
                        <a:pt x="66" y="66"/>
                      </a:cubicBezTo>
                      <a:cubicBezTo>
                        <a:pt x="59" y="74"/>
                        <a:pt x="53" y="82"/>
                        <a:pt x="47" y="90"/>
                      </a:cubicBezTo>
                      <a:cubicBezTo>
                        <a:pt x="66" y="45"/>
                        <a:pt x="84" y="10"/>
                        <a:pt x="84" y="10"/>
                      </a:cubicBezTo>
                      <a:cubicBezTo>
                        <a:pt x="86" y="6"/>
                        <a:pt x="84" y="3"/>
                        <a:pt x="80" y="2"/>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0" name="Freeform 3845">
                  <a:extLst>
                    <a:ext uri="{FF2B5EF4-FFF2-40B4-BE49-F238E27FC236}">
                      <a16:creationId xmlns:a16="http://schemas.microsoft.com/office/drawing/2014/main" xmlns="" id="{CCB48199-9592-FE8A-DE70-5F2FA28F4181}"/>
                    </a:ext>
                  </a:extLst>
                </p:cNvPr>
                <p:cNvSpPr>
                  <a:spLocks/>
                </p:cNvSpPr>
                <p:nvPr/>
              </p:nvSpPr>
              <p:spPr bwMode="gray">
                <a:xfrm>
                  <a:off x="3919538" y="4452938"/>
                  <a:ext cx="14288" cy="36513"/>
                </a:xfrm>
                <a:custGeom>
                  <a:avLst/>
                  <a:gdLst>
                    <a:gd name="T0" fmla="*/ 11 w 36"/>
                    <a:gd name="T1" fmla="*/ 2 h 90"/>
                    <a:gd name="T2" fmla="*/ 8 w 36"/>
                    <a:gd name="T3" fmla="*/ 11 h 90"/>
                    <a:gd name="T4" fmla="*/ 1 w 36"/>
                    <a:gd name="T5" fmla="*/ 83 h 90"/>
                    <a:gd name="T6" fmla="*/ 7 w 36"/>
                    <a:gd name="T7" fmla="*/ 90 h 90"/>
                    <a:gd name="T8" fmla="*/ 10 w 36"/>
                    <a:gd name="T9" fmla="*/ 90 h 90"/>
                    <a:gd name="T10" fmla="*/ 17 w 36"/>
                    <a:gd name="T11" fmla="*/ 85 h 90"/>
                    <a:gd name="T12" fmla="*/ 22 w 36"/>
                    <a:gd name="T13" fmla="*/ 4 h 90"/>
                    <a:gd name="T14" fmla="*/ 11 w 36"/>
                    <a:gd name="T15" fmla="*/ 2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90">
                      <a:moveTo>
                        <a:pt x="11" y="2"/>
                      </a:moveTo>
                      <a:cubicBezTo>
                        <a:pt x="7" y="4"/>
                        <a:pt x="6" y="8"/>
                        <a:pt x="8" y="11"/>
                      </a:cubicBezTo>
                      <a:cubicBezTo>
                        <a:pt x="16" y="21"/>
                        <a:pt x="8" y="61"/>
                        <a:pt x="1" y="83"/>
                      </a:cubicBezTo>
                      <a:cubicBezTo>
                        <a:pt x="0" y="86"/>
                        <a:pt x="2" y="90"/>
                        <a:pt x="7" y="90"/>
                      </a:cubicBezTo>
                      <a:lnTo>
                        <a:pt x="10" y="90"/>
                      </a:lnTo>
                      <a:cubicBezTo>
                        <a:pt x="13" y="90"/>
                        <a:pt x="16" y="88"/>
                        <a:pt x="17" y="85"/>
                      </a:cubicBezTo>
                      <a:cubicBezTo>
                        <a:pt x="20" y="75"/>
                        <a:pt x="36" y="21"/>
                        <a:pt x="22" y="4"/>
                      </a:cubicBezTo>
                      <a:cubicBezTo>
                        <a:pt x="20" y="1"/>
                        <a:pt x="15" y="0"/>
                        <a:pt x="11" y="2"/>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1" name="Freeform 3846">
                  <a:extLst>
                    <a:ext uri="{FF2B5EF4-FFF2-40B4-BE49-F238E27FC236}">
                      <a16:creationId xmlns:a16="http://schemas.microsoft.com/office/drawing/2014/main" xmlns="" id="{D59DBC4B-1FC4-ECB5-1E5F-3883DB9AEC50}"/>
                    </a:ext>
                  </a:extLst>
                </p:cNvPr>
                <p:cNvSpPr>
                  <a:spLocks/>
                </p:cNvSpPr>
                <p:nvPr/>
              </p:nvSpPr>
              <p:spPr bwMode="gray">
                <a:xfrm>
                  <a:off x="3616325" y="4522788"/>
                  <a:ext cx="31750" cy="58738"/>
                </a:xfrm>
                <a:custGeom>
                  <a:avLst/>
                  <a:gdLst>
                    <a:gd name="T0" fmla="*/ 19 w 76"/>
                    <a:gd name="T1" fmla="*/ 4 h 141"/>
                    <a:gd name="T2" fmla="*/ 4 w 76"/>
                    <a:gd name="T3" fmla="*/ 6 h 141"/>
                    <a:gd name="T4" fmla="*/ 5 w 76"/>
                    <a:gd name="T5" fmla="*/ 22 h 141"/>
                    <a:gd name="T6" fmla="*/ 41 w 76"/>
                    <a:gd name="T7" fmla="*/ 128 h 141"/>
                    <a:gd name="T8" fmla="*/ 51 w 76"/>
                    <a:gd name="T9" fmla="*/ 141 h 141"/>
                    <a:gd name="T10" fmla="*/ 55 w 76"/>
                    <a:gd name="T11" fmla="*/ 141 h 141"/>
                    <a:gd name="T12" fmla="*/ 64 w 76"/>
                    <a:gd name="T13" fmla="*/ 132 h 141"/>
                    <a:gd name="T14" fmla="*/ 19 w 76"/>
                    <a:gd name="T15" fmla="*/ 4 h 1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41">
                      <a:moveTo>
                        <a:pt x="19" y="4"/>
                      </a:moveTo>
                      <a:cubicBezTo>
                        <a:pt x="15" y="0"/>
                        <a:pt x="7" y="1"/>
                        <a:pt x="4" y="6"/>
                      </a:cubicBezTo>
                      <a:cubicBezTo>
                        <a:pt x="0" y="11"/>
                        <a:pt x="0" y="18"/>
                        <a:pt x="5" y="22"/>
                      </a:cubicBezTo>
                      <a:cubicBezTo>
                        <a:pt x="52" y="59"/>
                        <a:pt x="41" y="127"/>
                        <a:pt x="41" y="128"/>
                      </a:cubicBezTo>
                      <a:cubicBezTo>
                        <a:pt x="40" y="134"/>
                        <a:pt x="44" y="140"/>
                        <a:pt x="51" y="141"/>
                      </a:cubicBezTo>
                      <a:lnTo>
                        <a:pt x="55" y="141"/>
                      </a:lnTo>
                      <a:cubicBezTo>
                        <a:pt x="59" y="140"/>
                        <a:pt x="63" y="136"/>
                        <a:pt x="64" y="132"/>
                      </a:cubicBezTo>
                      <a:cubicBezTo>
                        <a:pt x="64" y="128"/>
                        <a:pt x="76" y="50"/>
                        <a:pt x="19" y="4"/>
                      </a:cubicBezTo>
                    </a:path>
                  </a:pathLst>
                </a:custGeom>
                <a:solidFill>
                  <a:srgbClr val="7544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2" name="Freeform 3847">
                  <a:extLst>
                    <a:ext uri="{FF2B5EF4-FFF2-40B4-BE49-F238E27FC236}">
                      <a16:creationId xmlns:a16="http://schemas.microsoft.com/office/drawing/2014/main" xmlns="" id="{41442D7C-5857-2F32-F7A7-753BD18144ED}"/>
                    </a:ext>
                  </a:extLst>
                </p:cNvPr>
                <p:cNvSpPr>
                  <a:spLocks/>
                </p:cNvSpPr>
                <p:nvPr/>
              </p:nvSpPr>
              <p:spPr bwMode="gray">
                <a:xfrm>
                  <a:off x="3575050" y="4549776"/>
                  <a:ext cx="139700" cy="122238"/>
                </a:xfrm>
                <a:custGeom>
                  <a:avLst/>
                  <a:gdLst>
                    <a:gd name="T0" fmla="*/ 214 w 340"/>
                    <a:gd name="T1" fmla="*/ 8 h 295"/>
                    <a:gd name="T2" fmla="*/ 174 w 340"/>
                    <a:gd name="T3" fmla="*/ 40 h 295"/>
                    <a:gd name="T4" fmla="*/ 160 w 340"/>
                    <a:gd name="T5" fmla="*/ 64 h 295"/>
                    <a:gd name="T6" fmla="*/ 135 w 340"/>
                    <a:gd name="T7" fmla="*/ 48 h 295"/>
                    <a:gd name="T8" fmla="*/ 86 w 340"/>
                    <a:gd name="T9" fmla="*/ 35 h 295"/>
                    <a:gd name="T10" fmla="*/ 15 w 340"/>
                    <a:gd name="T11" fmla="*/ 152 h 295"/>
                    <a:gd name="T12" fmla="*/ 163 w 340"/>
                    <a:gd name="T13" fmla="*/ 286 h 295"/>
                    <a:gd name="T14" fmla="*/ 187 w 340"/>
                    <a:gd name="T15" fmla="*/ 271 h 295"/>
                    <a:gd name="T16" fmla="*/ 188 w 340"/>
                    <a:gd name="T17" fmla="*/ 272 h 295"/>
                    <a:gd name="T18" fmla="*/ 214 w 340"/>
                    <a:gd name="T19" fmla="*/ 266 h 295"/>
                    <a:gd name="T20" fmla="*/ 242 w 340"/>
                    <a:gd name="T21" fmla="*/ 270 h 295"/>
                    <a:gd name="T22" fmla="*/ 325 w 340"/>
                    <a:gd name="T23" fmla="*/ 88 h 295"/>
                    <a:gd name="T24" fmla="*/ 214 w 340"/>
                    <a:gd name="T25" fmla="*/ 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0" h="295">
                      <a:moveTo>
                        <a:pt x="214" y="8"/>
                      </a:moveTo>
                      <a:cubicBezTo>
                        <a:pt x="197" y="12"/>
                        <a:pt x="183" y="23"/>
                        <a:pt x="174" y="40"/>
                      </a:cubicBezTo>
                      <a:cubicBezTo>
                        <a:pt x="171" y="43"/>
                        <a:pt x="160" y="64"/>
                        <a:pt x="160" y="64"/>
                      </a:cubicBezTo>
                      <a:cubicBezTo>
                        <a:pt x="160" y="64"/>
                        <a:pt x="144" y="53"/>
                        <a:pt x="135" y="48"/>
                      </a:cubicBezTo>
                      <a:cubicBezTo>
                        <a:pt x="120" y="37"/>
                        <a:pt x="102" y="31"/>
                        <a:pt x="86" y="35"/>
                      </a:cubicBezTo>
                      <a:cubicBezTo>
                        <a:pt x="42" y="44"/>
                        <a:pt x="0" y="81"/>
                        <a:pt x="15" y="152"/>
                      </a:cubicBezTo>
                      <a:cubicBezTo>
                        <a:pt x="30" y="224"/>
                        <a:pt x="119" y="295"/>
                        <a:pt x="163" y="286"/>
                      </a:cubicBezTo>
                      <a:cubicBezTo>
                        <a:pt x="173" y="284"/>
                        <a:pt x="181" y="279"/>
                        <a:pt x="187" y="271"/>
                      </a:cubicBezTo>
                      <a:lnTo>
                        <a:pt x="188" y="272"/>
                      </a:lnTo>
                      <a:cubicBezTo>
                        <a:pt x="200" y="261"/>
                        <a:pt x="214" y="266"/>
                        <a:pt x="214" y="266"/>
                      </a:cubicBezTo>
                      <a:cubicBezTo>
                        <a:pt x="223" y="271"/>
                        <a:pt x="232" y="272"/>
                        <a:pt x="242" y="270"/>
                      </a:cubicBezTo>
                      <a:cubicBezTo>
                        <a:pt x="286" y="261"/>
                        <a:pt x="340" y="160"/>
                        <a:pt x="325" y="88"/>
                      </a:cubicBezTo>
                      <a:cubicBezTo>
                        <a:pt x="310" y="17"/>
                        <a:pt x="257" y="0"/>
                        <a:pt x="214" y="8"/>
                      </a:cubicBezTo>
                    </a:path>
                  </a:pathLst>
                </a:custGeom>
                <a:solidFill>
                  <a:srgbClr val="EA55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3" name="Freeform 3848">
                  <a:extLst>
                    <a:ext uri="{FF2B5EF4-FFF2-40B4-BE49-F238E27FC236}">
                      <a16:creationId xmlns:a16="http://schemas.microsoft.com/office/drawing/2014/main" xmlns="" id="{77DD2B46-3BF0-0D56-A181-867FD6D327B1}"/>
                    </a:ext>
                  </a:extLst>
                </p:cNvPr>
                <p:cNvSpPr>
                  <a:spLocks/>
                </p:cNvSpPr>
                <p:nvPr/>
              </p:nvSpPr>
              <p:spPr bwMode="gray">
                <a:xfrm>
                  <a:off x="3705225" y="4429126"/>
                  <a:ext cx="114300" cy="274638"/>
                </a:xfrm>
                <a:custGeom>
                  <a:avLst/>
                  <a:gdLst>
                    <a:gd name="T0" fmla="*/ 249 w 276"/>
                    <a:gd name="T1" fmla="*/ 128 h 669"/>
                    <a:gd name="T2" fmla="*/ 224 w 276"/>
                    <a:gd name="T3" fmla="*/ 104 h 669"/>
                    <a:gd name="T4" fmla="*/ 224 w 276"/>
                    <a:gd name="T5" fmla="*/ 104 h 669"/>
                    <a:gd name="T6" fmla="*/ 119 w 276"/>
                    <a:gd name="T7" fmla="*/ 43 h 669"/>
                    <a:gd name="T8" fmla="*/ 120 w 276"/>
                    <a:gd name="T9" fmla="*/ 48 h 669"/>
                    <a:gd name="T10" fmla="*/ 88 w 276"/>
                    <a:gd name="T11" fmla="*/ 43 h 669"/>
                    <a:gd name="T12" fmla="*/ 7 w 276"/>
                    <a:gd name="T13" fmla="*/ 94 h 669"/>
                    <a:gd name="T14" fmla="*/ 47 w 276"/>
                    <a:gd name="T15" fmla="*/ 170 h 669"/>
                    <a:gd name="T16" fmla="*/ 25 w 276"/>
                    <a:gd name="T17" fmla="*/ 281 h 669"/>
                    <a:gd name="T18" fmla="*/ 73 w 276"/>
                    <a:gd name="T19" fmla="*/ 365 h 669"/>
                    <a:gd name="T20" fmla="*/ 25 w 276"/>
                    <a:gd name="T21" fmla="*/ 514 h 669"/>
                    <a:gd name="T22" fmla="*/ 199 w 276"/>
                    <a:gd name="T23" fmla="*/ 526 h 669"/>
                    <a:gd name="T24" fmla="*/ 243 w 276"/>
                    <a:gd name="T25" fmla="*/ 378 h 669"/>
                    <a:gd name="T26" fmla="*/ 248 w 276"/>
                    <a:gd name="T27" fmla="*/ 279 h 669"/>
                    <a:gd name="T28" fmla="*/ 249 w 276"/>
                    <a:gd name="T29" fmla="*/ 128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6" h="669">
                      <a:moveTo>
                        <a:pt x="249" y="128"/>
                      </a:moveTo>
                      <a:cubicBezTo>
                        <a:pt x="243" y="116"/>
                        <a:pt x="234" y="109"/>
                        <a:pt x="224" y="104"/>
                      </a:cubicBezTo>
                      <a:lnTo>
                        <a:pt x="224" y="104"/>
                      </a:lnTo>
                      <a:cubicBezTo>
                        <a:pt x="224" y="104"/>
                        <a:pt x="206" y="0"/>
                        <a:pt x="119" y="43"/>
                      </a:cubicBezTo>
                      <a:lnTo>
                        <a:pt x="120" y="48"/>
                      </a:lnTo>
                      <a:cubicBezTo>
                        <a:pt x="111" y="45"/>
                        <a:pt x="100" y="43"/>
                        <a:pt x="88" y="43"/>
                      </a:cubicBezTo>
                      <a:cubicBezTo>
                        <a:pt x="22" y="44"/>
                        <a:pt x="4" y="77"/>
                        <a:pt x="7" y="94"/>
                      </a:cubicBezTo>
                      <a:cubicBezTo>
                        <a:pt x="10" y="111"/>
                        <a:pt x="50" y="158"/>
                        <a:pt x="47" y="170"/>
                      </a:cubicBezTo>
                      <a:cubicBezTo>
                        <a:pt x="44" y="182"/>
                        <a:pt x="0" y="212"/>
                        <a:pt x="25" y="281"/>
                      </a:cubicBezTo>
                      <a:cubicBezTo>
                        <a:pt x="50" y="350"/>
                        <a:pt x="73" y="365"/>
                        <a:pt x="73" y="365"/>
                      </a:cubicBezTo>
                      <a:cubicBezTo>
                        <a:pt x="73" y="365"/>
                        <a:pt x="14" y="473"/>
                        <a:pt x="25" y="514"/>
                      </a:cubicBezTo>
                      <a:cubicBezTo>
                        <a:pt x="65" y="669"/>
                        <a:pt x="199" y="526"/>
                        <a:pt x="199" y="526"/>
                      </a:cubicBezTo>
                      <a:cubicBezTo>
                        <a:pt x="199" y="526"/>
                        <a:pt x="215" y="406"/>
                        <a:pt x="243" y="378"/>
                      </a:cubicBezTo>
                      <a:cubicBezTo>
                        <a:pt x="271" y="350"/>
                        <a:pt x="256" y="291"/>
                        <a:pt x="248" y="279"/>
                      </a:cubicBezTo>
                      <a:cubicBezTo>
                        <a:pt x="239" y="267"/>
                        <a:pt x="276" y="178"/>
                        <a:pt x="249" y="128"/>
                      </a:cubicBezTo>
                    </a:path>
                  </a:pathLst>
                </a:custGeom>
                <a:solidFill>
                  <a:srgbClr val="5AA2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4" name="Freeform 3849">
                  <a:extLst>
                    <a:ext uri="{FF2B5EF4-FFF2-40B4-BE49-F238E27FC236}">
                      <a16:creationId xmlns:a16="http://schemas.microsoft.com/office/drawing/2014/main" xmlns="" id="{686E4E3C-4091-4D3D-68E9-758DAF082F4E}"/>
                    </a:ext>
                  </a:extLst>
                </p:cNvPr>
                <p:cNvSpPr>
                  <a:spLocks/>
                </p:cNvSpPr>
                <p:nvPr/>
              </p:nvSpPr>
              <p:spPr bwMode="gray">
                <a:xfrm>
                  <a:off x="3668713" y="4430713"/>
                  <a:ext cx="107950" cy="227013"/>
                </a:xfrm>
                <a:custGeom>
                  <a:avLst/>
                  <a:gdLst>
                    <a:gd name="T0" fmla="*/ 192 w 263"/>
                    <a:gd name="T1" fmla="*/ 37 h 550"/>
                    <a:gd name="T2" fmla="*/ 159 w 263"/>
                    <a:gd name="T3" fmla="*/ 41 h 550"/>
                    <a:gd name="T4" fmla="*/ 161 w 263"/>
                    <a:gd name="T5" fmla="*/ 46 h 550"/>
                    <a:gd name="T6" fmla="*/ 54 w 263"/>
                    <a:gd name="T7" fmla="*/ 113 h 550"/>
                    <a:gd name="T8" fmla="*/ 54 w 263"/>
                    <a:gd name="T9" fmla="*/ 113 h 550"/>
                    <a:gd name="T10" fmla="*/ 28 w 263"/>
                    <a:gd name="T11" fmla="*/ 128 h 550"/>
                    <a:gd name="T12" fmla="*/ 26 w 263"/>
                    <a:gd name="T13" fmla="*/ 274 h 550"/>
                    <a:gd name="T14" fmla="*/ 28 w 263"/>
                    <a:gd name="T15" fmla="*/ 371 h 550"/>
                    <a:gd name="T16" fmla="*/ 67 w 263"/>
                    <a:gd name="T17" fmla="*/ 505 h 550"/>
                    <a:gd name="T18" fmla="*/ 166 w 263"/>
                    <a:gd name="T19" fmla="*/ 550 h 550"/>
                    <a:gd name="T20" fmla="*/ 198 w 263"/>
                    <a:gd name="T21" fmla="*/ 432 h 550"/>
                    <a:gd name="T22" fmla="*/ 187 w 263"/>
                    <a:gd name="T23" fmla="*/ 366 h 550"/>
                    <a:gd name="T24" fmla="*/ 236 w 263"/>
                    <a:gd name="T25" fmla="*/ 283 h 550"/>
                    <a:gd name="T26" fmla="*/ 217 w 263"/>
                    <a:gd name="T27" fmla="*/ 171 h 550"/>
                    <a:gd name="T28" fmla="*/ 259 w 263"/>
                    <a:gd name="T29" fmla="*/ 96 h 550"/>
                    <a:gd name="T30" fmla="*/ 192 w 263"/>
                    <a:gd name="T31" fmla="*/ 37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550">
                      <a:moveTo>
                        <a:pt x="192" y="37"/>
                      </a:moveTo>
                      <a:cubicBezTo>
                        <a:pt x="179" y="37"/>
                        <a:pt x="169" y="38"/>
                        <a:pt x="159" y="41"/>
                      </a:cubicBezTo>
                      <a:lnTo>
                        <a:pt x="161" y="46"/>
                      </a:lnTo>
                      <a:cubicBezTo>
                        <a:pt x="74" y="0"/>
                        <a:pt x="54" y="113"/>
                        <a:pt x="54" y="113"/>
                      </a:cubicBezTo>
                      <a:lnTo>
                        <a:pt x="54" y="113"/>
                      </a:lnTo>
                      <a:cubicBezTo>
                        <a:pt x="44" y="113"/>
                        <a:pt x="34" y="116"/>
                        <a:pt x="28" y="128"/>
                      </a:cubicBezTo>
                      <a:cubicBezTo>
                        <a:pt x="0" y="176"/>
                        <a:pt x="35" y="262"/>
                        <a:pt x="26" y="274"/>
                      </a:cubicBezTo>
                      <a:cubicBezTo>
                        <a:pt x="17" y="286"/>
                        <a:pt x="1" y="341"/>
                        <a:pt x="28" y="371"/>
                      </a:cubicBezTo>
                      <a:cubicBezTo>
                        <a:pt x="55" y="400"/>
                        <a:pt x="67" y="505"/>
                        <a:pt x="67" y="505"/>
                      </a:cubicBezTo>
                      <a:cubicBezTo>
                        <a:pt x="67" y="505"/>
                        <a:pt x="151" y="516"/>
                        <a:pt x="166" y="550"/>
                      </a:cubicBezTo>
                      <a:cubicBezTo>
                        <a:pt x="155" y="521"/>
                        <a:pt x="175" y="464"/>
                        <a:pt x="198" y="432"/>
                      </a:cubicBezTo>
                      <a:cubicBezTo>
                        <a:pt x="222" y="398"/>
                        <a:pt x="187" y="366"/>
                        <a:pt x="187" y="366"/>
                      </a:cubicBezTo>
                      <a:cubicBezTo>
                        <a:pt x="187" y="366"/>
                        <a:pt x="209" y="351"/>
                        <a:pt x="236" y="283"/>
                      </a:cubicBezTo>
                      <a:cubicBezTo>
                        <a:pt x="263" y="214"/>
                        <a:pt x="220" y="183"/>
                        <a:pt x="217" y="171"/>
                      </a:cubicBezTo>
                      <a:cubicBezTo>
                        <a:pt x="215" y="159"/>
                        <a:pt x="256" y="113"/>
                        <a:pt x="259" y="96"/>
                      </a:cubicBezTo>
                      <a:cubicBezTo>
                        <a:pt x="262" y="79"/>
                        <a:pt x="257" y="40"/>
                        <a:pt x="192" y="37"/>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5" name="Freeform 3850">
                  <a:extLst>
                    <a:ext uri="{FF2B5EF4-FFF2-40B4-BE49-F238E27FC236}">
                      <a16:creationId xmlns:a16="http://schemas.microsoft.com/office/drawing/2014/main" xmlns="" id="{BBB662F7-7BF7-9775-D3B5-BCB9FB23B851}"/>
                    </a:ext>
                  </a:extLst>
                </p:cNvPr>
                <p:cNvSpPr>
                  <a:spLocks/>
                </p:cNvSpPr>
                <p:nvPr/>
              </p:nvSpPr>
              <p:spPr bwMode="gray">
                <a:xfrm>
                  <a:off x="3692525" y="4481513"/>
                  <a:ext cx="58738" cy="182563"/>
                </a:xfrm>
                <a:custGeom>
                  <a:avLst/>
                  <a:gdLst>
                    <a:gd name="T0" fmla="*/ 43 w 141"/>
                    <a:gd name="T1" fmla="*/ 134 h 447"/>
                    <a:gd name="T2" fmla="*/ 51 w 141"/>
                    <a:gd name="T3" fmla="*/ 0 h 447"/>
                    <a:gd name="T4" fmla="*/ 9 w 141"/>
                    <a:gd name="T5" fmla="*/ 94 h 447"/>
                    <a:gd name="T6" fmla="*/ 0 w 141"/>
                    <a:gd name="T7" fmla="*/ 354 h 447"/>
                    <a:gd name="T8" fmla="*/ 93 w 141"/>
                    <a:gd name="T9" fmla="*/ 447 h 447"/>
                    <a:gd name="T10" fmla="*/ 141 w 141"/>
                    <a:gd name="T11" fmla="*/ 447 h 447"/>
                    <a:gd name="T12" fmla="*/ 43 w 141"/>
                    <a:gd name="T13" fmla="*/ 134 h 447"/>
                  </a:gdLst>
                  <a:ahLst/>
                  <a:cxnLst>
                    <a:cxn ang="0">
                      <a:pos x="T0" y="T1"/>
                    </a:cxn>
                    <a:cxn ang="0">
                      <a:pos x="T2" y="T3"/>
                    </a:cxn>
                    <a:cxn ang="0">
                      <a:pos x="T4" y="T5"/>
                    </a:cxn>
                    <a:cxn ang="0">
                      <a:pos x="T6" y="T7"/>
                    </a:cxn>
                    <a:cxn ang="0">
                      <a:pos x="T8" y="T9"/>
                    </a:cxn>
                    <a:cxn ang="0">
                      <a:pos x="T10" y="T11"/>
                    </a:cxn>
                    <a:cxn ang="0">
                      <a:pos x="T12" y="T13"/>
                    </a:cxn>
                  </a:cxnLst>
                  <a:rect l="0" t="0" r="r" b="b"/>
                  <a:pathLst>
                    <a:path w="141" h="447">
                      <a:moveTo>
                        <a:pt x="43" y="134"/>
                      </a:moveTo>
                      <a:cubicBezTo>
                        <a:pt x="36" y="31"/>
                        <a:pt x="51" y="0"/>
                        <a:pt x="51" y="0"/>
                      </a:cubicBezTo>
                      <a:cubicBezTo>
                        <a:pt x="13" y="3"/>
                        <a:pt x="9" y="94"/>
                        <a:pt x="9" y="94"/>
                      </a:cubicBezTo>
                      <a:lnTo>
                        <a:pt x="0" y="354"/>
                      </a:lnTo>
                      <a:cubicBezTo>
                        <a:pt x="0" y="354"/>
                        <a:pt x="9" y="446"/>
                        <a:pt x="93" y="447"/>
                      </a:cubicBezTo>
                      <a:lnTo>
                        <a:pt x="141" y="447"/>
                      </a:lnTo>
                      <a:cubicBezTo>
                        <a:pt x="70" y="424"/>
                        <a:pt x="53" y="274"/>
                        <a:pt x="43" y="134"/>
                      </a:cubicBezTo>
                    </a:path>
                  </a:pathLst>
                </a:custGeom>
                <a:solidFill>
                  <a:srgbClr val="E2F3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6" name="Freeform 3851">
                  <a:extLst>
                    <a:ext uri="{FF2B5EF4-FFF2-40B4-BE49-F238E27FC236}">
                      <a16:creationId xmlns:a16="http://schemas.microsoft.com/office/drawing/2014/main" xmlns="" id="{E1459F93-A8A5-4FB3-0EBF-B717C102195E}"/>
                    </a:ext>
                  </a:extLst>
                </p:cNvPr>
                <p:cNvSpPr>
                  <a:spLocks/>
                </p:cNvSpPr>
                <p:nvPr/>
              </p:nvSpPr>
              <p:spPr bwMode="gray">
                <a:xfrm>
                  <a:off x="3741738" y="4454526"/>
                  <a:ext cx="141288" cy="263525"/>
                </a:xfrm>
                <a:custGeom>
                  <a:avLst/>
                  <a:gdLst>
                    <a:gd name="T0" fmla="*/ 319 w 341"/>
                    <a:gd name="T1" fmla="*/ 60 h 641"/>
                    <a:gd name="T2" fmla="*/ 328 w 341"/>
                    <a:gd name="T3" fmla="*/ 27 h 641"/>
                    <a:gd name="T4" fmla="*/ 221 w 341"/>
                    <a:gd name="T5" fmla="*/ 0 h 641"/>
                    <a:gd name="T6" fmla="*/ 212 w 341"/>
                    <a:gd name="T7" fmla="*/ 33 h 641"/>
                    <a:gd name="T8" fmla="*/ 87 w 341"/>
                    <a:gd name="T9" fmla="*/ 226 h 641"/>
                    <a:gd name="T10" fmla="*/ 87 w 341"/>
                    <a:gd name="T11" fmla="*/ 226 h 641"/>
                    <a:gd name="T12" fmla="*/ 80 w 341"/>
                    <a:gd name="T13" fmla="*/ 244 h 641"/>
                    <a:gd name="T14" fmla="*/ 8 w 341"/>
                    <a:gd name="T15" fmla="*/ 527 h 641"/>
                    <a:gd name="T16" fmla="*/ 48 w 341"/>
                    <a:gd name="T17" fmla="*/ 596 h 641"/>
                    <a:gd name="T18" fmla="*/ 198 w 341"/>
                    <a:gd name="T19" fmla="*/ 634 h 641"/>
                    <a:gd name="T20" fmla="*/ 266 w 341"/>
                    <a:gd name="T21" fmla="*/ 593 h 641"/>
                    <a:gd name="T22" fmla="*/ 339 w 341"/>
                    <a:gd name="T23" fmla="*/ 309 h 641"/>
                    <a:gd name="T24" fmla="*/ 339 w 341"/>
                    <a:gd name="T25" fmla="*/ 278 h 641"/>
                    <a:gd name="T26" fmla="*/ 319 w 341"/>
                    <a:gd name="T27" fmla="*/ 60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1" h="641">
                      <a:moveTo>
                        <a:pt x="319" y="60"/>
                      </a:moveTo>
                      <a:lnTo>
                        <a:pt x="328" y="27"/>
                      </a:lnTo>
                      <a:lnTo>
                        <a:pt x="221" y="0"/>
                      </a:lnTo>
                      <a:lnTo>
                        <a:pt x="212" y="33"/>
                      </a:lnTo>
                      <a:lnTo>
                        <a:pt x="87" y="226"/>
                      </a:lnTo>
                      <a:lnTo>
                        <a:pt x="87" y="226"/>
                      </a:lnTo>
                      <a:cubicBezTo>
                        <a:pt x="84" y="232"/>
                        <a:pt x="81" y="237"/>
                        <a:pt x="80" y="244"/>
                      </a:cubicBezTo>
                      <a:lnTo>
                        <a:pt x="8" y="527"/>
                      </a:lnTo>
                      <a:cubicBezTo>
                        <a:pt x="0" y="557"/>
                        <a:pt x="18" y="588"/>
                        <a:pt x="48" y="596"/>
                      </a:cubicBezTo>
                      <a:lnTo>
                        <a:pt x="198" y="634"/>
                      </a:lnTo>
                      <a:cubicBezTo>
                        <a:pt x="228" y="641"/>
                        <a:pt x="259" y="623"/>
                        <a:pt x="266" y="593"/>
                      </a:cubicBezTo>
                      <a:lnTo>
                        <a:pt x="339" y="309"/>
                      </a:lnTo>
                      <a:cubicBezTo>
                        <a:pt x="341" y="299"/>
                        <a:pt x="341" y="288"/>
                        <a:pt x="339" y="278"/>
                      </a:cubicBezTo>
                      <a:lnTo>
                        <a:pt x="319" y="60"/>
                      </a:lnTo>
                    </a:path>
                  </a:pathLst>
                </a:custGeom>
                <a:solidFill>
                  <a:srgbClr val="D4F0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7" name="Freeform 3852">
                  <a:extLst>
                    <a:ext uri="{FF2B5EF4-FFF2-40B4-BE49-F238E27FC236}">
                      <a16:creationId xmlns:a16="http://schemas.microsoft.com/office/drawing/2014/main" xmlns="" id="{95AFA63B-03A5-A651-DE1D-4881F2742E7A}"/>
                    </a:ext>
                  </a:extLst>
                </p:cNvPr>
                <p:cNvSpPr>
                  <a:spLocks/>
                </p:cNvSpPr>
                <p:nvPr/>
              </p:nvSpPr>
              <p:spPr bwMode="gray">
                <a:xfrm>
                  <a:off x="3751263" y="4508501"/>
                  <a:ext cx="123825" cy="201613"/>
                </a:xfrm>
                <a:custGeom>
                  <a:avLst/>
                  <a:gdLst>
                    <a:gd name="T0" fmla="*/ 301 w 303"/>
                    <a:gd name="T1" fmla="*/ 148 h 489"/>
                    <a:gd name="T2" fmla="*/ 291 w 303"/>
                    <a:gd name="T3" fmla="*/ 37 h 489"/>
                    <a:gd name="T4" fmla="*/ 146 w 303"/>
                    <a:gd name="T5" fmla="*/ 0 h 489"/>
                    <a:gd name="T6" fmla="*/ 84 w 303"/>
                    <a:gd name="T7" fmla="*/ 99 h 489"/>
                    <a:gd name="T8" fmla="*/ 82 w 303"/>
                    <a:gd name="T9" fmla="*/ 102 h 489"/>
                    <a:gd name="T10" fmla="*/ 77 w 303"/>
                    <a:gd name="T11" fmla="*/ 115 h 489"/>
                    <a:gd name="T12" fmla="*/ 5 w 303"/>
                    <a:gd name="T13" fmla="*/ 399 h 489"/>
                    <a:gd name="T14" fmla="*/ 33 w 303"/>
                    <a:gd name="T15" fmla="*/ 445 h 489"/>
                    <a:gd name="T16" fmla="*/ 182 w 303"/>
                    <a:gd name="T17" fmla="*/ 483 h 489"/>
                    <a:gd name="T18" fmla="*/ 229 w 303"/>
                    <a:gd name="T19" fmla="*/ 456 h 489"/>
                    <a:gd name="T20" fmla="*/ 301 w 303"/>
                    <a:gd name="T21" fmla="*/ 172 h 489"/>
                    <a:gd name="T22" fmla="*/ 302 w 303"/>
                    <a:gd name="T23" fmla="*/ 149 h 489"/>
                    <a:gd name="T24" fmla="*/ 301 w 303"/>
                    <a:gd name="T25" fmla="*/ 148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3" h="489">
                      <a:moveTo>
                        <a:pt x="301" y="148"/>
                      </a:moveTo>
                      <a:lnTo>
                        <a:pt x="291" y="37"/>
                      </a:lnTo>
                      <a:cubicBezTo>
                        <a:pt x="242" y="27"/>
                        <a:pt x="195" y="10"/>
                        <a:pt x="146" y="0"/>
                      </a:cubicBezTo>
                      <a:lnTo>
                        <a:pt x="84" y="99"/>
                      </a:lnTo>
                      <a:lnTo>
                        <a:pt x="82" y="102"/>
                      </a:lnTo>
                      <a:cubicBezTo>
                        <a:pt x="80" y="107"/>
                        <a:pt x="78" y="111"/>
                        <a:pt x="77" y="115"/>
                      </a:cubicBezTo>
                      <a:lnTo>
                        <a:pt x="5" y="399"/>
                      </a:lnTo>
                      <a:cubicBezTo>
                        <a:pt x="0" y="419"/>
                        <a:pt x="12" y="440"/>
                        <a:pt x="33" y="445"/>
                      </a:cubicBezTo>
                      <a:lnTo>
                        <a:pt x="182" y="483"/>
                      </a:lnTo>
                      <a:cubicBezTo>
                        <a:pt x="203" y="489"/>
                        <a:pt x="224" y="476"/>
                        <a:pt x="229" y="456"/>
                      </a:cubicBezTo>
                      <a:lnTo>
                        <a:pt x="301" y="172"/>
                      </a:lnTo>
                      <a:cubicBezTo>
                        <a:pt x="303" y="165"/>
                        <a:pt x="303" y="157"/>
                        <a:pt x="302" y="149"/>
                      </a:cubicBezTo>
                      <a:lnTo>
                        <a:pt x="301" y="148"/>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8" name="Freeform 3853">
                  <a:extLst>
                    <a:ext uri="{FF2B5EF4-FFF2-40B4-BE49-F238E27FC236}">
                      <a16:creationId xmlns:a16="http://schemas.microsoft.com/office/drawing/2014/main" xmlns="" id="{508FD185-08F1-6450-7CEE-99A47B076BD2}"/>
                    </a:ext>
                  </a:extLst>
                </p:cNvPr>
                <p:cNvSpPr>
                  <a:spLocks/>
                </p:cNvSpPr>
                <p:nvPr/>
              </p:nvSpPr>
              <p:spPr bwMode="gray">
                <a:xfrm>
                  <a:off x="3825875" y="4457701"/>
                  <a:ext cx="57150" cy="17463"/>
                </a:xfrm>
                <a:custGeom>
                  <a:avLst/>
                  <a:gdLst>
                    <a:gd name="T0" fmla="*/ 135 w 139"/>
                    <a:gd name="T1" fmla="*/ 34 h 43"/>
                    <a:gd name="T2" fmla="*/ 6 w 139"/>
                    <a:gd name="T3" fmla="*/ 1 h 43"/>
                    <a:gd name="T4" fmla="*/ 0 w 139"/>
                    <a:gd name="T5" fmla="*/ 4 h 43"/>
                    <a:gd name="T6" fmla="*/ 4 w 139"/>
                    <a:gd name="T7" fmla="*/ 9 h 43"/>
                    <a:gd name="T8" fmla="*/ 133 w 139"/>
                    <a:gd name="T9" fmla="*/ 42 h 43"/>
                    <a:gd name="T10" fmla="*/ 138 w 139"/>
                    <a:gd name="T11" fmla="*/ 39 h 43"/>
                    <a:gd name="T12" fmla="*/ 135 w 139"/>
                    <a:gd name="T13" fmla="*/ 34 h 43"/>
                  </a:gdLst>
                  <a:ahLst/>
                  <a:cxnLst>
                    <a:cxn ang="0">
                      <a:pos x="T0" y="T1"/>
                    </a:cxn>
                    <a:cxn ang="0">
                      <a:pos x="T2" y="T3"/>
                    </a:cxn>
                    <a:cxn ang="0">
                      <a:pos x="T4" y="T5"/>
                    </a:cxn>
                    <a:cxn ang="0">
                      <a:pos x="T6" y="T7"/>
                    </a:cxn>
                    <a:cxn ang="0">
                      <a:pos x="T8" y="T9"/>
                    </a:cxn>
                    <a:cxn ang="0">
                      <a:pos x="T10" y="T11"/>
                    </a:cxn>
                    <a:cxn ang="0">
                      <a:pos x="T12" y="T13"/>
                    </a:cxn>
                  </a:cxnLst>
                  <a:rect l="0" t="0" r="r" b="b"/>
                  <a:pathLst>
                    <a:path w="139" h="43">
                      <a:moveTo>
                        <a:pt x="135" y="34"/>
                      </a:moveTo>
                      <a:lnTo>
                        <a:pt x="6" y="1"/>
                      </a:lnTo>
                      <a:cubicBezTo>
                        <a:pt x="3" y="0"/>
                        <a:pt x="1" y="2"/>
                        <a:pt x="0" y="4"/>
                      </a:cubicBezTo>
                      <a:cubicBezTo>
                        <a:pt x="0" y="6"/>
                        <a:pt x="1" y="9"/>
                        <a:pt x="4" y="9"/>
                      </a:cubicBezTo>
                      <a:lnTo>
                        <a:pt x="133" y="42"/>
                      </a:lnTo>
                      <a:cubicBezTo>
                        <a:pt x="135" y="43"/>
                        <a:pt x="138" y="41"/>
                        <a:pt x="138" y="39"/>
                      </a:cubicBezTo>
                      <a:cubicBezTo>
                        <a:pt x="139" y="37"/>
                        <a:pt x="137" y="34"/>
                        <a:pt x="135" y="34"/>
                      </a:cubicBezTo>
                    </a:path>
                  </a:pathLst>
                </a:custGeom>
                <a:solidFill>
                  <a:srgbClr val="4BBB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9" name="Freeform 3854">
                  <a:extLst>
                    <a:ext uri="{FF2B5EF4-FFF2-40B4-BE49-F238E27FC236}">
                      <a16:creationId xmlns:a16="http://schemas.microsoft.com/office/drawing/2014/main" xmlns="" id="{203D7E10-9E0C-51D1-4821-2A7C4E6708BB}"/>
                    </a:ext>
                  </a:extLst>
                </p:cNvPr>
                <p:cNvSpPr>
                  <a:spLocks/>
                </p:cNvSpPr>
                <p:nvPr/>
              </p:nvSpPr>
              <p:spPr bwMode="gray">
                <a:xfrm>
                  <a:off x="3829050" y="4438651"/>
                  <a:ext cx="55563" cy="31750"/>
                </a:xfrm>
                <a:custGeom>
                  <a:avLst/>
                  <a:gdLst>
                    <a:gd name="T0" fmla="*/ 123 w 132"/>
                    <a:gd name="T1" fmla="*/ 27 h 76"/>
                    <a:gd name="T2" fmla="*/ 22 w 132"/>
                    <a:gd name="T3" fmla="*/ 1 h 76"/>
                    <a:gd name="T4" fmla="*/ 10 w 132"/>
                    <a:gd name="T5" fmla="*/ 9 h 76"/>
                    <a:gd name="T6" fmla="*/ 0 w 132"/>
                    <a:gd name="T7" fmla="*/ 46 h 76"/>
                    <a:gd name="T8" fmla="*/ 121 w 132"/>
                    <a:gd name="T9" fmla="*/ 76 h 76"/>
                    <a:gd name="T10" fmla="*/ 130 w 132"/>
                    <a:gd name="T11" fmla="*/ 39 h 76"/>
                    <a:gd name="T12" fmla="*/ 123 w 132"/>
                    <a:gd name="T13" fmla="*/ 27 h 76"/>
                  </a:gdLst>
                  <a:ahLst/>
                  <a:cxnLst>
                    <a:cxn ang="0">
                      <a:pos x="T0" y="T1"/>
                    </a:cxn>
                    <a:cxn ang="0">
                      <a:pos x="T2" y="T3"/>
                    </a:cxn>
                    <a:cxn ang="0">
                      <a:pos x="T4" y="T5"/>
                    </a:cxn>
                    <a:cxn ang="0">
                      <a:pos x="T6" y="T7"/>
                    </a:cxn>
                    <a:cxn ang="0">
                      <a:pos x="T8" y="T9"/>
                    </a:cxn>
                    <a:cxn ang="0">
                      <a:pos x="T10" y="T11"/>
                    </a:cxn>
                    <a:cxn ang="0">
                      <a:pos x="T12" y="T13"/>
                    </a:cxn>
                  </a:cxnLst>
                  <a:rect l="0" t="0" r="r" b="b"/>
                  <a:pathLst>
                    <a:path w="132" h="76">
                      <a:moveTo>
                        <a:pt x="123" y="27"/>
                      </a:moveTo>
                      <a:lnTo>
                        <a:pt x="22" y="1"/>
                      </a:lnTo>
                      <a:cubicBezTo>
                        <a:pt x="16" y="0"/>
                        <a:pt x="11" y="3"/>
                        <a:pt x="10" y="9"/>
                      </a:cubicBezTo>
                      <a:lnTo>
                        <a:pt x="0" y="46"/>
                      </a:lnTo>
                      <a:lnTo>
                        <a:pt x="121" y="76"/>
                      </a:lnTo>
                      <a:lnTo>
                        <a:pt x="130" y="39"/>
                      </a:lnTo>
                      <a:cubicBezTo>
                        <a:pt x="132" y="34"/>
                        <a:pt x="128" y="28"/>
                        <a:pt x="123" y="27"/>
                      </a:cubicBezTo>
                    </a:path>
                  </a:pathLst>
                </a:custGeom>
                <a:solidFill>
                  <a:srgbClr val="4BBB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0" name="Freeform 3855">
                  <a:extLst>
                    <a:ext uri="{FF2B5EF4-FFF2-40B4-BE49-F238E27FC236}">
                      <a16:creationId xmlns:a16="http://schemas.microsoft.com/office/drawing/2014/main" xmlns="" id="{BBA683A8-4C1D-A0B8-F38D-C4B413F5AB01}"/>
                    </a:ext>
                  </a:extLst>
                </p:cNvPr>
                <p:cNvSpPr>
                  <a:spLocks/>
                </p:cNvSpPr>
                <p:nvPr/>
              </p:nvSpPr>
              <p:spPr bwMode="gray">
                <a:xfrm>
                  <a:off x="3833813" y="4554538"/>
                  <a:ext cx="138113" cy="131763"/>
                </a:xfrm>
                <a:custGeom>
                  <a:avLst/>
                  <a:gdLst>
                    <a:gd name="T0" fmla="*/ 211 w 334"/>
                    <a:gd name="T1" fmla="*/ 28 h 319"/>
                    <a:gd name="T2" fmla="*/ 24 w 334"/>
                    <a:gd name="T3" fmla="*/ 115 h 319"/>
                    <a:gd name="T4" fmla="*/ 125 w 334"/>
                    <a:gd name="T5" fmla="*/ 291 h 319"/>
                    <a:gd name="T6" fmla="*/ 310 w 334"/>
                    <a:gd name="T7" fmla="*/ 209 h 319"/>
                    <a:gd name="T8" fmla="*/ 211 w 334"/>
                    <a:gd name="T9" fmla="*/ 28 h 319"/>
                  </a:gdLst>
                  <a:ahLst/>
                  <a:cxnLst>
                    <a:cxn ang="0">
                      <a:pos x="T0" y="T1"/>
                    </a:cxn>
                    <a:cxn ang="0">
                      <a:pos x="T2" y="T3"/>
                    </a:cxn>
                    <a:cxn ang="0">
                      <a:pos x="T4" y="T5"/>
                    </a:cxn>
                    <a:cxn ang="0">
                      <a:pos x="T6" y="T7"/>
                    </a:cxn>
                    <a:cxn ang="0">
                      <a:pos x="T8" y="T9"/>
                    </a:cxn>
                  </a:cxnLst>
                  <a:rect l="0" t="0" r="r" b="b"/>
                  <a:pathLst>
                    <a:path w="334" h="319">
                      <a:moveTo>
                        <a:pt x="211" y="28"/>
                      </a:moveTo>
                      <a:cubicBezTo>
                        <a:pt x="126" y="0"/>
                        <a:pt x="49" y="41"/>
                        <a:pt x="24" y="115"/>
                      </a:cubicBezTo>
                      <a:cubicBezTo>
                        <a:pt x="0" y="190"/>
                        <a:pt x="40" y="264"/>
                        <a:pt x="125" y="291"/>
                      </a:cubicBezTo>
                      <a:cubicBezTo>
                        <a:pt x="209" y="319"/>
                        <a:pt x="285" y="284"/>
                        <a:pt x="310" y="209"/>
                      </a:cubicBezTo>
                      <a:cubicBezTo>
                        <a:pt x="334" y="135"/>
                        <a:pt x="296" y="55"/>
                        <a:pt x="211" y="28"/>
                      </a:cubicBezTo>
                    </a:path>
                  </a:pathLst>
                </a:custGeom>
                <a:solidFill>
                  <a:srgbClr val="F58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1" name="Freeform 3856">
                  <a:extLst>
                    <a:ext uri="{FF2B5EF4-FFF2-40B4-BE49-F238E27FC236}">
                      <a16:creationId xmlns:a16="http://schemas.microsoft.com/office/drawing/2014/main" xmlns="" id="{AC98948B-3450-D9BE-6B85-5CEF62A3981F}"/>
                    </a:ext>
                  </a:extLst>
                </p:cNvPr>
                <p:cNvSpPr>
                  <a:spLocks/>
                </p:cNvSpPr>
                <p:nvPr/>
              </p:nvSpPr>
              <p:spPr bwMode="gray">
                <a:xfrm>
                  <a:off x="3910013" y="4572001"/>
                  <a:ext cx="15875" cy="14288"/>
                </a:xfrm>
                <a:custGeom>
                  <a:avLst/>
                  <a:gdLst>
                    <a:gd name="T0" fmla="*/ 10 w 36"/>
                    <a:gd name="T1" fmla="*/ 2 h 34"/>
                    <a:gd name="T2" fmla="*/ 2 w 36"/>
                    <a:gd name="T3" fmla="*/ 2 h 34"/>
                    <a:gd name="T4" fmla="*/ 2 w 36"/>
                    <a:gd name="T5" fmla="*/ 11 h 34"/>
                    <a:gd name="T6" fmla="*/ 25 w 36"/>
                    <a:gd name="T7" fmla="*/ 32 h 34"/>
                    <a:gd name="T8" fmla="*/ 27 w 36"/>
                    <a:gd name="T9" fmla="*/ 33 h 34"/>
                    <a:gd name="T10" fmla="*/ 33 w 36"/>
                    <a:gd name="T11" fmla="*/ 32 h 34"/>
                    <a:gd name="T12" fmla="*/ 33 w 36"/>
                    <a:gd name="T13" fmla="*/ 24 h 34"/>
                    <a:gd name="T14" fmla="*/ 10 w 36"/>
                    <a:gd name="T15" fmla="*/ 2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4">
                      <a:moveTo>
                        <a:pt x="10" y="2"/>
                      </a:moveTo>
                      <a:cubicBezTo>
                        <a:pt x="8" y="0"/>
                        <a:pt x="4" y="0"/>
                        <a:pt x="2" y="2"/>
                      </a:cubicBezTo>
                      <a:cubicBezTo>
                        <a:pt x="0" y="5"/>
                        <a:pt x="0" y="8"/>
                        <a:pt x="2" y="11"/>
                      </a:cubicBezTo>
                      <a:lnTo>
                        <a:pt x="25" y="32"/>
                      </a:lnTo>
                      <a:lnTo>
                        <a:pt x="27" y="33"/>
                      </a:lnTo>
                      <a:cubicBezTo>
                        <a:pt x="29" y="34"/>
                        <a:pt x="32" y="34"/>
                        <a:pt x="33" y="32"/>
                      </a:cubicBezTo>
                      <a:cubicBezTo>
                        <a:pt x="36" y="30"/>
                        <a:pt x="35" y="26"/>
                        <a:pt x="33" y="24"/>
                      </a:cubicBezTo>
                      <a:lnTo>
                        <a:pt x="10" y="2"/>
                      </a:lnTo>
                    </a:path>
                  </a:pathLst>
                </a:custGeom>
                <a:solidFill>
                  <a:srgbClr val="4889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2" name="Freeform 3857">
                  <a:extLst>
                    <a:ext uri="{FF2B5EF4-FFF2-40B4-BE49-F238E27FC236}">
                      <a16:creationId xmlns:a16="http://schemas.microsoft.com/office/drawing/2014/main" xmlns="" id="{4947047C-F0E3-00D0-4DEB-C8AFF9C25E23}"/>
                    </a:ext>
                  </a:extLst>
                </p:cNvPr>
                <p:cNvSpPr>
                  <a:spLocks/>
                </p:cNvSpPr>
                <p:nvPr/>
              </p:nvSpPr>
              <p:spPr bwMode="gray">
                <a:xfrm>
                  <a:off x="3908425" y="4575176"/>
                  <a:ext cx="19050" cy="6350"/>
                </a:xfrm>
                <a:custGeom>
                  <a:avLst/>
                  <a:gdLst>
                    <a:gd name="T0" fmla="*/ 37 w 43"/>
                    <a:gd name="T1" fmla="*/ 1 h 16"/>
                    <a:gd name="T2" fmla="*/ 5 w 43"/>
                    <a:gd name="T3" fmla="*/ 4 h 16"/>
                    <a:gd name="T4" fmla="*/ 0 w 43"/>
                    <a:gd name="T5" fmla="*/ 11 h 16"/>
                    <a:gd name="T6" fmla="*/ 4 w 43"/>
                    <a:gd name="T7" fmla="*/ 16 h 16"/>
                    <a:gd name="T8" fmla="*/ 7 w 43"/>
                    <a:gd name="T9" fmla="*/ 16 h 16"/>
                    <a:gd name="T10" fmla="*/ 38 w 43"/>
                    <a:gd name="T11" fmla="*/ 12 h 16"/>
                    <a:gd name="T12" fmla="*/ 43 w 43"/>
                    <a:gd name="T13" fmla="*/ 6 h 16"/>
                    <a:gd name="T14" fmla="*/ 37 w 43"/>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16">
                      <a:moveTo>
                        <a:pt x="37" y="1"/>
                      </a:moveTo>
                      <a:lnTo>
                        <a:pt x="5" y="4"/>
                      </a:lnTo>
                      <a:cubicBezTo>
                        <a:pt x="2" y="5"/>
                        <a:pt x="0" y="8"/>
                        <a:pt x="0" y="11"/>
                      </a:cubicBezTo>
                      <a:cubicBezTo>
                        <a:pt x="1" y="13"/>
                        <a:pt x="2" y="15"/>
                        <a:pt x="4" y="16"/>
                      </a:cubicBezTo>
                      <a:lnTo>
                        <a:pt x="7" y="16"/>
                      </a:lnTo>
                      <a:lnTo>
                        <a:pt x="38" y="12"/>
                      </a:lnTo>
                      <a:cubicBezTo>
                        <a:pt x="41" y="12"/>
                        <a:pt x="43" y="9"/>
                        <a:pt x="43" y="6"/>
                      </a:cubicBezTo>
                      <a:cubicBezTo>
                        <a:pt x="43" y="3"/>
                        <a:pt x="40" y="0"/>
                        <a:pt x="37" y="1"/>
                      </a:cubicBezTo>
                    </a:path>
                  </a:pathLst>
                </a:custGeom>
                <a:solidFill>
                  <a:srgbClr val="4889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3" name="Freeform 3858">
                  <a:extLst>
                    <a:ext uri="{FF2B5EF4-FFF2-40B4-BE49-F238E27FC236}">
                      <a16:creationId xmlns:a16="http://schemas.microsoft.com/office/drawing/2014/main" xmlns="" id="{F5F75498-D104-F822-0FDE-1616C8D3C8F0}"/>
                    </a:ext>
                  </a:extLst>
                </p:cNvPr>
                <p:cNvSpPr>
                  <a:spLocks/>
                </p:cNvSpPr>
                <p:nvPr/>
              </p:nvSpPr>
              <p:spPr bwMode="gray">
                <a:xfrm>
                  <a:off x="3584575" y="4627563"/>
                  <a:ext cx="381000" cy="381000"/>
                </a:xfrm>
                <a:custGeom>
                  <a:avLst/>
                  <a:gdLst>
                    <a:gd name="T0" fmla="*/ 207 w 240"/>
                    <a:gd name="T1" fmla="*/ 0 h 240"/>
                    <a:gd name="T2" fmla="*/ 192 w 240"/>
                    <a:gd name="T3" fmla="*/ 17 h 240"/>
                    <a:gd name="T4" fmla="*/ 178 w 240"/>
                    <a:gd name="T5" fmla="*/ 0 h 240"/>
                    <a:gd name="T6" fmla="*/ 163 w 240"/>
                    <a:gd name="T7" fmla="*/ 17 h 240"/>
                    <a:gd name="T8" fmla="*/ 149 w 240"/>
                    <a:gd name="T9" fmla="*/ 0 h 240"/>
                    <a:gd name="T10" fmla="*/ 134 w 240"/>
                    <a:gd name="T11" fmla="*/ 17 h 240"/>
                    <a:gd name="T12" fmla="*/ 120 w 240"/>
                    <a:gd name="T13" fmla="*/ 0 h 240"/>
                    <a:gd name="T14" fmla="*/ 105 w 240"/>
                    <a:gd name="T15" fmla="*/ 17 h 240"/>
                    <a:gd name="T16" fmla="*/ 91 w 240"/>
                    <a:gd name="T17" fmla="*/ 0 h 240"/>
                    <a:gd name="T18" fmla="*/ 77 w 240"/>
                    <a:gd name="T19" fmla="*/ 17 h 240"/>
                    <a:gd name="T20" fmla="*/ 62 w 240"/>
                    <a:gd name="T21" fmla="*/ 0 h 240"/>
                    <a:gd name="T22" fmla="*/ 48 w 240"/>
                    <a:gd name="T23" fmla="*/ 17 h 240"/>
                    <a:gd name="T24" fmla="*/ 33 w 240"/>
                    <a:gd name="T25" fmla="*/ 0 h 240"/>
                    <a:gd name="T26" fmla="*/ 19 w 240"/>
                    <a:gd name="T27" fmla="*/ 17 h 240"/>
                    <a:gd name="T28" fmla="*/ 0 w 240"/>
                    <a:gd name="T29" fmla="*/ 0 h 240"/>
                    <a:gd name="T30" fmla="*/ 9 w 240"/>
                    <a:gd name="T31" fmla="*/ 240 h 240"/>
                    <a:gd name="T32" fmla="*/ 231 w 240"/>
                    <a:gd name="T33" fmla="*/ 240 h 240"/>
                    <a:gd name="T34" fmla="*/ 240 w 240"/>
                    <a:gd name="T35" fmla="*/ 0 h 240"/>
                    <a:gd name="T36" fmla="*/ 221 w 240"/>
                    <a:gd name="T37" fmla="*/ 17 h 240"/>
                    <a:gd name="T38" fmla="*/ 207 w 240"/>
                    <a:gd name="T3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0" h="240">
                      <a:moveTo>
                        <a:pt x="207" y="0"/>
                      </a:moveTo>
                      <a:lnTo>
                        <a:pt x="192" y="17"/>
                      </a:lnTo>
                      <a:lnTo>
                        <a:pt x="178" y="0"/>
                      </a:lnTo>
                      <a:lnTo>
                        <a:pt x="163" y="17"/>
                      </a:lnTo>
                      <a:lnTo>
                        <a:pt x="149" y="0"/>
                      </a:lnTo>
                      <a:lnTo>
                        <a:pt x="134" y="17"/>
                      </a:lnTo>
                      <a:lnTo>
                        <a:pt x="120" y="0"/>
                      </a:lnTo>
                      <a:lnTo>
                        <a:pt x="105" y="17"/>
                      </a:lnTo>
                      <a:lnTo>
                        <a:pt x="91" y="0"/>
                      </a:lnTo>
                      <a:lnTo>
                        <a:pt x="77" y="17"/>
                      </a:lnTo>
                      <a:lnTo>
                        <a:pt x="62" y="0"/>
                      </a:lnTo>
                      <a:lnTo>
                        <a:pt x="48" y="17"/>
                      </a:lnTo>
                      <a:lnTo>
                        <a:pt x="33" y="0"/>
                      </a:lnTo>
                      <a:lnTo>
                        <a:pt x="19" y="17"/>
                      </a:lnTo>
                      <a:lnTo>
                        <a:pt x="0" y="0"/>
                      </a:lnTo>
                      <a:lnTo>
                        <a:pt x="9" y="240"/>
                      </a:lnTo>
                      <a:lnTo>
                        <a:pt x="231" y="240"/>
                      </a:lnTo>
                      <a:lnTo>
                        <a:pt x="240" y="0"/>
                      </a:lnTo>
                      <a:lnTo>
                        <a:pt x="221" y="17"/>
                      </a:lnTo>
                      <a:lnTo>
                        <a:pt x="207" y="0"/>
                      </a:lnTo>
                      <a:close/>
                    </a:path>
                  </a:pathLst>
                </a:custGeom>
                <a:solidFill>
                  <a:srgbClr val="BB8E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grpSp>
        <p:grpSp>
          <p:nvGrpSpPr>
            <p:cNvPr id="17" name="Group 16">
              <a:extLst>
                <a:ext uri="{FF2B5EF4-FFF2-40B4-BE49-F238E27FC236}">
                  <a16:creationId xmlns:a16="http://schemas.microsoft.com/office/drawing/2014/main" xmlns="" id="{729F91F5-9C60-5268-E540-8223B5B9BFD7}"/>
                </a:ext>
              </a:extLst>
            </p:cNvPr>
            <p:cNvGrpSpPr/>
            <p:nvPr/>
          </p:nvGrpSpPr>
          <p:grpSpPr bwMode="gray">
            <a:xfrm>
              <a:off x="4188866" y="4084856"/>
              <a:ext cx="569816" cy="1255560"/>
              <a:chOff x="8577342" y="3057546"/>
              <a:chExt cx="411752" cy="907276"/>
            </a:xfrm>
          </p:grpSpPr>
          <p:grpSp>
            <p:nvGrpSpPr>
              <p:cNvPr id="152" name="Group 151">
                <a:extLst>
                  <a:ext uri="{FF2B5EF4-FFF2-40B4-BE49-F238E27FC236}">
                    <a16:creationId xmlns:a16="http://schemas.microsoft.com/office/drawing/2014/main" xmlns="" id="{852B0BD9-68FB-48CC-7938-A066A18ACA30}"/>
                  </a:ext>
                </a:extLst>
              </p:cNvPr>
              <p:cNvGrpSpPr/>
              <p:nvPr/>
            </p:nvGrpSpPr>
            <p:grpSpPr bwMode="gray">
              <a:xfrm>
                <a:off x="8577342" y="3057546"/>
                <a:ext cx="411752" cy="907276"/>
                <a:chOff x="7254686" y="1405038"/>
                <a:chExt cx="411752" cy="907276"/>
              </a:xfrm>
            </p:grpSpPr>
            <p:grpSp>
              <p:nvGrpSpPr>
                <p:cNvPr id="154" name="Group 153">
                  <a:extLst>
                    <a:ext uri="{FF2B5EF4-FFF2-40B4-BE49-F238E27FC236}">
                      <a16:creationId xmlns:a16="http://schemas.microsoft.com/office/drawing/2014/main" xmlns="" id="{BFAAAD97-2279-285A-00DA-A5F9E98A46BA}"/>
                    </a:ext>
                  </a:extLst>
                </p:cNvPr>
                <p:cNvGrpSpPr/>
                <p:nvPr/>
              </p:nvGrpSpPr>
              <p:grpSpPr bwMode="gray">
                <a:xfrm>
                  <a:off x="7254686" y="1405038"/>
                  <a:ext cx="411752" cy="907276"/>
                  <a:chOff x="13245594" y="3448825"/>
                  <a:chExt cx="367136" cy="808966"/>
                </a:xfrm>
              </p:grpSpPr>
              <p:sp>
                <p:nvSpPr>
                  <p:cNvPr id="157" name="Freeform 273">
                    <a:extLst>
                      <a:ext uri="{FF2B5EF4-FFF2-40B4-BE49-F238E27FC236}">
                        <a16:creationId xmlns:a16="http://schemas.microsoft.com/office/drawing/2014/main" xmlns="" id="{CA274ADA-EC81-08EC-15F2-ECA3B4FC1BDD}"/>
                      </a:ext>
                    </a:extLst>
                  </p:cNvPr>
                  <p:cNvSpPr>
                    <a:spLocks/>
                  </p:cNvSpPr>
                  <p:nvPr/>
                </p:nvSpPr>
                <p:spPr bwMode="gray">
                  <a:xfrm rot="5400000" flipH="1">
                    <a:off x="13024679" y="3669740"/>
                    <a:ext cx="808966" cy="367136"/>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8" name="Oval 274">
                    <a:extLst>
                      <a:ext uri="{FF2B5EF4-FFF2-40B4-BE49-F238E27FC236}">
                        <a16:creationId xmlns:a16="http://schemas.microsoft.com/office/drawing/2014/main" xmlns="" id="{99F14E24-54F1-0FDE-8F40-86154D2736C2}"/>
                      </a:ext>
                    </a:extLst>
                  </p:cNvPr>
                  <p:cNvSpPr>
                    <a:spLocks noChangeArrowheads="1"/>
                  </p:cNvSpPr>
                  <p:nvPr/>
                </p:nvSpPr>
                <p:spPr bwMode="gray">
                  <a:xfrm rot="5400000" flipH="1">
                    <a:off x="13395338" y="4151033"/>
                    <a:ext cx="68353" cy="69058"/>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9" name="Freeform 275">
                    <a:extLst>
                      <a:ext uri="{FF2B5EF4-FFF2-40B4-BE49-F238E27FC236}">
                        <a16:creationId xmlns:a16="http://schemas.microsoft.com/office/drawing/2014/main" xmlns="" id="{DDAFF783-E2D1-D2EB-2035-F9AAF984BBAA}"/>
                      </a:ext>
                    </a:extLst>
                  </p:cNvPr>
                  <p:cNvSpPr>
                    <a:spLocks/>
                  </p:cNvSpPr>
                  <p:nvPr/>
                </p:nvSpPr>
                <p:spPr bwMode="gray">
                  <a:xfrm rot="5400000" flipH="1">
                    <a:off x="13149406" y="3681721"/>
                    <a:ext cx="560216" cy="315693"/>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0" name="Freeform 280">
                    <a:extLst>
                      <a:ext uri="{FF2B5EF4-FFF2-40B4-BE49-F238E27FC236}">
                        <a16:creationId xmlns:a16="http://schemas.microsoft.com/office/drawing/2014/main" xmlns="" id="{A9B0C7D4-D6B8-6C3A-593A-869FA86950CA}"/>
                      </a:ext>
                    </a:extLst>
                  </p:cNvPr>
                  <p:cNvSpPr>
                    <a:spLocks/>
                  </p:cNvSpPr>
                  <p:nvPr/>
                </p:nvSpPr>
                <p:spPr bwMode="gray">
                  <a:xfrm rot="5400000" flipH="1">
                    <a:off x="13425287" y="3442483"/>
                    <a:ext cx="8457" cy="124022"/>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pic>
              <p:nvPicPr>
                <p:cNvPr id="155" name="Picture 154">
                  <a:extLst>
                    <a:ext uri="{FF2B5EF4-FFF2-40B4-BE49-F238E27FC236}">
                      <a16:creationId xmlns:a16="http://schemas.microsoft.com/office/drawing/2014/main" xmlns="" id="{C93134DB-3AF4-4473-D1C8-2F8DC662E9F6}"/>
                    </a:ext>
                  </a:extLst>
                </p:cNvPr>
                <p:cNvPicPr>
                  <a:picLocks noChangeAspect="1"/>
                </p:cNvPicPr>
                <p:nvPr/>
              </p:nvPicPr>
              <p:blipFill rotWithShape="1">
                <a:blip r:embed="rId15" cstate="screen">
                  <a:extLst>
                    <a:ext uri="{28A0092B-C50C-407E-A947-70E740481C1C}">
                      <a14:useLocalDpi xmlns:a14="http://schemas.microsoft.com/office/drawing/2010/main"/>
                    </a:ext>
                  </a:extLst>
                </a:blip>
                <a:srcRect l="19694" t="13052" r="18890" b="22100"/>
                <a:stretch/>
              </p:blipFill>
              <p:spPr bwMode="gray">
                <a:xfrm>
                  <a:off x="7323687" y="1564827"/>
                  <a:ext cx="167681" cy="187592"/>
                </a:xfrm>
                <a:prstGeom prst="rect">
                  <a:avLst/>
                </a:prstGeom>
              </p:spPr>
            </p:pic>
            <p:pic>
              <p:nvPicPr>
                <p:cNvPr id="156" name="Picture 155">
                  <a:extLst>
                    <a:ext uri="{FF2B5EF4-FFF2-40B4-BE49-F238E27FC236}">
                      <a16:creationId xmlns:a16="http://schemas.microsoft.com/office/drawing/2014/main" xmlns="" id="{FF1CE325-775C-D6CD-7203-414CFD915D69}"/>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bwMode="gray">
                <a:xfrm>
                  <a:off x="7300302" y="1860131"/>
                  <a:ext cx="318084" cy="180783"/>
                </a:xfrm>
                <a:prstGeom prst="rect">
                  <a:avLst/>
                </a:prstGeom>
              </p:spPr>
            </p:pic>
          </p:grpSp>
          <p:pic>
            <p:nvPicPr>
              <p:cNvPr id="153" name="Picture 152">
                <a:extLst>
                  <a:ext uri="{FF2B5EF4-FFF2-40B4-BE49-F238E27FC236}">
                    <a16:creationId xmlns:a16="http://schemas.microsoft.com/office/drawing/2014/main" xmlns="" id="{A0EC10F8-9C7A-38FF-F50F-5A7DF7BB2881}"/>
                  </a:ext>
                </a:extLst>
              </p:cNvPr>
              <p:cNvPicPr>
                <a:picLocks noChangeAspect="1"/>
              </p:cNvPicPr>
              <p:nvPr/>
            </p:nvPicPr>
            <p:blipFill rotWithShape="1">
              <a:blip r:embed="rId17" cstate="screen">
                <a:extLst>
                  <a:ext uri="{28A0092B-C50C-407E-A947-70E740481C1C}">
                    <a14:useLocalDpi xmlns:a14="http://schemas.microsoft.com/office/drawing/2010/main"/>
                  </a:ext>
                </a:extLst>
              </a:blip>
              <a:srcRect l="11263" t="24140" r="7779" b="36486"/>
              <a:stretch/>
            </p:blipFill>
            <p:spPr bwMode="gray">
              <a:xfrm>
                <a:off x="8646343" y="3401329"/>
                <a:ext cx="267341" cy="59143"/>
              </a:xfrm>
              <a:prstGeom prst="rect">
                <a:avLst/>
              </a:prstGeom>
            </p:spPr>
          </p:pic>
        </p:grpSp>
        <p:grpSp>
          <p:nvGrpSpPr>
            <p:cNvPr id="18" name="Group 17">
              <a:extLst>
                <a:ext uri="{FF2B5EF4-FFF2-40B4-BE49-F238E27FC236}">
                  <a16:creationId xmlns:a16="http://schemas.microsoft.com/office/drawing/2014/main" xmlns="" id="{49B12570-D719-7F6C-DCB6-A2820929C018}"/>
                </a:ext>
              </a:extLst>
            </p:cNvPr>
            <p:cNvGrpSpPr/>
            <p:nvPr/>
          </p:nvGrpSpPr>
          <p:grpSpPr>
            <a:xfrm>
              <a:off x="6866883" y="4207496"/>
              <a:ext cx="1417606" cy="1132920"/>
              <a:chOff x="7313684" y="3913568"/>
              <a:chExt cx="1678653" cy="1341543"/>
            </a:xfrm>
          </p:grpSpPr>
          <p:sp>
            <p:nvSpPr>
              <p:cNvPr id="53" name="Freeform 1922">
                <a:extLst>
                  <a:ext uri="{FF2B5EF4-FFF2-40B4-BE49-F238E27FC236}">
                    <a16:creationId xmlns:a16="http://schemas.microsoft.com/office/drawing/2014/main" xmlns="" id="{B851CBD0-896C-41AA-AE6C-A46CAFD4F7B1}"/>
                  </a:ext>
                </a:extLst>
              </p:cNvPr>
              <p:cNvSpPr>
                <a:spLocks/>
              </p:cNvSpPr>
              <p:nvPr/>
            </p:nvSpPr>
            <p:spPr bwMode="gray">
              <a:xfrm>
                <a:off x="7720443" y="3913568"/>
                <a:ext cx="472350" cy="349795"/>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 name="Rectangle 1894">
                <a:extLst>
                  <a:ext uri="{FF2B5EF4-FFF2-40B4-BE49-F238E27FC236}">
                    <a16:creationId xmlns:a16="http://schemas.microsoft.com/office/drawing/2014/main" xmlns="" id="{44C78093-69D5-8387-8A8A-034478104E56}"/>
                  </a:ext>
                </a:extLst>
              </p:cNvPr>
              <p:cNvSpPr>
                <a:spLocks noChangeArrowheads="1"/>
              </p:cNvSpPr>
              <p:nvPr/>
            </p:nvSpPr>
            <p:spPr bwMode="gray">
              <a:xfrm>
                <a:off x="8296199" y="4151020"/>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 name="Freeform 2596">
                <a:extLst>
                  <a:ext uri="{FF2B5EF4-FFF2-40B4-BE49-F238E27FC236}">
                    <a16:creationId xmlns:a16="http://schemas.microsoft.com/office/drawing/2014/main" xmlns="" id="{F66161C5-4A0A-49D4-2817-C7B8028D2F18}"/>
                  </a:ext>
                </a:extLst>
              </p:cNvPr>
              <p:cNvSpPr>
                <a:spLocks/>
              </p:cNvSpPr>
              <p:nvPr/>
            </p:nvSpPr>
            <p:spPr bwMode="gray">
              <a:xfrm>
                <a:off x="8407266" y="4338683"/>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 name="Freeform 2597">
                <a:extLst>
                  <a:ext uri="{FF2B5EF4-FFF2-40B4-BE49-F238E27FC236}">
                    <a16:creationId xmlns:a16="http://schemas.microsoft.com/office/drawing/2014/main" xmlns="" id="{897F1DCD-E6DA-AE1C-1F86-6330550D1570}"/>
                  </a:ext>
                </a:extLst>
              </p:cNvPr>
              <p:cNvSpPr>
                <a:spLocks/>
              </p:cNvSpPr>
              <p:nvPr/>
            </p:nvSpPr>
            <p:spPr bwMode="gray">
              <a:xfrm>
                <a:off x="8423862" y="4387194"/>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 name="Freeform 2598">
                <a:extLst>
                  <a:ext uri="{FF2B5EF4-FFF2-40B4-BE49-F238E27FC236}">
                    <a16:creationId xmlns:a16="http://schemas.microsoft.com/office/drawing/2014/main" xmlns="" id="{6708BC70-D194-5BF6-8872-C70FE4FB766A}"/>
                  </a:ext>
                </a:extLst>
              </p:cNvPr>
              <p:cNvSpPr>
                <a:spLocks/>
              </p:cNvSpPr>
              <p:nvPr/>
            </p:nvSpPr>
            <p:spPr bwMode="gray">
              <a:xfrm>
                <a:off x="8171090" y="4345066"/>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 name="Freeform 2599">
                <a:extLst>
                  <a:ext uri="{FF2B5EF4-FFF2-40B4-BE49-F238E27FC236}">
                    <a16:creationId xmlns:a16="http://schemas.microsoft.com/office/drawing/2014/main" xmlns="" id="{FAFA4AA8-3810-7F36-B0C4-4AF5A44EBDF2}"/>
                  </a:ext>
                </a:extLst>
              </p:cNvPr>
              <p:cNvSpPr>
                <a:spLocks/>
              </p:cNvSpPr>
              <p:nvPr/>
            </p:nvSpPr>
            <p:spPr bwMode="gray">
              <a:xfrm>
                <a:off x="8185134" y="4388471"/>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 name="Freeform 2600">
                <a:extLst>
                  <a:ext uri="{FF2B5EF4-FFF2-40B4-BE49-F238E27FC236}">
                    <a16:creationId xmlns:a16="http://schemas.microsoft.com/office/drawing/2014/main" xmlns="" id="{019A1F76-1989-F5EE-30CA-6758ADC8C868}"/>
                  </a:ext>
                </a:extLst>
              </p:cNvPr>
              <p:cNvSpPr>
                <a:spLocks/>
              </p:cNvSpPr>
              <p:nvPr/>
            </p:nvSpPr>
            <p:spPr bwMode="gray">
              <a:xfrm>
                <a:off x="8284710" y="4136977"/>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0" name="Freeform 2601">
                <a:extLst>
                  <a:ext uri="{FF2B5EF4-FFF2-40B4-BE49-F238E27FC236}">
                    <a16:creationId xmlns:a16="http://schemas.microsoft.com/office/drawing/2014/main" xmlns="" id="{C207F77D-11C2-FA3A-DE0C-8862BB8C8709}"/>
                  </a:ext>
                </a:extLst>
              </p:cNvPr>
              <p:cNvSpPr>
                <a:spLocks/>
              </p:cNvSpPr>
              <p:nvPr/>
            </p:nvSpPr>
            <p:spPr bwMode="gray">
              <a:xfrm>
                <a:off x="8312796" y="4234000"/>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 name="Freeform 2602">
                <a:extLst>
                  <a:ext uri="{FF2B5EF4-FFF2-40B4-BE49-F238E27FC236}">
                    <a16:creationId xmlns:a16="http://schemas.microsoft.com/office/drawing/2014/main" xmlns="" id="{9E4B1482-724D-0E45-E4DA-C68372FA8459}"/>
                  </a:ext>
                </a:extLst>
              </p:cNvPr>
              <p:cNvSpPr>
                <a:spLocks/>
              </p:cNvSpPr>
              <p:nvPr/>
            </p:nvSpPr>
            <p:spPr bwMode="gray">
              <a:xfrm>
                <a:off x="8206836" y="4285065"/>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 name="Freeform 2603">
                <a:extLst>
                  <a:ext uri="{FF2B5EF4-FFF2-40B4-BE49-F238E27FC236}">
                    <a16:creationId xmlns:a16="http://schemas.microsoft.com/office/drawing/2014/main" xmlns="" id="{D70DF92B-D7F6-1115-FBF2-B031DDA2BB42}"/>
                  </a:ext>
                </a:extLst>
              </p:cNvPr>
              <p:cNvSpPr>
                <a:spLocks/>
              </p:cNvSpPr>
              <p:nvPr/>
            </p:nvSpPr>
            <p:spPr bwMode="gray">
              <a:xfrm>
                <a:off x="8206836" y="4382088"/>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 name="Freeform 2604">
                <a:extLst>
                  <a:ext uri="{FF2B5EF4-FFF2-40B4-BE49-F238E27FC236}">
                    <a16:creationId xmlns:a16="http://schemas.microsoft.com/office/drawing/2014/main" xmlns="" id="{1669A248-282F-1A5A-BDD1-E85DACBE0E75}"/>
                  </a:ext>
                </a:extLst>
              </p:cNvPr>
              <p:cNvSpPr>
                <a:spLocks/>
              </p:cNvSpPr>
              <p:nvPr/>
            </p:nvSpPr>
            <p:spPr bwMode="gray">
              <a:xfrm>
                <a:off x="8219602" y="4388471"/>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4" name="Freeform 2605">
                <a:extLst>
                  <a:ext uri="{FF2B5EF4-FFF2-40B4-BE49-F238E27FC236}">
                    <a16:creationId xmlns:a16="http://schemas.microsoft.com/office/drawing/2014/main" xmlns="" id="{A2155639-3D6E-F1A7-B4C6-CCAEE22C6CE2}"/>
                  </a:ext>
                </a:extLst>
              </p:cNvPr>
              <p:cNvSpPr>
                <a:spLocks noEditPoints="1"/>
              </p:cNvSpPr>
              <p:nvPr/>
            </p:nvSpPr>
            <p:spPr bwMode="gray">
              <a:xfrm>
                <a:off x="8206836" y="4290171"/>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5" name="Freeform 2606">
                <a:extLst>
                  <a:ext uri="{FF2B5EF4-FFF2-40B4-BE49-F238E27FC236}">
                    <a16:creationId xmlns:a16="http://schemas.microsoft.com/office/drawing/2014/main" xmlns="" id="{6A8878B3-F645-CC43-9BEE-573071456FB2}"/>
                  </a:ext>
                </a:extLst>
              </p:cNvPr>
              <p:cNvSpPr>
                <a:spLocks/>
              </p:cNvSpPr>
              <p:nvPr/>
            </p:nvSpPr>
            <p:spPr bwMode="gray">
              <a:xfrm>
                <a:off x="8206836" y="4290171"/>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6" name="Freeform 2607">
                <a:extLst>
                  <a:ext uri="{FF2B5EF4-FFF2-40B4-BE49-F238E27FC236}">
                    <a16:creationId xmlns:a16="http://schemas.microsoft.com/office/drawing/2014/main" xmlns="" id="{00DA24BD-29BB-B0B0-DF04-0BA87A1B8544}"/>
                  </a:ext>
                </a:extLst>
              </p:cNvPr>
              <p:cNvSpPr>
                <a:spLocks noEditPoints="1"/>
              </p:cNvSpPr>
              <p:nvPr/>
            </p:nvSpPr>
            <p:spPr bwMode="gray">
              <a:xfrm>
                <a:off x="8248965" y="4408897"/>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7" name="Freeform 2608">
                <a:extLst>
                  <a:ext uri="{FF2B5EF4-FFF2-40B4-BE49-F238E27FC236}">
                    <a16:creationId xmlns:a16="http://schemas.microsoft.com/office/drawing/2014/main" xmlns="" id="{9516F266-1684-A5F7-9254-EA932A66F37C}"/>
                  </a:ext>
                </a:extLst>
              </p:cNvPr>
              <p:cNvSpPr>
                <a:spLocks/>
              </p:cNvSpPr>
              <p:nvPr/>
            </p:nvSpPr>
            <p:spPr bwMode="gray">
              <a:xfrm>
                <a:off x="8251518" y="4407620"/>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8" name="Freeform 2609">
                <a:extLst>
                  <a:ext uri="{FF2B5EF4-FFF2-40B4-BE49-F238E27FC236}">
                    <a16:creationId xmlns:a16="http://schemas.microsoft.com/office/drawing/2014/main" xmlns="" id="{85021B42-A765-A317-18A7-0E74D8EDEF1D}"/>
                  </a:ext>
                </a:extLst>
              </p:cNvPr>
              <p:cNvSpPr>
                <a:spLocks/>
              </p:cNvSpPr>
              <p:nvPr/>
            </p:nvSpPr>
            <p:spPr bwMode="gray">
              <a:xfrm>
                <a:off x="8248965" y="4387194"/>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9" name="Freeform 2610">
                <a:extLst>
                  <a:ext uri="{FF2B5EF4-FFF2-40B4-BE49-F238E27FC236}">
                    <a16:creationId xmlns:a16="http://schemas.microsoft.com/office/drawing/2014/main" xmlns="" id="{D6F6F50F-3F06-6D9D-7E84-87F25E0A1D32}"/>
                  </a:ext>
                </a:extLst>
              </p:cNvPr>
              <p:cNvSpPr>
                <a:spLocks/>
              </p:cNvSpPr>
              <p:nvPr/>
            </p:nvSpPr>
            <p:spPr bwMode="gray">
              <a:xfrm>
                <a:off x="8312796" y="4267192"/>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0" name="Freeform 2611">
                <a:extLst>
                  <a:ext uri="{FF2B5EF4-FFF2-40B4-BE49-F238E27FC236}">
                    <a16:creationId xmlns:a16="http://schemas.microsoft.com/office/drawing/2014/main" xmlns="" id="{EBBF12B4-8785-2CD6-DB68-E3436D1DF5AA}"/>
                  </a:ext>
                </a:extLst>
              </p:cNvPr>
              <p:cNvSpPr>
                <a:spLocks/>
              </p:cNvSpPr>
              <p:nvPr/>
            </p:nvSpPr>
            <p:spPr bwMode="gray">
              <a:xfrm>
                <a:off x="8243858" y="4558262"/>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1" name="Freeform 2612">
                <a:extLst>
                  <a:ext uri="{FF2B5EF4-FFF2-40B4-BE49-F238E27FC236}">
                    <a16:creationId xmlns:a16="http://schemas.microsoft.com/office/drawing/2014/main" xmlns="" id="{DDE8D210-F6AA-F38A-2312-3293F3A00FDC}"/>
                  </a:ext>
                </a:extLst>
              </p:cNvPr>
              <p:cNvSpPr>
                <a:spLocks/>
              </p:cNvSpPr>
              <p:nvPr/>
            </p:nvSpPr>
            <p:spPr bwMode="gray">
              <a:xfrm>
                <a:off x="8246411" y="4643796"/>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2" name="Freeform 2613">
                <a:extLst>
                  <a:ext uri="{FF2B5EF4-FFF2-40B4-BE49-F238E27FC236}">
                    <a16:creationId xmlns:a16="http://schemas.microsoft.com/office/drawing/2014/main" xmlns="" id="{4FEA6A26-1714-6673-5FBD-2DE5910282C7}"/>
                  </a:ext>
                </a:extLst>
              </p:cNvPr>
              <p:cNvSpPr>
                <a:spLocks/>
              </p:cNvSpPr>
              <p:nvPr/>
            </p:nvSpPr>
            <p:spPr bwMode="gray">
              <a:xfrm>
                <a:off x="8246411" y="4558262"/>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3" name="Freeform 2614">
                <a:extLst>
                  <a:ext uri="{FF2B5EF4-FFF2-40B4-BE49-F238E27FC236}">
                    <a16:creationId xmlns:a16="http://schemas.microsoft.com/office/drawing/2014/main" xmlns="" id="{CF5987C7-3B87-4A37-DE8F-AC5AC7BFBF5C}"/>
                  </a:ext>
                </a:extLst>
              </p:cNvPr>
              <p:cNvSpPr>
                <a:spLocks/>
              </p:cNvSpPr>
              <p:nvPr/>
            </p:nvSpPr>
            <p:spPr bwMode="gray">
              <a:xfrm>
                <a:off x="8339604" y="4102508"/>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4" name="Freeform 2615">
                <a:extLst>
                  <a:ext uri="{FF2B5EF4-FFF2-40B4-BE49-F238E27FC236}">
                    <a16:creationId xmlns:a16="http://schemas.microsoft.com/office/drawing/2014/main" xmlns="" id="{0066E702-904A-5396-5395-121CFD96A0EC}"/>
                  </a:ext>
                </a:extLst>
              </p:cNvPr>
              <p:cNvSpPr>
                <a:spLocks/>
              </p:cNvSpPr>
              <p:nvPr/>
            </p:nvSpPr>
            <p:spPr bwMode="gray">
              <a:xfrm>
                <a:off x="8279604" y="4106338"/>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5" name="Freeform 2616">
                <a:extLst>
                  <a:ext uri="{FF2B5EF4-FFF2-40B4-BE49-F238E27FC236}">
                    <a16:creationId xmlns:a16="http://schemas.microsoft.com/office/drawing/2014/main" xmlns="" id="{9B25CA42-53E0-DE89-4210-8607A94339A3}"/>
                  </a:ext>
                </a:extLst>
              </p:cNvPr>
              <p:cNvSpPr>
                <a:spLocks/>
              </p:cNvSpPr>
              <p:nvPr/>
            </p:nvSpPr>
            <p:spPr bwMode="gray">
              <a:xfrm>
                <a:off x="8390669" y="4128041"/>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6" name="Freeform 2618">
                <a:extLst>
                  <a:ext uri="{FF2B5EF4-FFF2-40B4-BE49-F238E27FC236}">
                    <a16:creationId xmlns:a16="http://schemas.microsoft.com/office/drawing/2014/main" xmlns="" id="{2C6AABB2-396C-0550-9809-E40D15A179FF}"/>
                  </a:ext>
                </a:extLst>
              </p:cNvPr>
              <p:cNvSpPr>
                <a:spLocks/>
              </p:cNvSpPr>
              <p:nvPr/>
            </p:nvSpPr>
            <p:spPr bwMode="gray">
              <a:xfrm>
                <a:off x="8335775" y="4278682"/>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7" name="Freeform 2619">
                <a:extLst>
                  <a:ext uri="{FF2B5EF4-FFF2-40B4-BE49-F238E27FC236}">
                    <a16:creationId xmlns:a16="http://schemas.microsoft.com/office/drawing/2014/main" xmlns="" id="{D670658A-729B-E379-375A-5619A1F69154}"/>
                  </a:ext>
                </a:extLst>
              </p:cNvPr>
              <p:cNvSpPr>
                <a:spLocks/>
              </p:cNvSpPr>
              <p:nvPr/>
            </p:nvSpPr>
            <p:spPr bwMode="gray">
              <a:xfrm>
                <a:off x="8287263" y="4279959"/>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8" name="Freeform 2623">
                <a:extLst>
                  <a:ext uri="{FF2B5EF4-FFF2-40B4-BE49-F238E27FC236}">
                    <a16:creationId xmlns:a16="http://schemas.microsoft.com/office/drawing/2014/main" xmlns="" id="{97E11A6C-5BB7-5EE2-6192-B6B0E461064D}"/>
                  </a:ext>
                </a:extLst>
              </p:cNvPr>
              <p:cNvSpPr>
                <a:spLocks/>
              </p:cNvSpPr>
              <p:nvPr/>
            </p:nvSpPr>
            <p:spPr bwMode="gray">
              <a:xfrm>
                <a:off x="8280881" y="4094848"/>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9" name="Freeform 2624">
                <a:extLst>
                  <a:ext uri="{FF2B5EF4-FFF2-40B4-BE49-F238E27FC236}">
                    <a16:creationId xmlns:a16="http://schemas.microsoft.com/office/drawing/2014/main" xmlns="" id="{648F4C41-2246-6B92-4D31-C421DA29C0AD}"/>
                  </a:ext>
                </a:extLst>
              </p:cNvPr>
              <p:cNvSpPr>
                <a:spLocks/>
              </p:cNvSpPr>
              <p:nvPr/>
            </p:nvSpPr>
            <p:spPr bwMode="gray">
              <a:xfrm>
                <a:off x="8280881" y="4103785"/>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0" name="Rectangle 3522">
                <a:extLst>
                  <a:ext uri="{FF2B5EF4-FFF2-40B4-BE49-F238E27FC236}">
                    <a16:creationId xmlns:a16="http://schemas.microsoft.com/office/drawing/2014/main" xmlns="" id="{EE92D889-D186-AB5D-3B11-35247DADD22F}"/>
                  </a:ext>
                </a:extLst>
              </p:cNvPr>
              <p:cNvSpPr>
                <a:spLocks noChangeArrowheads="1"/>
              </p:cNvSpPr>
              <p:nvPr/>
            </p:nvSpPr>
            <p:spPr bwMode="gray">
              <a:xfrm>
                <a:off x="7776614" y="4656562"/>
                <a:ext cx="1069810" cy="499160"/>
              </a:xfrm>
              <a:prstGeom prst="rect">
                <a:avLst/>
              </a:prstGeom>
              <a:solidFill>
                <a:srgbClr val="EA55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1" name="Rectangle 3523">
                <a:extLst>
                  <a:ext uri="{FF2B5EF4-FFF2-40B4-BE49-F238E27FC236}">
                    <a16:creationId xmlns:a16="http://schemas.microsoft.com/office/drawing/2014/main" xmlns="" id="{CC4336F3-2054-8F6A-77C6-FF87F77081AD}"/>
                  </a:ext>
                </a:extLst>
              </p:cNvPr>
              <p:cNvSpPr>
                <a:spLocks noChangeArrowheads="1"/>
              </p:cNvSpPr>
              <p:nvPr/>
            </p:nvSpPr>
            <p:spPr bwMode="gray">
              <a:xfrm>
                <a:off x="7804700" y="5155721"/>
                <a:ext cx="1041724" cy="62555"/>
              </a:xfrm>
              <a:prstGeom prst="rect">
                <a:avLst/>
              </a:prstGeom>
              <a:solidFill>
                <a:srgbClr val="8EB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2" name="Rectangle 3539">
                <a:extLst>
                  <a:ext uri="{FF2B5EF4-FFF2-40B4-BE49-F238E27FC236}">
                    <a16:creationId xmlns:a16="http://schemas.microsoft.com/office/drawing/2014/main" xmlns="" id="{F2934055-5468-2E5E-9A15-3A2D58E04480}"/>
                  </a:ext>
                </a:extLst>
              </p:cNvPr>
              <p:cNvSpPr>
                <a:spLocks noChangeArrowheads="1"/>
              </p:cNvSpPr>
              <p:nvPr/>
            </p:nvSpPr>
            <p:spPr bwMode="gray">
              <a:xfrm>
                <a:off x="8653654" y="4489324"/>
                <a:ext cx="33192" cy="8937"/>
              </a:xfrm>
              <a:prstGeom prst="rect">
                <a:avLst/>
              </a:prstGeom>
              <a:solidFill>
                <a:srgbClr val="2635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3" name="Freeform 3540">
                <a:extLst>
                  <a:ext uri="{FF2B5EF4-FFF2-40B4-BE49-F238E27FC236}">
                    <a16:creationId xmlns:a16="http://schemas.microsoft.com/office/drawing/2014/main" xmlns="" id="{33CE9167-18BB-D095-83A7-485F1DA30E3F}"/>
                  </a:ext>
                </a:extLst>
              </p:cNvPr>
              <p:cNvSpPr>
                <a:spLocks/>
              </p:cNvSpPr>
              <p:nvPr/>
            </p:nvSpPr>
            <p:spPr bwMode="gray">
              <a:xfrm>
                <a:off x="7735762" y="4619540"/>
                <a:ext cx="1110662" cy="85534"/>
              </a:xfrm>
              <a:custGeom>
                <a:avLst/>
                <a:gdLst>
                  <a:gd name="T0" fmla="*/ 0 w 3350"/>
                  <a:gd name="T1" fmla="*/ 28 h 257"/>
                  <a:gd name="T2" fmla="*/ 0 w 3350"/>
                  <a:gd name="T3" fmla="*/ 229 h 257"/>
                  <a:gd name="T4" fmla="*/ 27 w 3350"/>
                  <a:gd name="T5" fmla="*/ 257 h 257"/>
                  <a:gd name="T6" fmla="*/ 3350 w 3350"/>
                  <a:gd name="T7" fmla="*/ 257 h 257"/>
                  <a:gd name="T8" fmla="*/ 3350 w 3350"/>
                  <a:gd name="T9" fmla="*/ 0 h 257"/>
                  <a:gd name="T10" fmla="*/ 27 w 3350"/>
                  <a:gd name="T11" fmla="*/ 0 h 257"/>
                  <a:gd name="T12" fmla="*/ 0 w 3350"/>
                  <a:gd name="T13" fmla="*/ 28 h 257"/>
                </a:gdLst>
                <a:ahLst/>
                <a:cxnLst>
                  <a:cxn ang="0">
                    <a:pos x="T0" y="T1"/>
                  </a:cxn>
                  <a:cxn ang="0">
                    <a:pos x="T2" y="T3"/>
                  </a:cxn>
                  <a:cxn ang="0">
                    <a:pos x="T4" y="T5"/>
                  </a:cxn>
                  <a:cxn ang="0">
                    <a:pos x="T6" y="T7"/>
                  </a:cxn>
                  <a:cxn ang="0">
                    <a:pos x="T8" y="T9"/>
                  </a:cxn>
                  <a:cxn ang="0">
                    <a:pos x="T10" y="T11"/>
                  </a:cxn>
                  <a:cxn ang="0">
                    <a:pos x="T12" y="T13"/>
                  </a:cxn>
                </a:cxnLst>
                <a:rect l="0" t="0" r="r" b="b"/>
                <a:pathLst>
                  <a:path w="3350" h="257">
                    <a:moveTo>
                      <a:pt x="0" y="28"/>
                    </a:moveTo>
                    <a:lnTo>
                      <a:pt x="0" y="229"/>
                    </a:lnTo>
                    <a:cubicBezTo>
                      <a:pt x="0" y="244"/>
                      <a:pt x="12" y="257"/>
                      <a:pt x="27" y="257"/>
                    </a:cubicBezTo>
                    <a:lnTo>
                      <a:pt x="3350" y="257"/>
                    </a:lnTo>
                    <a:lnTo>
                      <a:pt x="3350" y="0"/>
                    </a:lnTo>
                    <a:lnTo>
                      <a:pt x="27" y="0"/>
                    </a:lnTo>
                    <a:cubicBezTo>
                      <a:pt x="12" y="0"/>
                      <a:pt x="0" y="13"/>
                      <a:pt x="0" y="28"/>
                    </a:cubicBezTo>
                  </a:path>
                </a:pathLst>
              </a:custGeom>
              <a:solidFill>
                <a:srgbClr val="4C5B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4" name="Rectangle 3541">
                <a:extLst>
                  <a:ext uri="{FF2B5EF4-FFF2-40B4-BE49-F238E27FC236}">
                    <a16:creationId xmlns:a16="http://schemas.microsoft.com/office/drawing/2014/main" xmlns="" id="{6A46D924-8857-2491-513B-F2986BE664EA}"/>
                  </a:ext>
                </a:extLst>
              </p:cNvPr>
              <p:cNvSpPr>
                <a:spLocks noChangeArrowheads="1"/>
              </p:cNvSpPr>
              <p:nvPr/>
            </p:nvSpPr>
            <p:spPr bwMode="gray">
              <a:xfrm>
                <a:off x="7735762" y="4643796"/>
                <a:ext cx="1110662" cy="37022"/>
              </a:xfrm>
              <a:prstGeom prst="rect">
                <a:avLst/>
              </a:prstGeom>
              <a:solidFill>
                <a:srgbClr val="E14C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85" name="Picture 4238">
                <a:extLst>
                  <a:ext uri="{FF2B5EF4-FFF2-40B4-BE49-F238E27FC236}">
                    <a16:creationId xmlns:a16="http://schemas.microsoft.com/office/drawing/2014/main" xmlns="" id="{AB26FE47-791A-1E8A-F917-138450E2892D}"/>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8280880" y="4144636"/>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4239">
                <a:extLst>
                  <a:ext uri="{FF2B5EF4-FFF2-40B4-BE49-F238E27FC236}">
                    <a16:creationId xmlns:a16="http://schemas.microsoft.com/office/drawing/2014/main" xmlns="" id="{69F1F84F-2D75-4B90-7C5D-68DCB55FC124}"/>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8354924" y="4144636"/>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4240">
                <a:extLst>
                  <a:ext uri="{FF2B5EF4-FFF2-40B4-BE49-F238E27FC236}">
                    <a16:creationId xmlns:a16="http://schemas.microsoft.com/office/drawing/2014/main" xmlns="" id="{C4E4F382-424B-C0C0-5326-BDF4C2566936}"/>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8278327" y="4144636"/>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4241">
                <a:extLst>
                  <a:ext uri="{FF2B5EF4-FFF2-40B4-BE49-F238E27FC236}">
                    <a16:creationId xmlns:a16="http://schemas.microsoft.com/office/drawing/2014/main" xmlns="" id="{B3C239C9-C784-5735-8635-0D4CFE58738A}"/>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8391946" y="4131870"/>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4242">
                <a:extLst>
                  <a:ext uri="{FF2B5EF4-FFF2-40B4-BE49-F238E27FC236}">
                    <a16:creationId xmlns:a16="http://schemas.microsoft.com/office/drawing/2014/main" xmlns="" id="{54D1DA20-7E07-399A-B227-930DDAB62ED4}"/>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8275773" y="4092295"/>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4243">
                <a:extLst>
                  <a:ext uri="{FF2B5EF4-FFF2-40B4-BE49-F238E27FC236}">
                    <a16:creationId xmlns:a16="http://schemas.microsoft.com/office/drawing/2014/main" xmlns="" id="{5EA48D02-9E77-C568-213E-81981CCCF719}"/>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gray">
              <a:xfrm>
                <a:off x="8275773" y="4122934"/>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563">
                <a:extLst>
                  <a:ext uri="{FF2B5EF4-FFF2-40B4-BE49-F238E27FC236}">
                    <a16:creationId xmlns:a16="http://schemas.microsoft.com/office/drawing/2014/main" xmlns="" id="{05850304-44E0-AB01-A206-ED4EA8A02E15}"/>
                  </a:ext>
                </a:extLst>
              </p:cNvPr>
              <p:cNvSpPr>
                <a:spLocks/>
              </p:cNvSpPr>
              <p:nvPr/>
            </p:nvSpPr>
            <p:spPr bwMode="gray">
              <a:xfrm>
                <a:off x="8534486" y="4531475"/>
                <a:ext cx="1940" cy="38802"/>
              </a:xfrm>
              <a:custGeom>
                <a:avLst/>
                <a:gdLst>
                  <a:gd name="T0" fmla="*/ 1 w 1"/>
                  <a:gd name="T1" fmla="*/ 20 h 20"/>
                  <a:gd name="T2" fmla="*/ 0 w 1"/>
                  <a:gd name="T3" fmla="*/ 20 h 20"/>
                  <a:gd name="T4" fmla="*/ 0 w 1"/>
                  <a:gd name="T5" fmla="*/ 0 h 20"/>
                  <a:gd name="T6" fmla="*/ 0 w 1"/>
                  <a:gd name="T7" fmla="*/ 1 h 20"/>
                  <a:gd name="T8" fmla="*/ 1 w 1"/>
                  <a:gd name="T9" fmla="*/ 20 h 20"/>
                </a:gdLst>
                <a:ahLst/>
                <a:cxnLst>
                  <a:cxn ang="0">
                    <a:pos x="T0" y="T1"/>
                  </a:cxn>
                  <a:cxn ang="0">
                    <a:pos x="T2" y="T3"/>
                  </a:cxn>
                  <a:cxn ang="0">
                    <a:pos x="T4" y="T5"/>
                  </a:cxn>
                  <a:cxn ang="0">
                    <a:pos x="T6" y="T7"/>
                  </a:cxn>
                  <a:cxn ang="0">
                    <a:pos x="T8" y="T9"/>
                  </a:cxn>
                </a:cxnLst>
                <a:rect l="0" t="0" r="r" b="b"/>
                <a:pathLst>
                  <a:path w="1" h="20">
                    <a:moveTo>
                      <a:pt x="1" y="20"/>
                    </a:moveTo>
                    <a:lnTo>
                      <a:pt x="0" y="20"/>
                    </a:lnTo>
                    <a:lnTo>
                      <a:pt x="0" y="0"/>
                    </a:lnTo>
                    <a:lnTo>
                      <a:pt x="0" y="1"/>
                    </a:lnTo>
                    <a:lnTo>
                      <a:pt x="1" y="20"/>
                    </a:lnTo>
                    <a:close/>
                  </a:path>
                </a:pathLst>
              </a:custGeom>
              <a:solidFill>
                <a:srgbClr val="DFDF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2" name="Freeform 601">
                <a:extLst>
                  <a:ext uri="{FF2B5EF4-FFF2-40B4-BE49-F238E27FC236}">
                    <a16:creationId xmlns:a16="http://schemas.microsoft.com/office/drawing/2014/main" xmlns="" id="{F0D8D87E-5C42-602D-EFF7-B4169FD6FB36}"/>
                  </a:ext>
                </a:extLst>
              </p:cNvPr>
              <p:cNvSpPr>
                <a:spLocks/>
              </p:cNvSpPr>
              <p:nvPr/>
            </p:nvSpPr>
            <p:spPr bwMode="gray">
              <a:xfrm>
                <a:off x="8548066" y="4407311"/>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3" name="Freeform 602">
                <a:extLst>
                  <a:ext uri="{FF2B5EF4-FFF2-40B4-BE49-F238E27FC236}">
                    <a16:creationId xmlns:a16="http://schemas.microsoft.com/office/drawing/2014/main" xmlns="" id="{7B3A13CB-8D17-CE0C-97D5-2A13CF2B573B}"/>
                  </a:ext>
                </a:extLst>
              </p:cNvPr>
              <p:cNvSpPr>
                <a:spLocks/>
              </p:cNvSpPr>
              <p:nvPr/>
            </p:nvSpPr>
            <p:spPr bwMode="gray">
              <a:xfrm>
                <a:off x="8691629" y="4215249"/>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4" name="Freeform 603">
                <a:extLst>
                  <a:ext uri="{FF2B5EF4-FFF2-40B4-BE49-F238E27FC236}">
                    <a16:creationId xmlns:a16="http://schemas.microsoft.com/office/drawing/2014/main" xmlns="" id="{16955382-9FEA-F5F1-25EE-EAA71D9D5704}"/>
                  </a:ext>
                </a:extLst>
              </p:cNvPr>
              <p:cNvSpPr>
                <a:spLocks/>
              </p:cNvSpPr>
              <p:nvPr/>
            </p:nvSpPr>
            <p:spPr bwMode="gray">
              <a:xfrm>
                <a:off x="8683868" y="4611017"/>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5" name="Freeform 604">
                <a:extLst>
                  <a:ext uri="{FF2B5EF4-FFF2-40B4-BE49-F238E27FC236}">
                    <a16:creationId xmlns:a16="http://schemas.microsoft.com/office/drawing/2014/main" xmlns="" id="{27461F48-6D5B-7B14-8E42-A6D51A5E1DBF}"/>
                  </a:ext>
                </a:extLst>
              </p:cNvPr>
              <p:cNvSpPr>
                <a:spLocks/>
              </p:cNvSpPr>
              <p:nvPr/>
            </p:nvSpPr>
            <p:spPr bwMode="gray">
              <a:xfrm>
                <a:off x="8707150" y="4706079"/>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6" name="Freeform 605">
                <a:extLst>
                  <a:ext uri="{FF2B5EF4-FFF2-40B4-BE49-F238E27FC236}">
                    <a16:creationId xmlns:a16="http://schemas.microsoft.com/office/drawing/2014/main" xmlns="" id="{371C3516-73B5-5927-6585-344CCB52A487}"/>
                  </a:ext>
                </a:extLst>
              </p:cNvPr>
              <p:cNvSpPr>
                <a:spLocks/>
              </p:cNvSpPr>
              <p:nvPr/>
            </p:nvSpPr>
            <p:spPr bwMode="gray">
              <a:xfrm>
                <a:off x="8740130" y="4609077"/>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7" name="Freeform 606">
                <a:extLst>
                  <a:ext uri="{FF2B5EF4-FFF2-40B4-BE49-F238E27FC236}">
                    <a16:creationId xmlns:a16="http://schemas.microsoft.com/office/drawing/2014/main" xmlns="" id="{07B51CAA-205B-6F09-793D-EE834DFC5609}"/>
                  </a:ext>
                </a:extLst>
              </p:cNvPr>
              <p:cNvSpPr>
                <a:spLocks/>
              </p:cNvSpPr>
              <p:nvPr/>
            </p:nvSpPr>
            <p:spPr bwMode="gray">
              <a:xfrm>
                <a:off x="8712970" y="4611017"/>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8" name="Freeform 608">
                <a:extLst>
                  <a:ext uri="{FF2B5EF4-FFF2-40B4-BE49-F238E27FC236}">
                    <a16:creationId xmlns:a16="http://schemas.microsoft.com/office/drawing/2014/main" xmlns="" id="{81DCA0C8-C104-C7EE-AFCA-8F1C901FE1F8}"/>
                  </a:ext>
                </a:extLst>
              </p:cNvPr>
              <p:cNvSpPr>
                <a:spLocks/>
              </p:cNvSpPr>
              <p:nvPr/>
            </p:nvSpPr>
            <p:spPr bwMode="gray">
              <a:xfrm>
                <a:off x="8844892" y="5187209"/>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99" name="Freeform 609">
                <a:extLst>
                  <a:ext uri="{FF2B5EF4-FFF2-40B4-BE49-F238E27FC236}">
                    <a16:creationId xmlns:a16="http://schemas.microsoft.com/office/drawing/2014/main" xmlns="" id="{C868526C-A13E-7667-D193-A8658CD7B686}"/>
                  </a:ext>
                </a:extLst>
              </p:cNvPr>
              <p:cNvSpPr>
                <a:spLocks/>
              </p:cNvSpPr>
              <p:nvPr/>
            </p:nvSpPr>
            <p:spPr bwMode="gray">
              <a:xfrm>
                <a:off x="8953535" y="5189148"/>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0" name="Freeform 610">
                <a:extLst>
                  <a:ext uri="{FF2B5EF4-FFF2-40B4-BE49-F238E27FC236}">
                    <a16:creationId xmlns:a16="http://schemas.microsoft.com/office/drawing/2014/main" xmlns="" id="{E0A7E4B0-04D0-8DC4-B961-747E7DCA26DD}"/>
                  </a:ext>
                </a:extLst>
              </p:cNvPr>
              <p:cNvSpPr>
                <a:spLocks/>
              </p:cNvSpPr>
              <p:nvPr/>
            </p:nvSpPr>
            <p:spPr bwMode="gray">
              <a:xfrm>
                <a:off x="8947715" y="5187209"/>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1" name="Freeform 611">
                <a:extLst>
                  <a:ext uri="{FF2B5EF4-FFF2-40B4-BE49-F238E27FC236}">
                    <a16:creationId xmlns:a16="http://schemas.microsoft.com/office/drawing/2014/main" xmlns="" id="{BAF18B8F-F1E5-DFB8-7B9C-631231C4ABEB}"/>
                  </a:ext>
                </a:extLst>
              </p:cNvPr>
              <p:cNvSpPr>
                <a:spLocks/>
              </p:cNvSpPr>
              <p:nvPr/>
            </p:nvSpPr>
            <p:spPr bwMode="gray">
              <a:xfrm>
                <a:off x="8590747" y="5194968"/>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2" name="Freeform 612">
                <a:extLst>
                  <a:ext uri="{FF2B5EF4-FFF2-40B4-BE49-F238E27FC236}">
                    <a16:creationId xmlns:a16="http://schemas.microsoft.com/office/drawing/2014/main" xmlns="" id="{E3237C70-DC57-4F73-7ACF-39A9AAEB66DA}"/>
                  </a:ext>
                </a:extLst>
              </p:cNvPr>
              <p:cNvSpPr>
                <a:spLocks noEditPoints="1"/>
              </p:cNvSpPr>
              <p:nvPr/>
            </p:nvSpPr>
            <p:spPr bwMode="gray">
              <a:xfrm>
                <a:off x="8681930" y="5200789"/>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3" name="Freeform 613">
                <a:extLst>
                  <a:ext uri="{FF2B5EF4-FFF2-40B4-BE49-F238E27FC236}">
                    <a16:creationId xmlns:a16="http://schemas.microsoft.com/office/drawing/2014/main" xmlns="" id="{C95A8AB8-34D7-E421-C148-18FB57B76536}"/>
                  </a:ext>
                </a:extLst>
              </p:cNvPr>
              <p:cNvSpPr>
                <a:spLocks/>
              </p:cNvSpPr>
              <p:nvPr/>
            </p:nvSpPr>
            <p:spPr bwMode="gray">
              <a:xfrm>
                <a:off x="8712970" y="5198849"/>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4" name="Freeform 614">
                <a:extLst>
                  <a:ext uri="{FF2B5EF4-FFF2-40B4-BE49-F238E27FC236}">
                    <a16:creationId xmlns:a16="http://schemas.microsoft.com/office/drawing/2014/main" xmlns="" id="{E2359F9B-736B-5385-7F35-57E92177D7F4}"/>
                  </a:ext>
                </a:extLst>
              </p:cNvPr>
              <p:cNvSpPr>
                <a:spLocks/>
              </p:cNvSpPr>
              <p:nvPr/>
            </p:nvSpPr>
            <p:spPr bwMode="gray">
              <a:xfrm>
                <a:off x="8681930" y="5198849"/>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5" name="Freeform 615">
                <a:extLst>
                  <a:ext uri="{FF2B5EF4-FFF2-40B4-BE49-F238E27FC236}">
                    <a16:creationId xmlns:a16="http://schemas.microsoft.com/office/drawing/2014/main" xmlns="" id="{3107C1EA-7F3E-ED2B-877E-B9FE82B92955}"/>
                  </a:ext>
                </a:extLst>
              </p:cNvPr>
              <p:cNvSpPr>
                <a:spLocks/>
              </p:cNvSpPr>
              <p:nvPr/>
            </p:nvSpPr>
            <p:spPr bwMode="gray">
              <a:xfrm>
                <a:off x="8749830" y="4096908"/>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6" name="Freeform 616">
                <a:extLst>
                  <a:ext uri="{FF2B5EF4-FFF2-40B4-BE49-F238E27FC236}">
                    <a16:creationId xmlns:a16="http://schemas.microsoft.com/office/drawing/2014/main" xmlns="" id="{115038D6-CBB0-E27A-92FF-03D04B421615}"/>
                  </a:ext>
                </a:extLst>
              </p:cNvPr>
              <p:cNvSpPr>
                <a:spLocks/>
              </p:cNvSpPr>
              <p:nvPr/>
            </p:nvSpPr>
            <p:spPr bwMode="gray">
              <a:xfrm>
                <a:off x="8788632" y="4172569"/>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7" name="Rectangle 617">
                <a:extLst>
                  <a:ext uri="{FF2B5EF4-FFF2-40B4-BE49-F238E27FC236}">
                    <a16:creationId xmlns:a16="http://schemas.microsoft.com/office/drawing/2014/main" xmlns="" id="{566E787A-3735-FC79-E4E4-B491A4CA1BD9}"/>
                  </a:ext>
                </a:extLst>
              </p:cNvPr>
              <p:cNvSpPr>
                <a:spLocks noChangeArrowheads="1"/>
              </p:cNvSpPr>
              <p:nvPr/>
            </p:nvSpPr>
            <p:spPr bwMode="gray">
              <a:xfrm>
                <a:off x="8711028" y="4599377"/>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8" name="Freeform 618">
                <a:extLst>
                  <a:ext uri="{FF2B5EF4-FFF2-40B4-BE49-F238E27FC236}">
                    <a16:creationId xmlns:a16="http://schemas.microsoft.com/office/drawing/2014/main" xmlns="" id="{EE1C834A-BE58-6DD9-E782-EAC6AF5E3E51}"/>
                  </a:ext>
                </a:extLst>
              </p:cNvPr>
              <p:cNvSpPr>
                <a:spLocks/>
              </p:cNvSpPr>
              <p:nvPr/>
            </p:nvSpPr>
            <p:spPr bwMode="gray">
              <a:xfrm>
                <a:off x="8734310" y="4048406"/>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9" name="Freeform 619">
                <a:extLst>
                  <a:ext uri="{FF2B5EF4-FFF2-40B4-BE49-F238E27FC236}">
                    <a16:creationId xmlns:a16="http://schemas.microsoft.com/office/drawing/2014/main" xmlns="" id="{AA0DE79A-007A-494C-8598-FE7149CB4452}"/>
                  </a:ext>
                </a:extLst>
              </p:cNvPr>
              <p:cNvSpPr>
                <a:spLocks/>
              </p:cNvSpPr>
              <p:nvPr/>
            </p:nvSpPr>
            <p:spPr bwMode="gray">
              <a:xfrm>
                <a:off x="8776990" y="4217189"/>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0" name="Freeform 620">
                <a:extLst>
                  <a:ext uri="{FF2B5EF4-FFF2-40B4-BE49-F238E27FC236}">
                    <a16:creationId xmlns:a16="http://schemas.microsoft.com/office/drawing/2014/main" xmlns="" id="{E243D7FF-FE1F-B536-F7F6-B6DB163BA144}"/>
                  </a:ext>
                </a:extLst>
              </p:cNvPr>
              <p:cNvSpPr>
                <a:spLocks/>
              </p:cNvSpPr>
              <p:nvPr/>
            </p:nvSpPr>
            <p:spPr bwMode="gray">
              <a:xfrm>
                <a:off x="8660589" y="4290912"/>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1" name="Freeform 621">
                <a:extLst>
                  <a:ext uri="{FF2B5EF4-FFF2-40B4-BE49-F238E27FC236}">
                    <a16:creationId xmlns:a16="http://schemas.microsoft.com/office/drawing/2014/main" xmlns="" id="{9A98DDDF-7BB1-2E65-8ACD-887138753B37}"/>
                  </a:ext>
                </a:extLst>
              </p:cNvPr>
              <p:cNvSpPr>
                <a:spLocks/>
              </p:cNvSpPr>
              <p:nvPr/>
            </p:nvSpPr>
            <p:spPr bwMode="gray">
              <a:xfrm>
                <a:off x="8908913" y="4442234"/>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2" name="Freeform 622">
                <a:extLst>
                  <a:ext uri="{FF2B5EF4-FFF2-40B4-BE49-F238E27FC236}">
                    <a16:creationId xmlns:a16="http://schemas.microsoft.com/office/drawing/2014/main" xmlns="" id="{90EFEBA1-7AE6-1210-71C8-D8EEF066D0DF}"/>
                  </a:ext>
                </a:extLst>
              </p:cNvPr>
              <p:cNvSpPr>
                <a:spLocks/>
              </p:cNvSpPr>
              <p:nvPr/>
            </p:nvSpPr>
            <p:spPr bwMode="gray">
              <a:xfrm>
                <a:off x="8943834" y="4449995"/>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3" name="Freeform 623">
                <a:extLst>
                  <a:ext uri="{FF2B5EF4-FFF2-40B4-BE49-F238E27FC236}">
                    <a16:creationId xmlns:a16="http://schemas.microsoft.com/office/drawing/2014/main" xmlns="" id="{66101F23-C19A-57E3-E694-D8DBCD237B80}"/>
                  </a:ext>
                </a:extLst>
              </p:cNvPr>
              <p:cNvSpPr>
                <a:spLocks/>
              </p:cNvSpPr>
              <p:nvPr/>
            </p:nvSpPr>
            <p:spPr bwMode="gray">
              <a:xfrm>
                <a:off x="8650889" y="4502375"/>
                <a:ext cx="60143" cy="19401"/>
              </a:xfrm>
              <a:custGeom>
                <a:avLst/>
                <a:gdLst>
                  <a:gd name="T0" fmla="*/ 0 w 128"/>
                  <a:gd name="T1" fmla="*/ 0 h 43"/>
                  <a:gd name="T2" fmla="*/ 128 w 128"/>
                  <a:gd name="T3" fmla="*/ 0 h 43"/>
                  <a:gd name="T4" fmla="*/ 0 w 128"/>
                  <a:gd name="T5" fmla="*/ 0 h 43"/>
                </a:gdLst>
                <a:ahLst/>
                <a:cxnLst>
                  <a:cxn ang="0">
                    <a:pos x="T0" y="T1"/>
                  </a:cxn>
                  <a:cxn ang="0">
                    <a:pos x="T2" y="T3"/>
                  </a:cxn>
                  <a:cxn ang="0">
                    <a:pos x="T4" y="T5"/>
                  </a:cxn>
                </a:cxnLst>
                <a:rect l="0" t="0" r="r" b="b"/>
                <a:pathLst>
                  <a:path w="128" h="43">
                    <a:moveTo>
                      <a:pt x="0" y="0"/>
                    </a:moveTo>
                    <a:cubicBezTo>
                      <a:pt x="0" y="0"/>
                      <a:pt x="102" y="43"/>
                      <a:pt x="128" y="0"/>
                    </a:cubicBezTo>
                    <a:lnTo>
                      <a:pt x="0" y="0"/>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4" name="Freeform 624">
                <a:extLst>
                  <a:ext uri="{FF2B5EF4-FFF2-40B4-BE49-F238E27FC236}">
                    <a16:creationId xmlns:a16="http://schemas.microsoft.com/office/drawing/2014/main" xmlns="" id="{AC579FBB-1592-CFA1-45B6-3D00D6232934}"/>
                  </a:ext>
                </a:extLst>
              </p:cNvPr>
              <p:cNvSpPr>
                <a:spLocks/>
              </p:cNvSpPr>
              <p:nvPr/>
            </p:nvSpPr>
            <p:spPr bwMode="gray">
              <a:xfrm>
                <a:off x="8592687" y="4438354"/>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5" name="Freeform 625">
                <a:extLst>
                  <a:ext uri="{FF2B5EF4-FFF2-40B4-BE49-F238E27FC236}">
                    <a16:creationId xmlns:a16="http://schemas.microsoft.com/office/drawing/2014/main" xmlns="" id="{A101E360-DFDB-B011-FD98-707BEF74C60A}"/>
                  </a:ext>
                </a:extLst>
              </p:cNvPr>
              <p:cNvSpPr>
                <a:spLocks/>
              </p:cNvSpPr>
              <p:nvPr/>
            </p:nvSpPr>
            <p:spPr bwMode="gray">
              <a:xfrm>
                <a:off x="8518966" y="4346645"/>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xmlns="" id="{C6613BD9-A9E0-281A-7F5D-BF6E23111AF7}"/>
                  </a:ext>
                </a:extLst>
              </p:cNvPr>
              <p:cNvGrpSpPr/>
              <p:nvPr/>
            </p:nvGrpSpPr>
            <p:grpSpPr bwMode="gray">
              <a:xfrm>
                <a:off x="7852753" y="4738806"/>
                <a:ext cx="360465" cy="363331"/>
                <a:chOff x="2901092" y="-707724"/>
                <a:chExt cx="265665" cy="267777"/>
              </a:xfrm>
              <a:solidFill>
                <a:schemeClr val="bg1"/>
              </a:solidFill>
            </p:grpSpPr>
            <p:sp>
              <p:nvSpPr>
                <p:cNvPr id="119" name="Rectangle 291">
                  <a:extLst>
                    <a:ext uri="{FF2B5EF4-FFF2-40B4-BE49-F238E27FC236}">
                      <a16:creationId xmlns:a16="http://schemas.microsoft.com/office/drawing/2014/main" xmlns="" id="{D57DA060-0E74-C5E4-530E-0C7B4D60E848}"/>
                    </a:ext>
                  </a:extLst>
                </p:cNvPr>
                <p:cNvSpPr>
                  <a:spLocks noChangeArrowheads="1"/>
                </p:cNvSpPr>
                <p:nvPr/>
              </p:nvSpPr>
              <p:spPr bwMode="gray">
                <a:xfrm rot="5400000" flipH="1">
                  <a:off x="3050481" y="-472362"/>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0" name="Freeform 292">
                  <a:extLst>
                    <a:ext uri="{FF2B5EF4-FFF2-40B4-BE49-F238E27FC236}">
                      <a16:creationId xmlns:a16="http://schemas.microsoft.com/office/drawing/2014/main" xmlns="" id="{E4CD16C0-CA52-18EB-83F5-B1629F119160}"/>
                    </a:ext>
                  </a:extLst>
                </p:cNvPr>
                <p:cNvSpPr>
                  <a:spLocks noEditPoints="1"/>
                </p:cNvSpPr>
                <p:nvPr/>
              </p:nvSpPr>
              <p:spPr bwMode="gray">
                <a:xfrm rot="5400000" flipH="1">
                  <a:off x="3071977" y="-536841"/>
                  <a:ext cx="74696" cy="75401"/>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1" name="Freeform 293">
                  <a:extLst>
                    <a:ext uri="{FF2B5EF4-FFF2-40B4-BE49-F238E27FC236}">
                      <a16:creationId xmlns:a16="http://schemas.microsoft.com/office/drawing/2014/main" xmlns="" id="{ECDBF572-D9FE-B334-544E-7A65BDA15394}"/>
                    </a:ext>
                  </a:extLst>
                </p:cNvPr>
                <p:cNvSpPr>
                  <a:spLocks/>
                </p:cNvSpPr>
                <p:nvPr/>
              </p:nvSpPr>
              <p:spPr bwMode="gray">
                <a:xfrm rot="5400000" flipH="1">
                  <a:off x="3029343" y="-493505"/>
                  <a:ext cx="31710" cy="10571"/>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2" name="Freeform 294">
                  <a:extLst>
                    <a:ext uri="{FF2B5EF4-FFF2-40B4-BE49-F238E27FC236}">
                      <a16:creationId xmlns:a16="http://schemas.microsoft.com/office/drawing/2014/main" xmlns="" id="{A959CDD7-C50E-357D-94C2-41A99E036D34}"/>
                    </a:ext>
                  </a:extLst>
                </p:cNvPr>
                <p:cNvSpPr>
                  <a:spLocks/>
                </p:cNvSpPr>
                <p:nvPr/>
              </p:nvSpPr>
              <p:spPr bwMode="gray">
                <a:xfrm rot="5400000" flipH="1">
                  <a:off x="3093117" y="-514996"/>
                  <a:ext cx="32415" cy="31710"/>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3" name="Freeform 295">
                  <a:extLst>
                    <a:ext uri="{FF2B5EF4-FFF2-40B4-BE49-F238E27FC236}">
                      <a16:creationId xmlns:a16="http://schemas.microsoft.com/office/drawing/2014/main" xmlns="" id="{4E2F82CF-6FD5-4623-6143-23E7F6804694}"/>
                    </a:ext>
                  </a:extLst>
                </p:cNvPr>
                <p:cNvSpPr>
                  <a:spLocks/>
                </p:cNvSpPr>
                <p:nvPr/>
              </p:nvSpPr>
              <p:spPr bwMode="gray">
                <a:xfrm rot="5400000" flipH="1">
                  <a:off x="2943021" y="-514996"/>
                  <a:ext cx="32415" cy="31710"/>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4" name="Rectangle 296">
                  <a:extLst>
                    <a:ext uri="{FF2B5EF4-FFF2-40B4-BE49-F238E27FC236}">
                      <a16:creationId xmlns:a16="http://schemas.microsoft.com/office/drawing/2014/main" xmlns="" id="{F8F8417C-3540-CE1E-5BEE-59873D768326}"/>
                    </a:ext>
                  </a:extLst>
                </p:cNvPr>
                <p:cNvSpPr>
                  <a:spLocks noChangeArrowheads="1"/>
                </p:cNvSpPr>
                <p:nvPr/>
              </p:nvSpPr>
              <p:spPr bwMode="gray">
                <a:xfrm rot="5400000" flipH="1">
                  <a:off x="3050130" y="-51499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5" name="Freeform 297">
                  <a:extLst>
                    <a:ext uri="{FF2B5EF4-FFF2-40B4-BE49-F238E27FC236}">
                      <a16:creationId xmlns:a16="http://schemas.microsoft.com/office/drawing/2014/main" xmlns="" id="{76451120-914A-43D0-55C6-07F0445DB96E}"/>
                    </a:ext>
                  </a:extLst>
                </p:cNvPr>
                <p:cNvSpPr>
                  <a:spLocks noEditPoints="1"/>
                </p:cNvSpPr>
                <p:nvPr/>
              </p:nvSpPr>
              <p:spPr bwMode="gray">
                <a:xfrm rot="5400000" flipH="1">
                  <a:off x="2921880" y="-536841"/>
                  <a:ext cx="74696" cy="75401"/>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6" name="Rectangle 298">
                  <a:extLst>
                    <a:ext uri="{FF2B5EF4-FFF2-40B4-BE49-F238E27FC236}">
                      <a16:creationId xmlns:a16="http://schemas.microsoft.com/office/drawing/2014/main" xmlns="" id="{39375327-D946-A575-BBD1-FB66122C94A6}"/>
                    </a:ext>
                  </a:extLst>
                </p:cNvPr>
                <p:cNvSpPr>
                  <a:spLocks noChangeArrowheads="1"/>
                </p:cNvSpPr>
                <p:nvPr/>
              </p:nvSpPr>
              <p:spPr bwMode="gray">
                <a:xfrm rot="5400000" flipH="1">
                  <a:off x="3007498" y="-536489"/>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7" name="Freeform 299">
                  <a:extLst>
                    <a:ext uri="{FF2B5EF4-FFF2-40B4-BE49-F238E27FC236}">
                      <a16:creationId xmlns:a16="http://schemas.microsoft.com/office/drawing/2014/main" xmlns="" id="{24C74335-B300-8BC8-472F-21E8B76BAB01}"/>
                    </a:ext>
                  </a:extLst>
                </p:cNvPr>
                <p:cNvSpPr>
                  <a:spLocks/>
                </p:cNvSpPr>
                <p:nvPr/>
              </p:nvSpPr>
              <p:spPr bwMode="gray">
                <a:xfrm rot="5400000" flipH="1">
                  <a:off x="3061052" y="-579474"/>
                  <a:ext cx="42986" cy="64127"/>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8" name="Freeform 300">
                  <a:extLst>
                    <a:ext uri="{FF2B5EF4-FFF2-40B4-BE49-F238E27FC236}">
                      <a16:creationId xmlns:a16="http://schemas.microsoft.com/office/drawing/2014/main" xmlns="" id="{5726F3D2-688F-BD38-44FD-A9817838909C}"/>
                    </a:ext>
                  </a:extLst>
                </p:cNvPr>
                <p:cNvSpPr>
                  <a:spLocks/>
                </p:cNvSpPr>
                <p:nvPr/>
              </p:nvSpPr>
              <p:spPr bwMode="gray">
                <a:xfrm rot="5400000" flipH="1">
                  <a:off x="2986358" y="-525918"/>
                  <a:ext cx="85265" cy="42986"/>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9" name="Freeform 301">
                  <a:extLst>
                    <a:ext uri="{FF2B5EF4-FFF2-40B4-BE49-F238E27FC236}">
                      <a16:creationId xmlns:a16="http://schemas.microsoft.com/office/drawing/2014/main" xmlns="" id="{B6110399-A5DE-5A97-01AF-7555F93F8FE0}"/>
                    </a:ext>
                  </a:extLst>
                </p:cNvPr>
                <p:cNvSpPr>
                  <a:spLocks/>
                </p:cNvSpPr>
                <p:nvPr/>
              </p:nvSpPr>
              <p:spPr bwMode="gray">
                <a:xfrm rot="5400000" flipH="1">
                  <a:off x="2991290" y="-584406"/>
                  <a:ext cx="32415" cy="42281"/>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0" name="Rectangle 302">
                  <a:extLst>
                    <a:ext uri="{FF2B5EF4-FFF2-40B4-BE49-F238E27FC236}">
                      <a16:creationId xmlns:a16="http://schemas.microsoft.com/office/drawing/2014/main" xmlns="" id="{D0C8F74C-4CBE-2298-092E-17FADB4AD0DA}"/>
                    </a:ext>
                  </a:extLst>
                </p:cNvPr>
                <p:cNvSpPr>
                  <a:spLocks noChangeArrowheads="1"/>
                </p:cNvSpPr>
                <p:nvPr/>
              </p:nvSpPr>
              <p:spPr bwMode="gray">
                <a:xfrm rot="5400000" flipH="1">
                  <a:off x="2921530" y="-558334"/>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1" name="Freeform 303">
                  <a:extLst>
                    <a:ext uri="{FF2B5EF4-FFF2-40B4-BE49-F238E27FC236}">
                      <a16:creationId xmlns:a16="http://schemas.microsoft.com/office/drawing/2014/main" xmlns="" id="{C931C604-35C3-F47D-5B0E-3D0C0C309103}"/>
                    </a:ext>
                  </a:extLst>
                </p:cNvPr>
                <p:cNvSpPr>
                  <a:spLocks/>
                </p:cNvSpPr>
                <p:nvPr/>
              </p:nvSpPr>
              <p:spPr bwMode="gray">
                <a:xfrm rot="5400000" flipH="1">
                  <a:off x="3114609" y="-579474"/>
                  <a:ext cx="42986" cy="21845"/>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2" name="Rectangle 304">
                  <a:extLst>
                    <a:ext uri="{FF2B5EF4-FFF2-40B4-BE49-F238E27FC236}">
                      <a16:creationId xmlns:a16="http://schemas.microsoft.com/office/drawing/2014/main" xmlns="" id="{2EB9B2A4-D00D-47BF-E544-2EC18BC3FC1A}"/>
                    </a:ext>
                  </a:extLst>
                </p:cNvPr>
                <p:cNvSpPr>
                  <a:spLocks noChangeArrowheads="1"/>
                </p:cNvSpPr>
                <p:nvPr/>
              </p:nvSpPr>
              <p:spPr bwMode="gray">
                <a:xfrm rot="5400000" flipH="1">
                  <a:off x="3039912" y="-568903"/>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3" name="Rectangle 305">
                  <a:extLst>
                    <a:ext uri="{FF2B5EF4-FFF2-40B4-BE49-F238E27FC236}">
                      <a16:creationId xmlns:a16="http://schemas.microsoft.com/office/drawing/2014/main" xmlns="" id="{EAA6BC87-869A-E0AE-862C-31049D62BA7B}"/>
                    </a:ext>
                  </a:extLst>
                </p:cNvPr>
                <p:cNvSpPr>
                  <a:spLocks noChangeArrowheads="1"/>
                </p:cNvSpPr>
                <p:nvPr/>
              </p:nvSpPr>
              <p:spPr bwMode="gray">
                <a:xfrm rot="5400000" flipH="1">
                  <a:off x="3071622" y="-579475"/>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4" name="Rectangle 306">
                  <a:extLst>
                    <a:ext uri="{FF2B5EF4-FFF2-40B4-BE49-F238E27FC236}">
                      <a16:creationId xmlns:a16="http://schemas.microsoft.com/office/drawing/2014/main" xmlns="" id="{846431F0-C877-B5D8-C75E-6E05E8B7ABEE}"/>
                    </a:ext>
                  </a:extLst>
                </p:cNvPr>
                <p:cNvSpPr>
                  <a:spLocks noChangeArrowheads="1"/>
                </p:cNvSpPr>
                <p:nvPr/>
              </p:nvSpPr>
              <p:spPr bwMode="gray">
                <a:xfrm rot="5400000" flipH="1">
                  <a:off x="3104037" y="-590044"/>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5" name="Rectangle 307">
                  <a:extLst>
                    <a:ext uri="{FF2B5EF4-FFF2-40B4-BE49-F238E27FC236}">
                      <a16:creationId xmlns:a16="http://schemas.microsoft.com/office/drawing/2014/main" xmlns="" id="{F00A1D88-152A-3598-EACA-4EE75D37F88C}"/>
                    </a:ext>
                  </a:extLst>
                </p:cNvPr>
                <p:cNvSpPr>
                  <a:spLocks noChangeArrowheads="1"/>
                </p:cNvSpPr>
                <p:nvPr/>
              </p:nvSpPr>
              <p:spPr bwMode="gray">
                <a:xfrm rot="5400000" flipH="1">
                  <a:off x="3082547" y="-590395"/>
                  <a:ext cx="10571"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6" name="Freeform 308">
                  <a:extLst>
                    <a:ext uri="{FF2B5EF4-FFF2-40B4-BE49-F238E27FC236}">
                      <a16:creationId xmlns:a16="http://schemas.microsoft.com/office/drawing/2014/main" xmlns="" id="{96EFA7B2-E2A2-55B4-28F9-72E1C57DF566}"/>
                    </a:ext>
                  </a:extLst>
                </p:cNvPr>
                <p:cNvSpPr>
                  <a:spLocks/>
                </p:cNvSpPr>
                <p:nvPr/>
              </p:nvSpPr>
              <p:spPr bwMode="gray">
                <a:xfrm rot="5400000" flipH="1">
                  <a:off x="3039209" y="-611888"/>
                  <a:ext cx="32415" cy="53555"/>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7" name="Rectangle 309">
                  <a:extLst>
                    <a:ext uri="{FF2B5EF4-FFF2-40B4-BE49-F238E27FC236}">
                      <a16:creationId xmlns:a16="http://schemas.microsoft.com/office/drawing/2014/main" xmlns="" id="{893F1041-69CF-549D-8E87-482B66E37EFB}"/>
                    </a:ext>
                  </a:extLst>
                </p:cNvPr>
                <p:cNvSpPr>
                  <a:spLocks noChangeArrowheads="1"/>
                </p:cNvSpPr>
                <p:nvPr/>
              </p:nvSpPr>
              <p:spPr bwMode="gray">
                <a:xfrm rot="5400000" flipH="1">
                  <a:off x="3135751" y="-601318"/>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8" name="Rectangle 310">
                  <a:extLst>
                    <a:ext uri="{FF2B5EF4-FFF2-40B4-BE49-F238E27FC236}">
                      <a16:creationId xmlns:a16="http://schemas.microsoft.com/office/drawing/2014/main" xmlns="" id="{68B820F7-0DB8-EC1D-1112-1E95E7E8A736}"/>
                    </a:ext>
                  </a:extLst>
                </p:cNvPr>
                <p:cNvSpPr>
                  <a:spLocks noChangeArrowheads="1"/>
                </p:cNvSpPr>
                <p:nvPr/>
              </p:nvSpPr>
              <p:spPr bwMode="gray">
                <a:xfrm rot="5400000" flipH="1">
                  <a:off x="3093116" y="-60096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9" name="Freeform 311">
                  <a:extLst>
                    <a:ext uri="{FF2B5EF4-FFF2-40B4-BE49-F238E27FC236}">
                      <a16:creationId xmlns:a16="http://schemas.microsoft.com/office/drawing/2014/main" xmlns="" id="{D53F2978-59B8-A5F6-3F8F-5EEC0ABD913D}"/>
                    </a:ext>
                  </a:extLst>
                </p:cNvPr>
                <p:cNvSpPr>
                  <a:spLocks/>
                </p:cNvSpPr>
                <p:nvPr/>
              </p:nvSpPr>
              <p:spPr bwMode="gray">
                <a:xfrm rot="5400000" flipH="1">
                  <a:off x="3093117" y="-665092"/>
                  <a:ext cx="32415" cy="31710"/>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0" name="Freeform 312">
                  <a:extLst>
                    <a:ext uri="{FF2B5EF4-FFF2-40B4-BE49-F238E27FC236}">
                      <a16:creationId xmlns:a16="http://schemas.microsoft.com/office/drawing/2014/main" xmlns="" id="{D7021220-4801-EE84-FF22-976DD2410548}"/>
                    </a:ext>
                  </a:extLst>
                </p:cNvPr>
                <p:cNvSpPr>
                  <a:spLocks noEditPoints="1"/>
                </p:cNvSpPr>
                <p:nvPr/>
              </p:nvSpPr>
              <p:spPr bwMode="gray">
                <a:xfrm rot="5400000" flipH="1">
                  <a:off x="2926813" y="-681298"/>
                  <a:ext cx="140230" cy="128251"/>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1" name="Freeform 313">
                  <a:extLst>
                    <a:ext uri="{FF2B5EF4-FFF2-40B4-BE49-F238E27FC236}">
                      <a16:creationId xmlns:a16="http://schemas.microsoft.com/office/drawing/2014/main" xmlns="" id="{9E404834-548E-0740-4FF0-783E1C1D7040}"/>
                    </a:ext>
                  </a:extLst>
                </p:cNvPr>
                <p:cNvSpPr>
                  <a:spLocks noEditPoints="1"/>
                </p:cNvSpPr>
                <p:nvPr/>
              </p:nvSpPr>
              <p:spPr bwMode="gray">
                <a:xfrm rot="5400000" flipH="1">
                  <a:off x="2905322" y="-671079"/>
                  <a:ext cx="97246" cy="64829"/>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2" name="Freeform 314">
                  <a:extLst>
                    <a:ext uri="{FF2B5EF4-FFF2-40B4-BE49-F238E27FC236}">
                      <a16:creationId xmlns:a16="http://schemas.microsoft.com/office/drawing/2014/main" xmlns="" id="{144260D4-C844-02E6-2A0B-07F96225FCB0}"/>
                    </a:ext>
                  </a:extLst>
                </p:cNvPr>
                <p:cNvSpPr>
                  <a:spLocks noEditPoints="1"/>
                </p:cNvSpPr>
                <p:nvPr/>
              </p:nvSpPr>
              <p:spPr bwMode="gray">
                <a:xfrm rot="5400000" flipH="1">
                  <a:off x="3071624" y="-687288"/>
                  <a:ext cx="75401" cy="75401"/>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3" name="Rectangle 315">
                  <a:extLst>
                    <a:ext uri="{FF2B5EF4-FFF2-40B4-BE49-F238E27FC236}">
                      <a16:creationId xmlns:a16="http://schemas.microsoft.com/office/drawing/2014/main" xmlns="" id="{26B1E6AB-8B6A-C0CB-D668-FB170FA7332D}"/>
                    </a:ext>
                  </a:extLst>
                </p:cNvPr>
                <p:cNvSpPr>
                  <a:spLocks noChangeArrowheads="1"/>
                </p:cNvSpPr>
                <p:nvPr/>
              </p:nvSpPr>
              <p:spPr bwMode="gray">
                <a:xfrm rot="5400000" flipH="1">
                  <a:off x="3050130" y="-686936"/>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4" name="Rectangle 316">
                  <a:extLst>
                    <a:ext uri="{FF2B5EF4-FFF2-40B4-BE49-F238E27FC236}">
                      <a16:creationId xmlns:a16="http://schemas.microsoft.com/office/drawing/2014/main" xmlns="" id="{7C2D143C-AF82-9356-7006-EDC71FDF97F0}"/>
                    </a:ext>
                  </a:extLst>
                </p:cNvPr>
                <p:cNvSpPr>
                  <a:spLocks noChangeArrowheads="1"/>
                </p:cNvSpPr>
                <p:nvPr/>
              </p:nvSpPr>
              <p:spPr bwMode="gray">
                <a:xfrm rot="5400000" flipH="1">
                  <a:off x="3145968" y="-691166"/>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5" name="Rectangle 317">
                  <a:extLst>
                    <a:ext uri="{FF2B5EF4-FFF2-40B4-BE49-F238E27FC236}">
                      <a16:creationId xmlns:a16="http://schemas.microsoft.com/office/drawing/2014/main" xmlns="" id="{DD97687B-99C6-78DC-C002-5728DFA8A0AD}"/>
                    </a:ext>
                  </a:extLst>
                </p:cNvPr>
                <p:cNvSpPr>
                  <a:spLocks noChangeArrowheads="1"/>
                </p:cNvSpPr>
                <p:nvPr/>
              </p:nvSpPr>
              <p:spPr bwMode="gray">
                <a:xfrm rot="5400000" flipH="1">
                  <a:off x="3144558" y="-722874"/>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6" name="Rectangle 318">
                  <a:extLst>
                    <a:ext uri="{FF2B5EF4-FFF2-40B4-BE49-F238E27FC236}">
                      <a16:creationId xmlns:a16="http://schemas.microsoft.com/office/drawing/2014/main" xmlns="" id="{6301941D-4AAC-1816-51E9-35689AF27CAA}"/>
                    </a:ext>
                  </a:extLst>
                </p:cNvPr>
                <p:cNvSpPr>
                  <a:spLocks noChangeArrowheads="1"/>
                </p:cNvSpPr>
                <p:nvPr/>
              </p:nvSpPr>
              <p:spPr bwMode="gray">
                <a:xfrm rot="5400000" flipH="1">
                  <a:off x="2918004" y="-721112"/>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7" name="Rectangle 319">
                  <a:extLst>
                    <a:ext uri="{FF2B5EF4-FFF2-40B4-BE49-F238E27FC236}">
                      <a16:creationId xmlns:a16="http://schemas.microsoft.com/office/drawing/2014/main" xmlns="" id="{C889BBE1-762C-0B8B-5894-E079E98938A8}"/>
                    </a:ext>
                  </a:extLst>
                </p:cNvPr>
                <p:cNvSpPr>
                  <a:spLocks noChangeArrowheads="1"/>
                </p:cNvSpPr>
                <p:nvPr/>
              </p:nvSpPr>
              <p:spPr bwMode="gray">
                <a:xfrm rot="5400000" flipH="1">
                  <a:off x="2885942" y="-692573"/>
                  <a:ext cx="37348"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8" name="Rectangle 320">
                  <a:extLst>
                    <a:ext uri="{FF2B5EF4-FFF2-40B4-BE49-F238E27FC236}">
                      <a16:creationId xmlns:a16="http://schemas.microsoft.com/office/drawing/2014/main" xmlns="" id="{757275C3-4147-7832-6482-AFE4E94202A9}"/>
                    </a:ext>
                  </a:extLst>
                </p:cNvPr>
                <p:cNvSpPr>
                  <a:spLocks noChangeArrowheads="1"/>
                </p:cNvSpPr>
                <p:nvPr/>
              </p:nvSpPr>
              <p:spPr bwMode="gray">
                <a:xfrm rot="5400000" flipH="1">
                  <a:off x="2887351" y="-464260"/>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9" name="Rectangle 321">
                  <a:extLst>
                    <a:ext uri="{FF2B5EF4-FFF2-40B4-BE49-F238E27FC236}">
                      <a16:creationId xmlns:a16="http://schemas.microsoft.com/office/drawing/2014/main" xmlns="" id="{5D288888-81B1-A551-A1C7-D65C7DACC1D7}"/>
                    </a:ext>
                  </a:extLst>
                </p:cNvPr>
                <p:cNvSpPr>
                  <a:spLocks noChangeArrowheads="1"/>
                </p:cNvSpPr>
                <p:nvPr/>
              </p:nvSpPr>
              <p:spPr bwMode="gray">
                <a:xfrm rot="5400000" flipH="1">
                  <a:off x="2916242" y="-462145"/>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0" name="Rectangle 322">
                  <a:extLst>
                    <a:ext uri="{FF2B5EF4-FFF2-40B4-BE49-F238E27FC236}">
                      <a16:creationId xmlns:a16="http://schemas.microsoft.com/office/drawing/2014/main" xmlns="" id="{87A91E9E-8063-6FA2-1AFD-5872B898E185}"/>
                    </a:ext>
                  </a:extLst>
                </p:cNvPr>
                <p:cNvSpPr>
                  <a:spLocks noChangeArrowheads="1"/>
                </p:cNvSpPr>
                <p:nvPr/>
              </p:nvSpPr>
              <p:spPr bwMode="gray">
                <a:xfrm rot="5400000" flipH="1">
                  <a:off x="3142796" y="-460383"/>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1" name="Rectangle 323">
                  <a:extLst>
                    <a:ext uri="{FF2B5EF4-FFF2-40B4-BE49-F238E27FC236}">
                      <a16:creationId xmlns:a16="http://schemas.microsoft.com/office/drawing/2014/main" xmlns="" id="{3B38E621-A580-0839-1082-16CC0B634385}"/>
                    </a:ext>
                  </a:extLst>
                </p:cNvPr>
                <p:cNvSpPr>
                  <a:spLocks noChangeArrowheads="1"/>
                </p:cNvSpPr>
                <p:nvPr/>
              </p:nvSpPr>
              <p:spPr bwMode="gray">
                <a:xfrm rot="5400000" flipH="1">
                  <a:off x="3144206" y="-462498"/>
                  <a:ext cx="38053"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117" name="TextBox 116">
                <a:extLst>
                  <a:ext uri="{FF2B5EF4-FFF2-40B4-BE49-F238E27FC236}">
                    <a16:creationId xmlns:a16="http://schemas.microsoft.com/office/drawing/2014/main" xmlns="" id="{AEB43286-2C59-B376-5877-2A84C8CDF0F0}"/>
                  </a:ext>
                </a:extLst>
              </p:cNvPr>
              <p:cNvSpPr txBox="1"/>
              <p:nvPr/>
            </p:nvSpPr>
            <p:spPr bwMode="gray">
              <a:xfrm>
                <a:off x="7313684" y="4002790"/>
                <a:ext cx="735101" cy="546679"/>
              </a:xfrm>
              <a:prstGeom prst="wedgeRectCallout">
                <a:avLst>
                  <a:gd name="adj1" fmla="val 61554"/>
                  <a:gd name="adj2" fmla="val 46425"/>
                </a:avLst>
              </a:prstGeom>
              <a:solidFill>
                <a:schemeClr val="bg1">
                  <a:lumMod val="95000"/>
                </a:schemeClr>
              </a:solidFill>
              <a:ln>
                <a:solidFill>
                  <a:schemeClr val="bg1">
                    <a:lumMod val="75000"/>
                  </a:schemeClr>
                </a:solidFill>
              </a:ln>
            </p:spPr>
            <p:txBody>
              <a:bodyPr wrap="square" lIns="76200" tIns="45720" rIns="76200" bIns="4572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Calibri" panose="020F0502020204030204"/>
                    <a:ea typeface="+mn-ea"/>
                    <a:cs typeface="+mn-cs"/>
                  </a:rPr>
                  <a:t>You have received  Birr XX</a:t>
                </a:r>
              </a:p>
            </p:txBody>
          </p:sp>
          <p:sp>
            <p:nvSpPr>
              <p:cNvPr id="118" name="Freeform 625">
                <a:extLst>
                  <a:ext uri="{FF2B5EF4-FFF2-40B4-BE49-F238E27FC236}">
                    <a16:creationId xmlns:a16="http://schemas.microsoft.com/office/drawing/2014/main" xmlns="" id="{A6C6CC5F-7103-CCC0-87C3-96AA5AA3E597}"/>
                  </a:ext>
                </a:extLst>
              </p:cNvPr>
              <p:cNvSpPr>
                <a:spLocks/>
              </p:cNvSpPr>
              <p:nvPr/>
            </p:nvSpPr>
            <p:spPr bwMode="gray">
              <a:xfrm>
                <a:off x="8157467" y="4543394"/>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grpSp>
          <p:nvGrpSpPr>
            <p:cNvPr id="19" name="Group 18">
              <a:extLst>
                <a:ext uri="{FF2B5EF4-FFF2-40B4-BE49-F238E27FC236}">
                  <a16:creationId xmlns:a16="http://schemas.microsoft.com/office/drawing/2014/main" xmlns="" id="{F8FCFB98-B25A-4E7E-D919-8DD603CFA8E1}"/>
                </a:ext>
              </a:extLst>
            </p:cNvPr>
            <p:cNvGrpSpPr/>
            <p:nvPr/>
          </p:nvGrpSpPr>
          <p:grpSpPr>
            <a:xfrm>
              <a:off x="1086954" y="4084856"/>
              <a:ext cx="569816" cy="1255560"/>
              <a:chOff x="2498531" y="3881937"/>
              <a:chExt cx="674745" cy="1486768"/>
            </a:xfrm>
          </p:grpSpPr>
          <p:grpSp>
            <p:nvGrpSpPr>
              <p:cNvPr id="33" name="Group 32">
                <a:extLst>
                  <a:ext uri="{FF2B5EF4-FFF2-40B4-BE49-F238E27FC236}">
                    <a16:creationId xmlns:a16="http://schemas.microsoft.com/office/drawing/2014/main" xmlns="" id="{B48FC865-AC8F-3B1C-367C-CF83F8E63DDA}"/>
                  </a:ext>
                </a:extLst>
              </p:cNvPr>
              <p:cNvGrpSpPr/>
              <p:nvPr/>
            </p:nvGrpSpPr>
            <p:grpSpPr bwMode="gray">
              <a:xfrm>
                <a:off x="2498531" y="3881937"/>
                <a:ext cx="674745" cy="1486768"/>
                <a:chOff x="13245594" y="3448825"/>
                <a:chExt cx="367136" cy="808966"/>
              </a:xfrm>
            </p:grpSpPr>
            <p:sp>
              <p:nvSpPr>
                <p:cNvPr id="49" name="Freeform 273">
                  <a:extLst>
                    <a:ext uri="{FF2B5EF4-FFF2-40B4-BE49-F238E27FC236}">
                      <a16:creationId xmlns:a16="http://schemas.microsoft.com/office/drawing/2014/main" xmlns="" id="{BFCBCBC0-9595-EFE4-5907-A81C45200235}"/>
                    </a:ext>
                  </a:extLst>
                </p:cNvPr>
                <p:cNvSpPr>
                  <a:spLocks/>
                </p:cNvSpPr>
                <p:nvPr/>
              </p:nvSpPr>
              <p:spPr bwMode="gray">
                <a:xfrm rot="5400000" flipH="1">
                  <a:off x="13024679" y="3669740"/>
                  <a:ext cx="808966" cy="367136"/>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50" name="Oval 274">
                  <a:extLst>
                    <a:ext uri="{FF2B5EF4-FFF2-40B4-BE49-F238E27FC236}">
                      <a16:creationId xmlns:a16="http://schemas.microsoft.com/office/drawing/2014/main" xmlns="" id="{A428A654-7D1C-42BC-5366-72875E571BF7}"/>
                    </a:ext>
                  </a:extLst>
                </p:cNvPr>
                <p:cNvSpPr>
                  <a:spLocks noChangeArrowheads="1"/>
                </p:cNvSpPr>
                <p:nvPr/>
              </p:nvSpPr>
              <p:spPr bwMode="gray">
                <a:xfrm rot="5400000" flipH="1">
                  <a:off x="13395338" y="4151033"/>
                  <a:ext cx="68353" cy="69058"/>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51" name="Freeform 275">
                  <a:extLst>
                    <a:ext uri="{FF2B5EF4-FFF2-40B4-BE49-F238E27FC236}">
                      <a16:creationId xmlns:a16="http://schemas.microsoft.com/office/drawing/2014/main" xmlns="" id="{68D353CD-A4D2-9A65-04C8-572DFA3DA692}"/>
                    </a:ext>
                  </a:extLst>
                </p:cNvPr>
                <p:cNvSpPr>
                  <a:spLocks/>
                </p:cNvSpPr>
                <p:nvPr/>
              </p:nvSpPr>
              <p:spPr bwMode="gray">
                <a:xfrm rot="5400000" flipH="1">
                  <a:off x="13149406" y="3681721"/>
                  <a:ext cx="560216" cy="315693"/>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52" name="Freeform 280">
                  <a:extLst>
                    <a:ext uri="{FF2B5EF4-FFF2-40B4-BE49-F238E27FC236}">
                      <a16:creationId xmlns:a16="http://schemas.microsoft.com/office/drawing/2014/main" xmlns="" id="{EDFF4313-A864-8F1D-2B02-60FF5269530E}"/>
                    </a:ext>
                  </a:extLst>
                </p:cNvPr>
                <p:cNvSpPr>
                  <a:spLocks/>
                </p:cNvSpPr>
                <p:nvPr/>
              </p:nvSpPr>
              <p:spPr bwMode="gray">
                <a:xfrm rot="5400000" flipH="1">
                  <a:off x="13425287" y="3442483"/>
                  <a:ext cx="8457" cy="124022"/>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grpSp>
          <p:sp>
            <p:nvSpPr>
              <p:cNvPr id="34" name="Rectangle 33">
                <a:extLst>
                  <a:ext uri="{FF2B5EF4-FFF2-40B4-BE49-F238E27FC236}">
                    <a16:creationId xmlns:a16="http://schemas.microsoft.com/office/drawing/2014/main" xmlns="" id="{88F149AE-1DBD-8735-091C-ED9350B04958}"/>
                  </a:ext>
                </a:extLst>
              </p:cNvPr>
              <p:cNvSpPr/>
              <p:nvPr/>
            </p:nvSpPr>
            <p:spPr bwMode="gray">
              <a:xfrm>
                <a:off x="2618942"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xmlns="" id="{3DB614CC-29DE-2AA0-0F93-149FB607218D}"/>
                  </a:ext>
                </a:extLst>
              </p:cNvPr>
              <p:cNvSpPr/>
              <p:nvPr/>
            </p:nvSpPr>
            <p:spPr bwMode="gray">
              <a:xfrm>
                <a:off x="2733279"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xmlns="" id="{A335C7A5-73CD-A666-EA21-B196ACD7C6A3}"/>
                  </a:ext>
                </a:extLst>
              </p:cNvPr>
              <p:cNvSpPr/>
              <p:nvPr/>
            </p:nvSpPr>
            <p:spPr bwMode="gray">
              <a:xfrm>
                <a:off x="2847616"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pic>
            <p:nvPicPr>
              <p:cNvPr id="37" name="Picture 36">
                <a:extLst>
                  <a:ext uri="{FF2B5EF4-FFF2-40B4-BE49-F238E27FC236}">
                    <a16:creationId xmlns:a16="http://schemas.microsoft.com/office/drawing/2014/main" xmlns="" id="{52624ED1-2BF1-63DD-6444-4292C65898E9}"/>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bwMode="gray">
              <a:xfrm>
                <a:off x="2594084" y="4121262"/>
                <a:ext cx="523657" cy="119445"/>
              </a:xfrm>
              <a:prstGeom prst="rect">
                <a:avLst/>
              </a:prstGeom>
            </p:spPr>
          </p:pic>
          <p:sp>
            <p:nvSpPr>
              <p:cNvPr id="38" name="TextBox 37">
                <a:extLst>
                  <a:ext uri="{FF2B5EF4-FFF2-40B4-BE49-F238E27FC236}">
                    <a16:creationId xmlns:a16="http://schemas.microsoft.com/office/drawing/2014/main" xmlns="" id="{29E6C094-47DA-4DAE-3DA8-7D40880AD619}"/>
                  </a:ext>
                </a:extLst>
              </p:cNvPr>
              <p:cNvSpPr txBox="1"/>
              <p:nvPr/>
            </p:nvSpPr>
            <p:spPr>
              <a:xfrm>
                <a:off x="2564670" y="4091699"/>
                <a:ext cx="542466" cy="191338"/>
              </a:xfrm>
              <a:prstGeom prst="rect">
                <a:avLst/>
              </a:prstGeom>
              <a:solidFill>
                <a:srgbClr val="FEF9E6"/>
              </a:solidFill>
            </p:spPr>
            <p:txBody>
              <a:bodyPr vert="horz" wrap="square" lIns="27432" tIns="18288" rIns="18288" bIns="18288"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00" dirty="0"/>
                  <a:t>Please confirm you want to pay XX PKR to [Merchant XYZ] </a:t>
                </a:r>
              </a:p>
            </p:txBody>
          </p:sp>
          <p:sp>
            <p:nvSpPr>
              <p:cNvPr id="39" name="TextBox 38">
                <a:extLst>
                  <a:ext uri="{FF2B5EF4-FFF2-40B4-BE49-F238E27FC236}">
                    <a16:creationId xmlns:a16="http://schemas.microsoft.com/office/drawing/2014/main" xmlns="" id="{76F6D4E9-DCA3-8843-BB01-F7F71FF159A1}"/>
                  </a:ext>
                </a:extLst>
              </p:cNvPr>
              <p:cNvSpPr txBox="1"/>
              <p:nvPr/>
            </p:nvSpPr>
            <p:spPr>
              <a:xfrm>
                <a:off x="2564670" y="4283602"/>
                <a:ext cx="542466" cy="92935"/>
              </a:xfrm>
              <a:prstGeom prst="rect">
                <a:avLst/>
              </a:prstGeom>
              <a:solidFill>
                <a:srgbClr val="FEF9E6"/>
              </a:solidFill>
            </p:spPr>
            <p:txBody>
              <a:bodyPr vert="horz" wrap="square" lIns="27432" tIns="18288" rIns="18288" bIns="18288"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00" b="1" dirty="0"/>
                  <a:t>Please enter your PIN:</a:t>
                </a:r>
              </a:p>
            </p:txBody>
          </p:sp>
          <p:grpSp>
            <p:nvGrpSpPr>
              <p:cNvPr id="40" name="Group 39">
                <a:extLst>
                  <a:ext uri="{FF2B5EF4-FFF2-40B4-BE49-F238E27FC236}">
                    <a16:creationId xmlns:a16="http://schemas.microsoft.com/office/drawing/2014/main" xmlns="" id="{EA5C1FEA-D919-75D0-7E04-230C0507A791}"/>
                  </a:ext>
                </a:extLst>
              </p:cNvPr>
              <p:cNvGrpSpPr>
                <a:grpSpLocks/>
              </p:cNvGrpSpPr>
              <p:nvPr/>
            </p:nvGrpSpPr>
            <p:grpSpPr>
              <a:xfrm>
                <a:off x="2637874" y="4582136"/>
                <a:ext cx="179388" cy="76200"/>
                <a:chOff x="10831513" y="2003425"/>
                <a:chExt cx="179388" cy="76200"/>
              </a:xfrm>
              <a:solidFill>
                <a:srgbClr val="92D050"/>
              </a:solidFill>
            </p:grpSpPr>
            <p:sp>
              <p:nvSpPr>
                <p:cNvPr id="47" name="Rectangle 46">
                  <a:extLst>
                    <a:ext uri="{FF2B5EF4-FFF2-40B4-BE49-F238E27FC236}">
                      <a16:creationId xmlns:a16="http://schemas.microsoft.com/office/drawing/2014/main" xmlns="" id="{39E30CC1-91B3-CB82-D01A-F6BFE5761301}"/>
                    </a:ext>
                  </a:extLst>
                </p:cNvPr>
                <p:cNvSpPr>
                  <a:spLocks noChangeArrowheads="1"/>
                </p:cNvSpPr>
                <p:nvPr/>
              </p:nvSpPr>
              <p:spPr bwMode="auto">
                <a:xfrm>
                  <a:off x="10831513" y="2003425"/>
                  <a:ext cx="179388" cy="762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600" dirty="0"/>
                </a:p>
              </p:txBody>
            </p:sp>
            <p:sp>
              <p:nvSpPr>
                <p:cNvPr id="48" name="Rectangle 47">
                  <a:extLst>
                    <a:ext uri="{FF2B5EF4-FFF2-40B4-BE49-F238E27FC236}">
                      <a16:creationId xmlns:a16="http://schemas.microsoft.com/office/drawing/2014/main" xmlns="" id="{6CDB89C8-B55C-235C-F2E5-34E6840AF3B6}"/>
                    </a:ext>
                  </a:extLst>
                </p:cNvPr>
                <p:cNvSpPr>
                  <a:spLocks noChangeArrowheads="1"/>
                </p:cNvSpPr>
                <p:nvPr/>
              </p:nvSpPr>
              <p:spPr bwMode="auto">
                <a:xfrm>
                  <a:off x="10831513" y="2003425"/>
                  <a:ext cx="179388" cy="76200"/>
                </a:xfrm>
                <a:prstGeom prst="rect">
                  <a:avLst/>
                </a:prstGeom>
                <a:grp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600" dirty="0"/>
                </a:p>
              </p:txBody>
            </p:sp>
          </p:grpSp>
          <p:sp>
            <p:nvSpPr>
              <p:cNvPr id="41" name="Freeform 99">
                <a:extLst>
                  <a:ext uri="{FF2B5EF4-FFF2-40B4-BE49-F238E27FC236}">
                    <a16:creationId xmlns:a16="http://schemas.microsoft.com/office/drawing/2014/main" xmlns="" id="{2BF8967C-A6C6-BC26-B51D-31A72B7D2EA9}"/>
                  </a:ext>
                </a:extLst>
              </p:cNvPr>
              <p:cNvSpPr>
                <a:spLocks/>
              </p:cNvSpPr>
              <p:nvPr>
                <p:custDataLst>
                  <p:tags r:id="rId2"/>
                </p:custDataLst>
              </p:nvPr>
            </p:nvSpPr>
            <p:spPr bwMode="auto">
              <a:xfrm>
                <a:off x="2699978" y="4594062"/>
                <a:ext cx="55180" cy="52349"/>
              </a:xfrm>
              <a:custGeom>
                <a:avLst/>
                <a:gdLst>
                  <a:gd name="T0" fmla="*/ 3040 w 3040"/>
                  <a:gd name="T1" fmla="*/ 109 h 2884"/>
                  <a:gd name="T2" fmla="*/ 2860 w 3040"/>
                  <a:gd name="T3" fmla="*/ 256 h 2884"/>
                  <a:gd name="T4" fmla="*/ 2673 w 3040"/>
                  <a:gd name="T5" fmla="*/ 428 h 2884"/>
                  <a:gd name="T6" fmla="*/ 2479 w 3040"/>
                  <a:gd name="T7" fmla="*/ 627 h 2884"/>
                  <a:gd name="T8" fmla="*/ 2277 w 3040"/>
                  <a:gd name="T9" fmla="*/ 853 h 2884"/>
                  <a:gd name="T10" fmla="*/ 2067 w 3040"/>
                  <a:gd name="T11" fmla="*/ 1106 h 2884"/>
                  <a:gd name="T12" fmla="*/ 1926 w 3040"/>
                  <a:gd name="T13" fmla="*/ 1287 h 2884"/>
                  <a:gd name="T14" fmla="*/ 1727 w 3040"/>
                  <a:gd name="T15" fmla="*/ 1556 h 2884"/>
                  <a:gd name="T16" fmla="*/ 1546 w 3040"/>
                  <a:gd name="T17" fmla="*/ 1819 h 2884"/>
                  <a:gd name="T18" fmla="*/ 1385 w 3040"/>
                  <a:gd name="T19" fmla="*/ 2076 h 2884"/>
                  <a:gd name="T20" fmla="*/ 1243 w 3040"/>
                  <a:gd name="T21" fmla="*/ 2324 h 2884"/>
                  <a:gd name="T22" fmla="*/ 1120 w 3040"/>
                  <a:gd name="T23" fmla="*/ 2567 h 2884"/>
                  <a:gd name="T24" fmla="*/ 865 w 3040"/>
                  <a:gd name="T25" fmla="*/ 2741 h 2884"/>
                  <a:gd name="T26" fmla="*/ 704 w 3040"/>
                  <a:gd name="T27" fmla="*/ 2867 h 2884"/>
                  <a:gd name="T28" fmla="*/ 675 w 3040"/>
                  <a:gd name="T29" fmla="*/ 2856 h 2884"/>
                  <a:gd name="T30" fmla="*/ 603 w 3040"/>
                  <a:gd name="T31" fmla="*/ 2655 h 2884"/>
                  <a:gd name="T32" fmla="*/ 498 w 3040"/>
                  <a:gd name="T33" fmla="*/ 2404 h 2884"/>
                  <a:gd name="T34" fmla="*/ 401 w 3040"/>
                  <a:gd name="T35" fmla="*/ 2197 h 2884"/>
                  <a:gd name="T36" fmla="*/ 311 w 3040"/>
                  <a:gd name="T37" fmla="*/ 2034 h 2884"/>
                  <a:gd name="T38" fmla="*/ 253 w 3040"/>
                  <a:gd name="T39" fmla="*/ 1950 h 2884"/>
                  <a:gd name="T40" fmla="*/ 164 w 3040"/>
                  <a:gd name="T41" fmla="*/ 1855 h 2884"/>
                  <a:gd name="T42" fmla="*/ 69 w 3040"/>
                  <a:gd name="T43" fmla="*/ 1786 h 2884"/>
                  <a:gd name="T44" fmla="*/ 0 w 3040"/>
                  <a:gd name="T45" fmla="*/ 1757 h 2884"/>
                  <a:gd name="T46" fmla="*/ 87 w 3040"/>
                  <a:gd name="T47" fmla="*/ 1672 h 2884"/>
                  <a:gd name="T48" fmla="*/ 172 w 3040"/>
                  <a:gd name="T49" fmla="*/ 1605 h 2884"/>
                  <a:gd name="T50" fmla="*/ 254 w 3040"/>
                  <a:gd name="T51" fmla="*/ 1555 h 2884"/>
                  <a:gd name="T52" fmla="*/ 332 w 3040"/>
                  <a:gd name="T53" fmla="*/ 1523 h 2884"/>
                  <a:gd name="T54" fmla="*/ 409 w 3040"/>
                  <a:gd name="T55" fmla="*/ 1508 h 2884"/>
                  <a:gd name="T56" fmla="*/ 444 w 3040"/>
                  <a:gd name="T57" fmla="*/ 1507 h 2884"/>
                  <a:gd name="T58" fmla="*/ 476 w 3040"/>
                  <a:gd name="T59" fmla="*/ 1513 h 2884"/>
                  <a:gd name="T60" fmla="*/ 543 w 3040"/>
                  <a:gd name="T61" fmla="*/ 1551 h 2884"/>
                  <a:gd name="T62" fmla="*/ 612 w 3040"/>
                  <a:gd name="T63" fmla="*/ 1621 h 2884"/>
                  <a:gd name="T64" fmla="*/ 683 w 3040"/>
                  <a:gd name="T65" fmla="*/ 1723 h 2884"/>
                  <a:gd name="T66" fmla="*/ 757 w 3040"/>
                  <a:gd name="T67" fmla="*/ 1858 h 2884"/>
                  <a:gd name="T68" fmla="*/ 877 w 3040"/>
                  <a:gd name="T69" fmla="*/ 2117 h 2884"/>
                  <a:gd name="T70" fmla="*/ 973 w 3040"/>
                  <a:gd name="T71" fmla="*/ 1963 h 2884"/>
                  <a:gd name="T72" fmla="*/ 1129 w 3040"/>
                  <a:gd name="T73" fmla="*/ 1731 h 2884"/>
                  <a:gd name="T74" fmla="*/ 1299 w 3040"/>
                  <a:gd name="T75" fmla="*/ 1503 h 2884"/>
                  <a:gd name="T76" fmla="*/ 1485 w 3040"/>
                  <a:gd name="T77" fmla="*/ 1277 h 2884"/>
                  <a:gd name="T78" fmla="*/ 1685 w 3040"/>
                  <a:gd name="T79" fmla="*/ 1052 h 2884"/>
                  <a:gd name="T80" fmla="*/ 1828 w 3040"/>
                  <a:gd name="T81" fmla="*/ 904 h 2884"/>
                  <a:gd name="T82" fmla="*/ 2045 w 3040"/>
                  <a:gd name="T83" fmla="*/ 693 h 2884"/>
                  <a:gd name="T84" fmla="*/ 2260 w 3040"/>
                  <a:gd name="T85" fmla="*/ 502 h 2884"/>
                  <a:gd name="T86" fmla="*/ 2474 w 3040"/>
                  <a:gd name="T87" fmla="*/ 328 h 2884"/>
                  <a:gd name="T88" fmla="*/ 2685 w 3040"/>
                  <a:gd name="T89" fmla="*/ 175 h 2884"/>
                  <a:gd name="T90" fmla="*/ 2893 w 3040"/>
                  <a:gd name="T91" fmla="*/ 40 h 2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40" h="2884">
                    <a:moveTo>
                      <a:pt x="2963" y="0"/>
                    </a:moveTo>
                    <a:lnTo>
                      <a:pt x="3040" y="109"/>
                    </a:lnTo>
                    <a:lnTo>
                      <a:pt x="3040" y="109"/>
                    </a:lnTo>
                    <a:lnTo>
                      <a:pt x="2981" y="155"/>
                    </a:lnTo>
                    <a:lnTo>
                      <a:pt x="2922" y="203"/>
                    </a:lnTo>
                    <a:lnTo>
                      <a:pt x="2860" y="256"/>
                    </a:lnTo>
                    <a:lnTo>
                      <a:pt x="2799" y="309"/>
                    </a:lnTo>
                    <a:lnTo>
                      <a:pt x="2736" y="367"/>
                    </a:lnTo>
                    <a:lnTo>
                      <a:pt x="2673" y="428"/>
                    </a:lnTo>
                    <a:lnTo>
                      <a:pt x="2610" y="491"/>
                    </a:lnTo>
                    <a:lnTo>
                      <a:pt x="2545" y="557"/>
                    </a:lnTo>
                    <a:lnTo>
                      <a:pt x="2479" y="627"/>
                    </a:lnTo>
                    <a:lnTo>
                      <a:pt x="2413" y="699"/>
                    </a:lnTo>
                    <a:lnTo>
                      <a:pt x="2346" y="775"/>
                    </a:lnTo>
                    <a:lnTo>
                      <a:pt x="2277" y="853"/>
                    </a:lnTo>
                    <a:lnTo>
                      <a:pt x="2209" y="934"/>
                    </a:lnTo>
                    <a:lnTo>
                      <a:pt x="2139" y="1018"/>
                    </a:lnTo>
                    <a:lnTo>
                      <a:pt x="2067" y="1106"/>
                    </a:lnTo>
                    <a:lnTo>
                      <a:pt x="1996" y="1196"/>
                    </a:lnTo>
                    <a:lnTo>
                      <a:pt x="1996" y="1196"/>
                    </a:lnTo>
                    <a:lnTo>
                      <a:pt x="1926" y="1287"/>
                    </a:lnTo>
                    <a:lnTo>
                      <a:pt x="1858" y="1377"/>
                    </a:lnTo>
                    <a:lnTo>
                      <a:pt x="1790" y="1468"/>
                    </a:lnTo>
                    <a:lnTo>
                      <a:pt x="1727" y="1556"/>
                    </a:lnTo>
                    <a:lnTo>
                      <a:pt x="1664" y="1645"/>
                    </a:lnTo>
                    <a:lnTo>
                      <a:pt x="1605" y="1733"/>
                    </a:lnTo>
                    <a:lnTo>
                      <a:pt x="1546" y="1819"/>
                    </a:lnTo>
                    <a:lnTo>
                      <a:pt x="1490" y="1905"/>
                    </a:lnTo>
                    <a:lnTo>
                      <a:pt x="1437" y="1991"/>
                    </a:lnTo>
                    <a:lnTo>
                      <a:pt x="1385" y="2076"/>
                    </a:lnTo>
                    <a:lnTo>
                      <a:pt x="1336" y="2159"/>
                    </a:lnTo>
                    <a:lnTo>
                      <a:pt x="1289" y="2242"/>
                    </a:lnTo>
                    <a:lnTo>
                      <a:pt x="1243" y="2324"/>
                    </a:lnTo>
                    <a:lnTo>
                      <a:pt x="1200" y="2405"/>
                    </a:lnTo>
                    <a:lnTo>
                      <a:pt x="1160" y="2486"/>
                    </a:lnTo>
                    <a:lnTo>
                      <a:pt x="1120" y="2567"/>
                    </a:lnTo>
                    <a:lnTo>
                      <a:pt x="958" y="2676"/>
                    </a:lnTo>
                    <a:lnTo>
                      <a:pt x="958" y="2676"/>
                    </a:lnTo>
                    <a:lnTo>
                      <a:pt x="865" y="2741"/>
                    </a:lnTo>
                    <a:lnTo>
                      <a:pt x="788" y="2798"/>
                    </a:lnTo>
                    <a:lnTo>
                      <a:pt x="728" y="2845"/>
                    </a:lnTo>
                    <a:lnTo>
                      <a:pt x="704" y="2867"/>
                    </a:lnTo>
                    <a:lnTo>
                      <a:pt x="683" y="2884"/>
                    </a:lnTo>
                    <a:lnTo>
                      <a:pt x="683" y="2884"/>
                    </a:lnTo>
                    <a:lnTo>
                      <a:pt x="675" y="2856"/>
                    </a:lnTo>
                    <a:lnTo>
                      <a:pt x="666" y="2825"/>
                    </a:lnTo>
                    <a:lnTo>
                      <a:pt x="639" y="2748"/>
                    </a:lnTo>
                    <a:lnTo>
                      <a:pt x="603" y="2655"/>
                    </a:lnTo>
                    <a:lnTo>
                      <a:pt x="560" y="2546"/>
                    </a:lnTo>
                    <a:lnTo>
                      <a:pt x="498" y="2404"/>
                    </a:lnTo>
                    <a:lnTo>
                      <a:pt x="498" y="2404"/>
                    </a:lnTo>
                    <a:lnTo>
                      <a:pt x="465" y="2330"/>
                    </a:lnTo>
                    <a:lnTo>
                      <a:pt x="433" y="2261"/>
                    </a:lnTo>
                    <a:lnTo>
                      <a:pt x="401" y="2197"/>
                    </a:lnTo>
                    <a:lnTo>
                      <a:pt x="371" y="2137"/>
                    </a:lnTo>
                    <a:lnTo>
                      <a:pt x="340" y="2084"/>
                    </a:lnTo>
                    <a:lnTo>
                      <a:pt x="311" y="2034"/>
                    </a:lnTo>
                    <a:lnTo>
                      <a:pt x="281" y="1991"/>
                    </a:lnTo>
                    <a:lnTo>
                      <a:pt x="253" y="1950"/>
                    </a:lnTo>
                    <a:lnTo>
                      <a:pt x="253" y="1950"/>
                    </a:lnTo>
                    <a:lnTo>
                      <a:pt x="225" y="1915"/>
                    </a:lnTo>
                    <a:lnTo>
                      <a:pt x="195" y="1885"/>
                    </a:lnTo>
                    <a:lnTo>
                      <a:pt x="164" y="1855"/>
                    </a:lnTo>
                    <a:lnTo>
                      <a:pt x="133" y="1829"/>
                    </a:lnTo>
                    <a:lnTo>
                      <a:pt x="101" y="1807"/>
                    </a:lnTo>
                    <a:lnTo>
                      <a:pt x="69" y="1786"/>
                    </a:lnTo>
                    <a:lnTo>
                      <a:pt x="35" y="1770"/>
                    </a:lnTo>
                    <a:lnTo>
                      <a:pt x="0" y="1757"/>
                    </a:lnTo>
                    <a:lnTo>
                      <a:pt x="0" y="1757"/>
                    </a:lnTo>
                    <a:lnTo>
                      <a:pt x="30" y="1726"/>
                    </a:lnTo>
                    <a:lnTo>
                      <a:pt x="59" y="1698"/>
                    </a:lnTo>
                    <a:lnTo>
                      <a:pt x="87" y="1672"/>
                    </a:lnTo>
                    <a:lnTo>
                      <a:pt x="116" y="1646"/>
                    </a:lnTo>
                    <a:lnTo>
                      <a:pt x="144" y="1625"/>
                    </a:lnTo>
                    <a:lnTo>
                      <a:pt x="172" y="1605"/>
                    </a:lnTo>
                    <a:lnTo>
                      <a:pt x="199" y="1586"/>
                    </a:lnTo>
                    <a:lnTo>
                      <a:pt x="227" y="1568"/>
                    </a:lnTo>
                    <a:lnTo>
                      <a:pt x="254" y="1555"/>
                    </a:lnTo>
                    <a:lnTo>
                      <a:pt x="281" y="1542"/>
                    </a:lnTo>
                    <a:lnTo>
                      <a:pt x="307" y="1531"/>
                    </a:lnTo>
                    <a:lnTo>
                      <a:pt x="332" y="1523"/>
                    </a:lnTo>
                    <a:lnTo>
                      <a:pt x="359" y="1516"/>
                    </a:lnTo>
                    <a:lnTo>
                      <a:pt x="385" y="1511"/>
                    </a:lnTo>
                    <a:lnTo>
                      <a:pt x="409" y="1508"/>
                    </a:lnTo>
                    <a:lnTo>
                      <a:pt x="434" y="1507"/>
                    </a:lnTo>
                    <a:lnTo>
                      <a:pt x="434" y="1507"/>
                    </a:lnTo>
                    <a:lnTo>
                      <a:pt x="444" y="1507"/>
                    </a:lnTo>
                    <a:lnTo>
                      <a:pt x="455" y="1508"/>
                    </a:lnTo>
                    <a:lnTo>
                      <a:pt x="465" y="1511"/>
                    </a:lnTo>
                    <a:lnTo>
                      <a:pt x="476" y="1513"/>
                    </a:lnTo>
                    <a:lnTo>
                      <a:pt x="499" y="1523"/>
                    </a:lnTo>
                    <a:lnTo>
                      <a:pt x="521" y="1535"/>
                    </a:lnTo>
                    <a:lnTo>
                      <a:pt x="543" y="1551"/>
                    </a:lnTo>
                    <a:lnTo>
                      <a:pt x="566" y="1571"/>
                    </a:lnTo>
                    <a:lnTo>
                      <a:pt x="589" y="1594"/>
                    </a:lnTo>
                    <a:lnTo>
                      <a:pt x="612" y="1621"/>
                    </a:lnTo>
                    <a:lnTo>
                      <a:pt x="636" y="1652"/>
                    </a:lnTo>
                    <a:lnTo>
                      <a:pt x="659" y="1685"/>
                    </a:lnTo>
                    <a:lnTo>
                      <a:pt x="683" y="1723"/>
                    </a:lnTo>
                    <a:lnTo>
                      <a:pt x="708" y="1763"/>
                    </a:lnTo>
                    <a:lnTo>
                      <a:pt x="733" y="1809"/>
                    </a:lnTo>
                    <a:lnTo>
                      <a:pt x="757" y="1858"/>
                    </a:lnTo>
                    <a:lnTo>
                      <a:pt x="783" y="1909"/>
                    </a:lnTo>
                    <a:lnTo>
                      <a:pt x="808" y="1964"/>
                    </a:lnTo>
                    <a:lnTo>
                      <a:pt x="877" y="2117"/>
                    </a:lnTo>
                    <a:lnTo>
                      <a:pt x="877" y="2117"/>
                    </a:lnTo>
                    <a:lnTo>
                      <a:pt x="924" y="2039"/>
                    </a:lnTo>
                    <a:lnTo>
                      <a:pt x="973" y="1963"/>
                    </a:lnTo>
                    <a:lnTo>
                      <a:pt x="1024" y="1885"/>
                    </a:lnTo>
                    <a:lnTo>
                      <a:pt x="1075" y="1808"/>
                    </a:lnTo>
                    <a:lnTo>
                      <a:pt x="1129" y="1731"/>
                    </a:lnTo>
                    <a:lnTo>
                      <a:pt x="1184" y="1655"/>
                    </a:lnTo>
                    <a:lnTo>
                      <a:pt x="1242" y="1578"/>
                    </a:lnTo>
                    <a:lnTo>
                      <a:pt x="1299" y="1503"/>
                    </a:lnTo>
                    <a:lnTo>
                      <a:pt x="1360" y="1427"/>
                    </a:lnTo>
                    <a:lnTo>
                      <a:pt x="1422" y="1351"/>
                    </a:lnTo>
                    <a:lnTo>
                      <a:pt x="1485" y="1277"/>
                    </a:lnTo>
                    <a:lnTo>
                      <a:pt x="1551" y="1201"/>
                    </a:lnTo>
                    <a:lnTo>
                      <a:pt x="1618" y="1127"/>
                    </a:lnTo>
                    <a:lnTo>
                      <a:pt x="1685" y="1052"/>
                    </a:lnTo>
                    <a:lnTo>
                      <a:pt x="1757" y="978"/>
                    </a:lnTo>
                    <a:lnTo>
                      <a:pt x="1828" y="904"/>
                    </a:lnTo>
                    <a:lnTo>
                      <a:pt x="1828" y="904"/>
                    </a:lnTo>
                    <a:lnTo>
                      <a:pt x="1901" y="831"/>
                    </a:lnTo>
                    <a:lnTo>
                      <a:pt x="1973" y="761"/>
                    </a:lnTo>
                    <a:lnTo>
                      <a:pt x="2045" y="693"/>
                    </a:lnTo>
                    <a:lnTo>
                      <a:pt x="2117" y="627"/>
                    </a:lnTo>
                    <a:lnTo>
                      <a:pt x="2189" y="564"/>
                    </a:lnTo>
                    <a:lnTo>
                      <a:pt x="2260" y="502"/>
                    </a:lnTo>
                    <a:lnTo>
                      <a:pt x="2331" y="441"/>
                    </a:lnTo>
                    <a:lnTo>
                      <a:pt x="2402" y="383"/>
                    </a:lnTo>
                    <a:lnTo>
                      <a:pt x="2474" y="328"/>
                    </a:lnTo>
                    <a:lnTo>
                      <a:pt x="2544" y="274"/>
                    </a:lnTo>
                    <a:lnTo>
                      <a:pt x="2614" y="223"/>
                    </a:lnTo>
                    <a:lnTo>
                      <a:pt x="2685" y="175"/>
                    </a:lnTo>
                    <a:lnTo>
                      <a:pt x="2755" y="128"/>
                    </a:lnTo>
                    <a:lnTo>
                      <a:pt x="2825" y="83"/>
                    </a:lnTo>
                    <a:lnTo>
                      <a:pt x="2893" y="40"/>
                    </a:lnTo>
                    <a:lnTo>
                      <a:pt x="2963" y="0"/>
                    </a:lnTo>
                    <a:lnTo>
                      <a:pt x="2963" y="0"/>
                    </a:lnTo>
                    <a:close/>
                  </a:path>
                </a:pathLst>
              </a:custGeom>
              <a:solidFill>
                <a:schemeClr val="bg1"/>
              </a:solidFill>
              <a:ln>
                <a:noFill/>
              </a:ln>
            </p:spPr>
            <p:txBody>
              <a:bodyPr vert="horz" wrap="square" lIns="93297" tIns="46649" rIns="93297" bIns="46649" numCol="1" anchor="t" anchorCtr="0" compatLnSpc="1">
                <a:prstTxWarp prst="textNoShape">
                  <a:avLst/>
                </a:prstTxWarp>
              </a:bodyPr>
              <a:lstStyle/>
              <a:p>
                <a:endParaRPr lang="en-US" dirty="0"/>
              </a:p>
            </p:txBody>
          </p:sp>
          <p:sp>
            <p:nvSpPr>
              <p:cNvPr id="42" name="Rectangle 41">
                <a:extLst>
                  <a:ext uri="{FF2B5EF4-FFF2-40B4-BE49-F238E27FC236}">
                    <a16:creationId xmlns:a16="http://schemas.microsoft.com/office/drawing/2014/main" xmlns="" id="{C9F9C76B-CBE3-9D2C-CE91-A21F0B0B6E5C}"/>
                  </a:ext>
                </a:extLst>
              </p:cNvPr>
              <p:cNvSpPr>
                <a:spLocks noChangeArrowheads="1"/>
              </p:cNvSpPr>
              <p:nvPr/>
            </p:nvSpPr>
            <p:spPr bwMode="auto">
              <a:xfrm>
                <a:off x="2852269" y="4582136"/>
                <a:ext cx="179388" cy="76200"/>
              </a:xfrm>
              <a:prstGeom prst="rect">
                <a:avLst/>
              </a:prstGeom>
              <a:solidFill>
                <a:srgbClr val="BFBFBF"/>
              </a:solidFill>
              <a:ln w="9525">
                <a:noFill/>
                <a:miter lim="800000"/>
                <a:headEnd/>
                <a:tailEnd/>
              </a:ln>
            </p:spPr>
            <p:txBody>
              <a:bodyPr vert="horz" wrap="square" lIns="91440" tIns="45720" rIns="91440" bIns="45720" numCol="1" anchor="t" anchorCtr="0" compatLnSpc="1">
                <a:prstTxWarp prst="textNoShape">
                  <a:avLst/>
                </a:prstTxWarp>
                <a:noAutofit/>
              </a:bodyPr>
              <a:lstStyle/>
              <a:p>
                <a:endParaRPr lang="en-US" sz="1600" dirty="0"/>
              </a:p>
            </p:txBody>
          </p:sp>
          <p:sp>
            <p:nvSpPr>
              <p:cNvPr id="43" name="Rectangle 42">
                <a:extLst>
                  <a:ext uri="{FF2B5EF4-FFF2-40B4-BE49-F238E27FC236}">
                    <a16:creationId xmlns:a16="http://schemas.microsoft.com/office/drawing/2014/main" xmlns="" id="{554EECFC-C10C-E194-FBC5-0959D4069A6E}"/>
                  </a:ext>
                </a:extLst>
              </p:cNvPr>
              <p:cNvSpPr>
                <a:spLocks noChangeArrowheads="1"/>
              </p:cNvSpPr>
              <p:nvPr/>
            </p:nvSpPr>
            <p:spPr bwMode="auto">
              <a:xfrm>
                <a:off x="2852269" y="4580716"/>
                <a:ext cx="179388" cy="76200"/>
              </a:xfrm>
              <a:prstGeom prst="rect">
                <a:avLst/>
              </a:prstGeom>
              <a:noFill/>
              <a:ln w="3175" cap="flat">
                <a:solidFill>
                  <a:srgbClr val="BFBFB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dirty="0"/>
              </a:p>
            </p:txBody>
          </p:sp>
          <p:sp>
            <p:nvSpPr>
              <p:cNvPr id="44" name="Freeform 103">
                <a:extLst>
                  <a:ext uri="{FF2B5EF4-FFF2-40B4-BE49-F238E27FC236}">
                    <a16:creationId xmlns:a16="http://schemas.microsoft.com/office/drawing/2014/main" xmlns="" id="{52BB382D-78BE-D862-AF19-DD59B71C722D}"/>
                  </a:ext>
                </a:extLst>
              </p:cNvPr>
              <p:cNvSpPr>
                <a:spLocks/>
              </p:cNvSpPr>
              <p:nvPr>
                <p:custDataLst>
                  <p:tags r:id="rId3"/>
                </p:custDataLst>
              </p:nvPr>
            </p:nvSpPr>
            <p:spPr bwMode="auto">
              <a:xfrm>
                <a:off x="2914373" y="4592642"/>
                <a:ext cx="55180" cy="52349"/>
              </a:xfrm>
              <a:custGeom>
                <a:avLst/>
                <a:gdLst>
                  <a:gd name="T0" fmla="*/ 1326 w 2880"/>
                  <a:gd name="T1" fmla="*/ 2079 h 2674"/>
                  <a:gd name="T2" fmla="*/ 1118 w 2880"/>
                  <a:gd name="T3" fmla="*/ 2354 h 2674"/>
                  <a:gd name="T4" fmla="*/ 929 w 2880"/>
                  <a:gd name="T5" fmla="*/ 2544 h 2674"/>
                  <a:gd name="T6" fmla="*/ 780 w 2880"/>
                  <a:gd name="T7" fmla="*/ 2642 h 2674"/>
                  <a:gd name="T8" fmla="*/ 702 w 2880"/>
                  <a:gd name="T9" fmla="*/ 2669 h 2674"/>
                  <a:gd name="T10" fmla="*/ 648 w 2880"/>
                  <a:gd name="T11" fmla="*/ 2674 h 2674"/>
                  <a:gd name="T12" fmla="*/ 484 w 2880"/>
                  <a:gd name="T13" fmla="*/ 2641 h 2674"/>
                  <a:gd name="T14" fmla="*/ 320 w 2880"/>
                  <a:gd name="T15" fmla="*/ 2540 h 2674"/>
                  <a:gd name="T16" fmla="*/ 160 w 2880"/>
                  <a:gd name="T17" fmla="*/ 2371 h 2674"/>
                  <a:gd name="T18" fmla="*/ 0 w 2880"/>
                  <a:gd name="T19" fmla="*/ 2136 h 2674"/>
                  <a:gd name="T20" fmla="*/ 86 w 2880"/>
                  <a:gd name="T21" fmla="*/ 2139 h 2674"/>
                  <a:gd name="T22" fmla="*/ 206 w 2880"/>
                  <a:gd name="T23" fmla="*/ 2120 h 2674"/>
                  <a:gd name="T24" fmla="*/ 408 w 2880"/>
                  <a:gd name="T25" fmla="*/ 2030 h 2674"/>
                  <a:gd name="T26" fmla="*/ 620 w 2880"/>
                  <a:gd name="T27" fmla="*/ 1868 h 2674"/>
                  <a:gd name="T28" fmla="*/ 843 w 2880"/>
                  <a:gd name="T29" fmla="*/ 1638 h 2674"/>
                  <a:gd name="T30" fmla="*/ 877 w 2880"/>
                  <a:gd name="T31" fmla="*/ 1362 h 2674"/>
                  <a:gd name="T32" fmla="*/ 694 w 2880"/>
                  <a:gd name="T33" fmla="*/ 1147 h 2674"/>
                  <a:gd name="T34" fmla="*/ 563 w 2880"/>
                  <a:gd name="T35" fmla="*/ 948 h 2674"/>
                  <a:gd name="T36" fmla="*/ 484 w 2880"/>
                  <a:gd name="T37" fmla="*/ 767 h 2674"/>
                  <a:gd name="T38" fmla="*/ 458 w 2880"/>
                  <a:gd name="T39" fmla="*/ 602 h 2674"/>
                  <a:gd name="T40" fmla="*/ 474 w 2880"/>
                  <a:gd name="T41" fmla="*/ 503 h 2674"/>
                  <a:gd name="T42" fmla="*/ 546 w 2880"/>
                  <a:gd name="T43" fmla="*/ 361 h 2674"/>
                  <a:gd name="T44" fmla="*/ 674 w 2880"/>
                  <a:gd name="T45" fmla="*/ 208 h 2674"/>
                  <a:gd name="T46" fmla="*/ 861 w 2880"/>
                  <a:gd name="T47" fmla="*/ 42 h 2674"/>
                  <a:gd name="T48" fmla="*/ 938 w 2880"/>
                  <a:gd name="T49" fmla="*/ 111 h 2674"/>
                  <a:gd name="T50" fmla="*/ 1003 w 2880"/>
                  <a:gd name="T51" fmla="*/ 331 h 2674"/>
                  <a:gd name="T52" fmla="*/ 1102 w 2880"/>
                  <a:gd name="T53" fmla="*/ 547 h 2674"/>
                  <a:gd name="T54" fmla="*/ 1232 w 2880"/>
                  <a:gd name="T55" fmla="*/ 760 h 2674"/>
                  <a:gd name="T56" fmla="*/ 1465 w 2880"/>
                  <a:gd name="T57" fmla="*/ 887 h 2674"/>
                  <a:gd name="T58" fmla="*/ 1641 w 2880"/>
                  <a:gd name="T59" fmla="*/ 679 h 2674"/>
                  <a:gd name="T60" fmla="*/ 1866 w 2880"/>
                  <a:gd name="T61" fmla="*/ 468 h 2674"/>
                  <a:gd name="T62" fmla="*/ 2081 w 2880"/>
                  <a:gd name="T63" fmla="*/ 334 h 2674"/>
                  <a:gd name="T64" fmla="*/ 2209 w 2880"/>
                  <a:gd name="T65" fmla="*/ 289 h 2674"/>
                  <a:gd name="T66" fmla="*/ 2308 w 2880"/>
                  <a:gd name="T67" fmla="*/ 274 h 2674"/>
                  <a:gd name="T68" fmla="*/ 2406 w 2880"/>
                  <a:gd name="T69" fmla="*/ 281 h 2674"/>
                  <a:gd name="T70" fmla="*/ 2540 w 2880"/>
                  <a:gd name="T71" fmla="*/ 340 h 2674"/>
                  <a:gd name="T72" fmla="*/ 2655 w 2880"/>
                  <a:gd name="T73" fmla="*/ 456 h 2674"/>
                  <a:gd name="T74" fmla="*/ 2751 w 2880"/>
                  <a:gd name="T75" fmla="*/ 630 h 2674"/>
                  <a:gd name="T76" fmla="*/ 2755 w 2880"/>
                  <a:gd name="T77" fmla="*/ 734 h 2674"/>
                  <a:gd name="T78" fmla="*/ 2692 w 2880"/>
                  <a:gd name="T79" fmla="*/ 735 h 2674"/>
                  <a:gd name="T80" fmla="*/ 2609 w 2880"/>
                  <a:gd name="T81" fmla="*/ 758 h 2674"/>
                  <a:gd name="T82" fmla="*/ 2401 w 2880"/>
                  <a:gd name="T83" fmla="*/ 873 h 2674"/>
                  <a:gd name="T84" fmla="*/ 2222 w 2880"/>
                  <a:gd name="T85" fmla="*/ 1012 h 2674"/>
                  <a:gd name="T86" fmla="*/ 2010 w 2880"/>
                  <a:gd name="T87" fmla="*/ 1221 h 2674"/>
                  <a:gd name="T88" fmla="*/ 1917 w 2880"/>
                  <a:gd name="T89" fmla="*/ 1531 h 2674"/>
                  <a:gd name="T90" fmla="*/ 2091 w 2880"/>
                  <a:gd name="T91" fmla="*/ 1682 h 2674"/>
                  <a:gd name="T92" fmla="*/ 2329 w 2880"/>
                  <a:gd name="T93" fmla="*/ 1837 h 2674"/>
                  <a:gd name="T94" fmla="*/ 2570 w 2880"/>
                  <a:gd name="T95" fmla="*/ 1933 h 2674"/>
                  <a:gd name="T96" fmla="*/ 2817 w 2880"/>
                  <a:gd name="T97" fmla="*/ 1976 h 2674"/>
                  <a:gd name="T98" fmla="*/ 2813 w 2880"/>
                  <a:gd name="T99" fmla="*/ 2104 h 2674"/>
                  <a:gd name="T100" fmla="*/ 2674 w 2880"/>
                  <a:gd name="T101" fmla="*/ 2308 h 2674"/>
                  <a:gd name="T102" fmla="*/ 2535 w 2880"/>
                  <a:gd name="T103" fmla="*/ 2444 h 2674"/>
                  <a:gd name="T104" fmla="*/ 2391 w 2880"/>
                  <a:gd name="T105" fmla="*/ 2510 h 2674"/>
                  <a:gd name="T106" fmla="*/ 2318 w 2880"/>
                  <a:gd name="T107" fmla="*/ 2519 h 2674"/>
                  <a:gd name="T108" fmla="*/ 2172 w 2880"/>
                  <a:gd name="T109" fmla="*/ 2491 h 2674"/>
                  <a:gd name="T110" fmla="*/ 1996 w 2880"/>
                  <a:gd name="T111" fmla="*/ 2403 h 2674"/>
                  <a:gd name="T112" fmla="*/ 1790 w 2880"/>
                  <a:gd name="T113" fmla="*/ 2259 h 2674"/>
                  <a:gd name="T114" fmla="*/ 1556 w 2880"/>
                  <a:gd name="T115" fmla="*/ 2057 h 2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80" h="2674">
                    <a:moveTo>
                      <a:pt x="1424" y="1937"/>
                    </a:moveTo>
                    <a:lnTo>
                      <a:pt x="1382" y="1997"/>
                    </a:lnTo>
                    <a:lnTo>
                      <a:pt x="1382" y="1997"/>
                    </a:lnTo>
                    <a:lnTo>
                      <a:pt x="1326" y="2079"/>
                    </a:lnTo>
                    <a:lnTo>
                      <a:pt x="1273" y="2157"/>
                    </a:lnTo>
                    <a:lnTo>
                      <a:pt x="1220" y="2227"/>
                    </a:lnTo>
                    <a:lnTo>
                      <a:pt x="1167" y="2294"/>
                    </a:lnTo>
                    <a:lnTo>
                      <a:pt x="1118" y="2354"/>
                    </a:lnTo>
                    <a:lnTo>
                      <a:pt x="1069" y="2410"/>
                    </a:lnTo>
                    <a:lnTo>
                      <a:pt x="1021" y="2459"/>
                    </a:lnTo>
                    <a:lnTo>
                      <a:pt x="973" y="2505"/>
                    </a:lnTo>
                    <a:lnTo>
                      <a:pt x="929" y="2544"/>
                    </a:lnTo>
                    <a:lnTo>
                      <a:pt x="885" y="2579"/>
                    </a:lnTo>
                    <a:lnTo>
                      <a:pt x="843" y="2607"/>
                    </a:lnTo>
                    <a:lnTo>
                      <a:pt x="801" y="2632"/>
                    </a:lnTo>
                    <a:lnTo>
                      <a:pt x="780" y="2642"/>
                    </a:lnTo>
                    <a:lnTo>
                      <a:pt x="760" y="2649"/>
                    </a:lnTo>
                    <a:lnTo>
                      <a:pt x="741" y="2658"/>
                    </a:lnTo>
                    <a:lnTo>
                      <a:pt x="722" y="2663"/>
                    </a:lnTo>
                    <a:lnTo>
                      <a:pt x="702" y="2669"/>
                    </a:lnTo>
                    <a:lnTo>
                      <a:pt x="685" y="2670"/>
                    </a:lnTo>
                    <a:lnTo>
                      <a:pt x="665" y="2674"/>
                    </a:lnTo>
                    <a:lnTo>
                      <a:pt x="648" y="2674"/>
                    </a:lnTo>
                    <a:lnTo>
                      <a:pt x="648" y="2674"/>
                    </a:lnTo>
                    <a:lnTo>
                      <a:pt x="606" y="2672"/>
                    </a:lnTo>
                    <a:lnTo>
                      <a:pt x="565" y="2665"/>
                    </a:lnTo>
                    <a:lnTo>
                      <a:pt x="525" y="2655"/>
                    </a:lnTo>
                    <a:lnTo>
                      <a:pt x="484" y="2641"/>
                    </a:lnTo>
                    <a:lnTo>
                      <a:pt x="444" y="2621"/>
                    </a:lnTo>
                    <a:lnTo>
                      <a:pt x="401" y="2598"/>
                    </a:lnTo>
                    <a:lnTo>
                      <a:pt x="361" y="2572"/>
                    </a:lnTo>
                    <a:lnTo>
                      <a:pt x="320" y="2540"/>
                    </a:lnTo>
                    <a:lnTo>
                      <a:pt x="280" y="2503"/>
                    </a:lnTo>
                    <a:lnTo>
                      <a:pt x="239" y="2465"/>
                    </a:lnTo>
                    <a:lnTo>
                      <a:pt x="201" y="2421"/>
                    </a:lnTo>
                    <a:lnTo>
                      <a:pt x="160" y="2371"/>
                    </a:lnTo>
                    <a:lnTo>
                      <a:pt x="120" y="2319"/>
                    </a:lnTo>
                    <a:lnTo>
                      <a:pt x="79" y="2262"/>
                    </a:lnTo>
                    <a:lnTo>
                      <a:pt x="40" y="2201"/>
                    </a:lnTo>
                    <a:lnTo>
                      <a:pt x="0" y="2136"/>
                    </a:lnTo>
                    <a:lnTo>
                      <a:pt x="0" y="2136"/>
                    </a:lnTo>
                    <a:lnTo>
                      <a:pt x="63" y="2139"/>
                    </a:lnTo>
                    <a:lnTo>
                      <a:pt x="63" y="2139"/>
                    </a:lnTo>
                    <a:lnTo>
                      <a:pt x="86" y="2139"/>
                    </a:lnTo>
                    <a:lnTo>
                      <a:pt x="111" y="2137"/>
                    </a:lnTo>
                    <a:lnTo>
                      <a:pt x="134" y="2134"/>
                    </a:lnTo>
                    <a:lnTo>
                      <a:pt x="158" y="2130"/>
                    </a:lnTo>
                    <a:lnTo>
                      <a:pt x="206" y="2120"/>
                    </a:lnTo>
                    <a:lnTo>
                      <a:pt x="255" y="2104"/>
                    </a:lnTo>
                    <a:lnTo>
                      <a:pt x="306" y="2083"/>
                    </a:lnTo>
                    <a:lnTo>
                      <a:pt x="357" y="2058"/>
                    </a:lnTo>
                    <a:lnTo>
                      <a:pt x="408" y="2030"/>
                    </a:lnTo>
                    <a:lnTo>
                      <a:pt x="459" y="1997"/>
                    </a:lnTo>
                    <a:lnTo>
                      <a:pt x="512" y="1958"/>
                    </a:lnTo>
                    <a:lnTo>
                      <a:pt x="565" y="1916"/>
                    </a:lnTo>
                    <a:lnTo>
                      <a:pt x="620" y="1868"/>
                    </a:lnTo>
                    <a:lnTo>
                      <a:pt x="674" y="1817"/>
                    </a:lnTo>
                    <a:lnTo>
                      <a:pt x="731" y="1763"/>
                    </a:lnTo>
                    <a:lnTo>
                      <a:pt x="785" y="1701"/>
                    </a:lnTo>
                    <a:lnTo>
                      <a:pt x="843" y="1638"/>
                    </a:lnTo>
                    <a:lnTo>
                      <a:pt x="900" y="1567"/>
                    </a:lnTo>
                    <a:lnTo>
                      <a:pt x="977" y="1471"/>
                    </a:lnTo>
                    <a:lnTo>
                      <a:pt x="877" y="1362"/>
                    </a:lnTo>
                    <a:lnTo>
                      <a:pt x="877" y="1362"/>
                    </a:lnTo>
                    <a:lnTo>
                      <a:pt x="827" y="1307"/>
                    </a:lnTo>
                    <a:lnTo>
                      <a:pt x="778" y="1253"/>
                    </a:lnTo>
                    <a:lnTo>
                      <a:pt x="734" y="1198"/>
                    </a:lnTo>
                    <a:lnTo>
                      <a:pt x="694" y="1147"/>
                    </a:lnTo>
                    <a:lnTo>
                      <a:pt x="657" y="1096"/>
                    </a:lnTo>
                    <a:lnTo>
                      <a:pt x="621" y="1045"/>
                    </a:lnTo>
                    <a:lnTo>
                      <a:pt x="590" y="996"/>
                    </a:lnTo>
                    <a:lnTo>
                      <a:pt x="563" y="948"/>
                    </a:lnTo>
                    <a:lnTo>
                      <a:pt x="539" y="901"/>
                    </a:lnTo>
                    <a:lnTo>
                      <a:pt x="518" y="855"/>
                    </a:lnTo>
                    <a:lnTo>
                      <a:pt x="498" y="811"/>
                    </a:lnTo>
                    <a:lnTo>
                      <a:pt x="484" y="767"/>
                    </a:lnTo>
                    <a:lnTo>
                      <a:pt x="472" y="723"/>
                    </a:lnTo>
                    <a:lnTo>
                      <a:pt x="465" y="683"/>
                    </a:lnTo>
                    <a:lnTo>
                      <a:pt x="459" y="642"/>
                    </a:lnTo>
                    <a:lnTo>
                      <a:pt x="458" y="602"/>
                    </a:lnTo>
                    <a:lnTo>
                      <a:pt x="458" y="602"/>
                    </a:lnTo>
                    <a:lnTo>
                      <a:pt x="459" y="570"/>
                    </a:lnTo>
                    <a:lnTo>
                      <a:pt x="465" y="537"/>
                    </a:lnTo>
                    <a:lnTo>
                      <a:pt x="474" y="503"/>
                    </a:lnTo>
                    <a:lnTo>
                      <a:pt x="486" y="468"/>
                    </a:lnTo>
                    <a:lnTo>
                      <a:pt x="502" y="433"/>
                    </a:lnTo>
                    <a:lnTo>
                      <a:pt x="523" y="398"/>
                    </a:lnTo>
                    <a:lnTo>
                      <a:pt x="546" y="361"/>
                    </a:lnTo>
                    <a:lnTo>
                      <a:pt x="572" y="324"/>
                    </a:lnTo>
                    <a:lnTo>
                      <a:pt x="604" y="287"/>
                    </a:lnTo>
                    <a:lnTo>
                      <a:pt x="637" y="248"/>
                    </a:lnTo>
                    <a:lnTo>
                      <a:pt x="674" y="208"/>
                    </a:lnTo>
                    <a:lnTo>
                      <a:pt x="716" y="167"/>
                    </a:lnTo>
                    <a:lnTo>
                      <a:pt x="760" y="127"/>
                    </a:lnTo>
                    <a:lnTo>
                      <a:pt x="810" y="84"/>
                    </a:lnTo>
                    <a:lnTo>
                      <a:pt x="861" y="42"/>
                    </a:lnTo>
                    <a:lnTo>
                      <a:pt x="917" y="0"/>
                    </a:lnTo>
                    <a:lnTo>
                      <a:pt x="917" y="0"/>
                    </a:lnTo>
                    <a:lnTo>
                      <a:pt x="926" y="56"/>
                    </a:lnTo>
                    <a:lnTo>
                      <a:pt x="938" y="111"/>
                    </a:lnTo>
                    <a:lnTo>
                      <a:pt x="951" y="165"/>
                    </a:lnTo>
                    <a:lnTo>
                      <a:pt x="966" y="222"/>
                    </a:lnTo>
                    <a:lnTo>
                      <a:pt x="984" y="276"/>
                    </a:lnTo>
                    <a:lnTo>
                      <a:pt x="1003" y="331"/>
                    </a:lnTo>
                    <a:lnTo>
                      <a:pt x="1025" y="385"/>
                    </a:lnTo>
                    <a:lnTo>
                      <a:pt x="1047" y="438"/>
                    </a:lnTo>
                    <a:lnTo>
                      <a:pt x="1074" y="493"/>
                    </a:lnTo>
                    <a:lnTo>
                      <a:pt x="1102" y="547"/>
                    </a:lnTo>
                    <a:lnTo>
                      <a:pt x="1130" y="600"/>
                    </a:lnTo>
                    <a:lnTo>
                      <a:pt x="1162" y="654"/>
                    </a:lnTo>
                    <a:lnTo>
                      <a:pt x="1197" y="707"/>
                    </a:lnTo>
                    <a:lnTo>
                      <a:pt x="1232" y="760"/>
                    </a:lnTo>
                    <a:lnTo>
                      <a:pt x="1269" y="813"/>
                    </a:lnTo>
                    <a:lnTo>
                      <a:pt x="1310" y="866"/>
                    </a:lnTo>
                    <a:lnTo>
                      <a:pt x="1396" y="975"/>
                    </a:lnTo>
                    <a:lnTo>
                      <a:pt x="1465" y="887"/>
                    </a:lnTo>
                    <a:lnTo>
                      <a:pt x="1465" y="887"/>
                    </a:lnTo>
                    <a:lnTo>
                      <a:pt x="1524" y="813"/>
                    </a:lnTo>
                    <a:lnTo>
                      <a:pt x="1583" y="742"/>
                    </a:lnTo>
                    <a:lnTo>
                      <a:pt x="1641" y="679"/>
                    </a:lnTo>
                    <a:lnTo>
                      <a:pt x="1699" y="619"/>
                    </a:lnTo>
                    <a:lnTo>
                      <a:pt x="1755" y="563"/>
                    </a:lnTo>
                    <a:lnTo>
                      <a:pt x="1811" y="514"/>
                    </a:lnTo>
                    <a:lnTo>
                      <a:pt x="1866" y="468"/>
                    </a:lnTo>
                    <a:lnTo>
                      <a:pt x="1921" y="427"/>
                    </a:lnTo>
                    <a:lnTo>
                      <a:pt x="1975" y="392"/>
                    </a:lnTo>
                    <a:lnTo>
                      <a:pt x="2028" y="361"/>
                    </a:lnTo>
                    <a:lnTo>
                      <a:pt x="2081" y="334"/>
                    </a:lnTo>
                    <a:lnTo>
                      <a:pt x="2132" y="313"/>
                    </a:lnTo>
                    <a:lnTo>
                      <a:pt x="2158" y="304"/>
                    </a:lnTo>
                    <a:lnTo>
                      <a:pt x="2183" y="296"/>
                    </a:lnTo>
                    <a:lnTo>
                      <a:pt x="2209" y="289"/>
                    </a:lnTo>
                    <a:lnTo>
                      <a:pt x="2234" y="283"/>
                    </a:lnTo>
                    <a:lnTo>
                      <a:pt x="2259" y="280"/>
                    </a:lnTo>
                    <a:lnTo>
                      <a:pt x="2283" y="276"/>
                    </a:lnTo>
                    <a:lnTo>
                      <a:pt x="2308" y="274"/>
                    </a:lnTo>
                    <a:lnTo>
                      <a:pt x="2333" y="274"/>
                    </a:lnTo>
                    <a:lnTo>
                      <a:pt x="2333" y="274"/>
                    </a:lnTo>
                    <a:lnTo>
                      <a:pt x="2369" y="276"/>
                    </a:lnTo>
                    <a:lnTo>
                      <a:pt x="2406" y="281"/>
                    </a:lnTo>
                    <a:lnTo>
                      <a:pt x="2442" y="290"/>
                    </a:lnTo>
                    <a:lnTo>
                      <a:pt x="2475" y="303"/>
                    </a:lnTo>
                    <a:lnTo>
                      <a:pt x="2509" y="320"/>
                    </a:lnTo>
                    <a:lnTo>
                      <a:pt x="2540" y="340"/>
                    </a:lnTo>
                    <a:lnTo>
                      <a:pt x="2570" y="362"/>
                    </a:lnTo>
                    <a:lnTo>
                      <a:pt x="2600" y="391"/>
                    </a:lnTo>
                    <a:lnTo>
                      <a:pt x="2628" y="420"/>
                    </a:lnTo>
                    <a:lnTo>
                      <a:pt x="2655" y="456"/>
                    </a:lnTo>
                    <a:lnTo>
                      <a:pt x="2681" y="493"/>
                    </a:lnTo>
                    <a:lnTo>
                      <a:pt x="2706" y="535"/>
                    </a:lnTo>
                    <a:lnTo>
                      <a:pt x="2730" y="581"/>
                    </a:lnTo>
                    <a:lnTo>
                      <a:pt x="2751" y="630"/>
                    </a:lnTo>
                    <a:lnTo>
                      <a:pt x="2774" y="681"/>
                    </a:lnTo>
                    <a:lnTo>
                      <a:pt x="2794" y="737"/>
                    </a:lnTo>
                    <a:lnTo>
                      <a:pt x="2794" y="737"/>
                    </a:lnTo>
                    <a:lnTo>
                      <a:pt x="2755" y="734"/>
                    </a:lnTo>
                    <a:lnTo>
                      <a:pt x="2729" y="732"/>
                    </a:lnTo>
                    <a:lnTo>
                      <a:pt x="2729" y="732"/>
                    </a:lnTo>
                    <a:lnTo>
                      <a:pt x="2711" y="732"/>
                    </a:lnTo>
                    <a:lnTo>
                      <a:pt x="2692" y="735"/>
                    </a:lnTo>
                    <a:lnTo>
                      <a:pt x="2672" y="739"/>
                    </a:lnTo>
                    <a:lnTo>
                      <a:pt x="2653" y="744"/>
                    </a:lnTo>
                    <a:lnTo>
                      <a:pt x="2632" y="749"/>
                    </a:lnTo>
                    <a:lnTo>
                      <a:pt x="2609" y="758"/>
                    </a:lnTo>
                    <a:lnTo>
                      <a:pt x="2563" y="778"/>
                    </a:lnTo>
                    <a:lnTo>
                      <a:pt x="2512" y="804"/>
                    </a:lnTo>
                    <a:lnTo>
                      <a:pt x="2459" y="836"/>
                    </a:lnTo>
                    <a:lnTo>
                      <a:pt x="2401" y="873"/>
                    </a:lnTo>
                    <a:lnTo>
                      <a:pt x="2341" y="917"/>
                    </a:lnTo>
                    <a:lnTo>
                      <a:pt x="2341" y="917"/>
                    </a:lnTo>
                    <a:lnTo>
                      <a:pt x="2280" y="964"/>
                    </a:lnTo>
                    <a:lnTo>
                      <a:pt x="2222" y="1012"/>
                    </a:lnTo>
                    <a:lnTo>
                      <a:pt x="2165" y="1063"/>
                    </a:lnTo>
                    <a:lnTo>
                      <a:pt x="2111" y="1114"/>
                    </a:lnTo>
                    <a:lnTo>
                      <a:pt x="2060" y="1166"/>
                    </a:lnTo>
                    <a:lnTo>
                      <a:pt x="2010" y="1221"/>
                    </a:lnTo>
                    <a:lnTo>
                      <a:pt x="1965" y="1275"/>
                    </a:lnTo>
                    <a:lnTo>
                      <a:pt x="1921" y="1333"/>
                    </a:lnTo>
                    <a:lnTo>
                      <a:pt x="1834" y="1450"/>
                    </a:lnTo>
                    <a:lnTo>
                      <a:pt x="1917" y="1531"/>
                    </a:lnTo>
                    <a:lnTo>
                      <a:pt x="1917" y="1531"/>
                    </a:lnTo>
                    <a:lnTo>
                      <a:pt x="1975" y="1585"/>
                    </a:lnTo>
                    <a:lnTo>
                      <a:pt x="2033" y="1636"/>
                    </a:lnTo>
                    <a:lnTo>
                      <a:pt x="2091" y="1682"/>
                    </a:lnTo>
                    <a:lnTo>
                      <a:pt x="2149" y="1726"/>
                    </a:lnTo>
                    <a:lnTo>
                      <a:pt x="2209" y="1766"/>
                    </a:lnTo>
                    <a:lnTo>
                      <a:pt x="2269" y="1803"/>
                    </a:lnTo>
                    <a:lnTo>
                      <a:pt x="2329" y="1837"/>
                    </a:lnTo>
                    <a:lnTo>
                      <a:pt x="2389" y="1867"/>
                    </a:lnTo>
                    <a:lnTo>
                      <a:pt x="2449" y="1891"/>
                    </a:lnTo>
                    <a:lnTo>
                      <a:pt x="2510" y="1914"/>
                    </a:lnTo>
                    <a:lnTo>
                      <a:pt x="2570" y="1933"/>
                    </a:lnTo>
                    <a:lnTo>
                      <a:pt x="2632" y="1949"/>
                    </a:lnTo>
                    <a:lnTo>
                      <a:pt x="2693" y="1962"/>
                    </a:lnTo>
                    <a:lnTo>
                      <a:pt x="2755" y="1970"/>
                    </a:lnTo>
                    <a:lnTo>
                      <a:pt x="2817" y="1976"/>
                    </a:lnTo>
                    <a:lnTo>
                      <a:pt x="2880" y="1977"/>
                    </a:lnTo>
                    <a:lnTo>
                      <a:pt x="2880" y="1977"/>
                    </a:lnTo>
                    <a:lnTo>
                      <a:pt x="2847" y="2042"/>
                    </a:lnTo>
                    <a:lnTo>
                      <a:pt x="2813" y="2104"/>
                    </a:lnTo>
                    <a:lnTo>
                      <a:pt x="2778" y="2162"/>
                    </a:lnTo>
                    <a:lnTo>
                      <a:pt x="2744" y="2215"/>
                    </a:lnTo>
                    <a:lnTo>
                      <a:pt x="2709" y="2262"/>
                    </a:lnTo>
                    <a:lnTo>
                      <a:pt x="2674" y="2308"/>
                    </a:lnTo>
                    <a:lnTo>
                      <a:pt x="2641" y="2349"/>
                    </a:lnTo>
                    <a:lnTo>
                      <a:pt x="2605" y="2384"/>
                    </a:lnTo>
                    <a:lnTo>
                      <a:pt x="2570" y="2415"/>
                    </a:lnTo>
                    <a:lnTo>
                      <a:pt x="2535" y="2444"/>
                    </a:lnTo>
                    <a:lnTo>
                      <a:pt x="2498" y="2466"/>
                    </a:lnTo>
                    <a:lnTo>
                      <a:pt x="2463" y="2486"/>
                    </a:lnTo>
                    <a:lnTo>
                      <a:pt x="2428" y="2500"/>
                    </a:lnTo>
                    <a:lnTo>
                      <a:pt x="2391" y="2510"/>
                    </a:lnTo>
                    <a:lnTo>
                      <a:pt x="2355" y="2517"/>
                    </a:lnTo>
                    <a:lnTo>
                      <a:pt x="2336" y="2519"/>
                    </a:lnTo>
                    <a:lnTo>
                      <a:pt x="2318" y="2519"/>
                    </a:lnTo>
                    <a:lnTo>
                      <a:pt x="2318" y="2519"/>
                    </a:lnTo>
                    <a:lnTo>
                      <a:pt x="2285" y="2517"/>
                    </a:lnTo>
                    <a:lnTo>
                      <a:pt x="2248" y="2512"/>
                    </a:lnTo>
                    <a:lnTo>
                      <a:pt x="2211" y="2503"/>
                    </a:lnTo>
                    <a:lnTo>
                      <a:pt x="2172" y="2491"/>
                    </a:lnTo>
                    <a:lnTo>
                      <a:pt x="2130" y="2473"/>
                    </a:lnTo>
                    <a:lnTo>
                      <a:pt x="2088" y="2454"/>
                    </a:lnTo>
                    <a:lnTo>
                      <a:pt x="2042" y="2431"/>
                    </a:lnTo>
                    <a:lnTo>
                      <a:pt x="1996" y="2403"/>
                    </a:lnTo>
                    <a:lnTo>
                      <a:pt x="1947" y="2373"/>
                    </a:lnTo>
                    <a:lnTo>
                      <a:pt x="1898" y="2338"/>
                    </a:lnTo>
                    <a:lnTo>
                      <a:pt x="1845" y="2301"/>
                    </a:lnTo>
                    <a:lnTo>
                      <a:pt x="1790" y="2259"/>
                    </a:lnTo>
                    <a:lnTo>
                      <a:pt x="1734" y="2215"/>
                    </a:lnTo>
                    <a:lnTo>
                      <a:pt x="1678" y="2166"/>
                    </a:lnTo>
                    <a:lnTo>
                      <a:pt x="1618" y="2113"/>
                    </a:lnTo>
                    <a:lnTo>
                      <a:pt x="1556" y="2057"/>
                    </a:lnTo>
                    <a:lnTo>
                      <a:pt x="1424" y="1937"/>
                    </a:lnTo>
                    <a:close/>
                  </a:path>
                </a:pathLst>
              </a:custGeom>
              <a:solidFill>
                <a:schemeClr val="bg1"/>
              </a:solidFill>
              <a:ln>
                <a:noFill/>
              </a:ln>
            </p:spPr>
            <p:txBody>
              <a:bodyPr vert="horz" wrap="square" lIns="93297" tIns="46649" rIns="93297" bIns="46649" numCol="1" anchor="t" anchorCtr="0" compatLnSpc="1">
                <a:prstTxWarp prst="textNoShape">
                  <a:avLst/>
                </a:prstTxWarp>
                <a:noAutofit/>
              </a:bodyPr>
              <a:lstStyle/>
              <a:p>
                <a:endParaRPr lang="en-US" dirty="0"/>
              </a:p>
            </p:txBody>
          </p:sp>
          <p:sp>
            <p:nvSpPr>
              <p:cNvPr id="45" name="Rectangle 44">
                <a:extLst>
                  <a:ext uri="{FF2B5EF4-FFF2-40B4-BE49-F238E27FC236}">
                    <a16:creationId xmlns:a16="http://schemas.microsoft.com/office/drawing/2014/main" xmlns="" id="{5EBEBBA9-EAD9-B054-95FF-A8FA865DF1B5}"/>
                  </a:ext>
                </a:extLst>
              </p:cNvPr>
              <p:cNvSpPr/>
              <p:nvPr/>
            </p:nvSpPr>
            <p:spPr bwMode="gray">
              <a:xfrm>
                <a:off x="2961954"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pic>
            <p:nvPicPr>
              <p:cNvPr id="46" name="Picture 45">
                <a:extLst>
                  <a:ext uri="{FF2B5EF4-FFF2-40B4-BE49-F238E27FC236}">
                    <a16:creationId xmlns:a16="http://schemas.microsoft.com/office/drawing/2014/main" xmlns="" id="{A8731290-B188-E84D-9C54-CE93017622ED}"/>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2544845" y="4715635"/>
                <a:ext cx="591860" cy="404375"/>
              </a:xfrm>
              <a:prstGeom prst="rect">
                <a:avLst/>
              </a:prstGeom>
            </p:spPr>
          </p:pic>
        </p:grpSp>
        <p:grpSp>
          <p:nvGrpSpPr>
            <p:cNvPr id="20" name="Group 19">
              <a:extLst>
                <a:ext uri="{FF2B5EF4-FFF2-40B4-BE49-F238E27FC236}">
                  <a16:creationId xmlns:a16="http://schemas.microsoft.com/office/drawing/2014/main" xmlns="" id="{9CE075C3-BE69-655E-D62C-EF1A2C219F80}"/>
                </a:ext>
              </a:extLst>
            </p:cNvPr>
            <p:cNvGrpSpPr>
              <a:grpSpLocks/>
            </p:cNvGrpSpPr>
            <p:nvPr/>
          </p:nvGrpSpPr>
          <p:grpSpPr>
            <a:xfrm>
              <a:off x="161987" y="5541396"/>
              <a:ext cx="11725483" cy="492443"/>
              <a:chOff x="161987" y="5510835"/>
              <a:chExt cx="11725483" cy="492443"/>
            </a:xfrm>
          </p:grpSpPr>
          <p:sp>
            <p:nvSpPr>
              <p:cNvPr id="25" name="TextBox 24">
                <a:extLst>
                  <a:ext uri="{FF2B5EF4-FFF2-40B4-BE49-F238E27FC236}">
                    <a16:creationId xmlns:a16="http://schemas.microsoft.com/office/drawing/2014/main" xmlns="" id="{6F315839-6CF7-6663-1F0A-B1724EDEB3C2}"/>
                  </a:ext>
                </a:extLst>
              </p:cNvPr>
              <p:cNvSpPr txBox="1">
                <a:spLocks/>
              </p:cNvSpPr>
              <p:nvPr/>
            </p:nvSpPr>
            <p:spPr>
              <a:xfrm>
                <a:off x="161987" y="5510835"/>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5</a:t>
                </a:r>
              </a:p>
            </p:txBody>
          </p:sp>
          <p:sp>
            <p:nvSpPr>
              <p:cNvPr id="26" name="TextBox 25">
                <a:extLst>
                  <a:ext uri="{FF2B5EF4-FFF2-40B4-BE49-F238E27FC236}">
                    <a16:creationId xmlns:a16="http://schemas.microsoft.com/office/drawing/2014/main" xmlns="" id="{48F60BDA-118A-8373-7B1C-BA29D46C1EEB}"/>
                  </a:ext>
                </a:extLst>
              </p:cNvPr>
              <p:cNvSpPr txBox="1">
                <a:spLocks/>
              </p:cNvSpPr>
              <p:nvPr/>
            </p:nvSpPr>
            <p:spPr>
              <a:xfrm>
                <a:off x="3263899" y="5510835"/>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6</a:t>
                </a:r>
              </a:p>
            </p:txBody>
          </p:sp>
          <p:sp>
            <p:nvSpPr>
              <p:cNvPr id="27" name="TextBox 26">
                <a:extLst>
                  <a:ext uri="{FF2B5EF4-FFF2-40B4-BE49-F238E27FC236}">
                    <a16:creationId xmlns:a16="http://schemas.microsoft.com/office/drawing/2014/main" xmlns="" id="{D86BC661-0588-CAA4-AEFF-D35F609BC0DA}"/>
                  </a:ext>
                </a:extLst>
              </p:cNvPr>
              <p:cNvSpPr txBox="1"/>
              <p:nvPr/>
            </p:nvSpPr>
            <p:spPr>
              <a:xfrm>
                <a:off x="6365811" y="5510835"/>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7</a:t>
                </a:r>
              </a:p>
            </p:txBody>
          </p:sp>
          <p:sp>
            <p:nvSpPr>
              <p:cNvPr id="28" name="TextBox 27">
                <a:extLst>
                  <a:ext uri="{FF2B5EF4-FFF2-40B4-BE49-F238E27FC236}">
                    <a16:creationId xmlns:a16="http://schemas.microsoft.com/office/drawing/2014/main" xmlns="" id="{8DA947C3-209C-8395-398E-766FE47ABEDC}"/>
                  </a:ext>
                </a:extLst>
              </p:cNvPr>
              <p:cNvSpPr txBox="1"/>
              <p:nvPr/>
            </p:nvSpPr>
            <p:spPr>
              <a:xfrm>
                <a:off x="9467721" y="5510835"/>
                <a:ext cx="192473" cy="430887"/>
              </a:xfrm>
              <a:prstGeom prst="rect">
                <a:avLst/>
              </a:prstGeom>
            </p:spPr>
            <p:txBody>
              <a:bodyPr vert="horz" wrap="squar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8</a:t>
                </a:r>
              </a:p>
            </p:txBody>
          </p:sp>
          <p:sp>
            <p:nvSpPr>
              <p:cNvPr id="29" name="TextBox 28">
                <a:extLst>
                  <a:ext uri="{FF2B5EF4-FFF2-40B4-BE49-F238E27FC236}">
                    <a16:creationId xmlns:a16="http://schemas.microsoft.com/office/drawing/2014/main" xmlns="" id="{56F1E652-E4E1-F50E-8C1E-4C0B12D71D5F}"/>
                  </a:ext>
                </a:extLst>
              </p:cNvPr>
              <p:cNvSpPr txBox="1">
                <a:spLocks/>
              </p:cNvSpPr>
              <p:nvPr/>
            </p:nvSpPr>
            <p:spPr>
              <a:xfrm>
                <a:off x="518159"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authorizes payment</a:t>
                </a:r>
              </a:p>
            </p:txBody>
          </p:sp>
          <p:sp>
            <p:nvSpPr>
              <p:cNvPr id="30" name="TextBox 29">
                <a:extLst>
                  <a:ext uri="{FF2B5EF4-FFF2-40B4-BE49-F238E27FC236}">
                    <a16:creationId xmlns:a16="http://schemas.microsoft.com/office/drawing/2014/main" xmlns="" id="{48CB6C5B-061F-36E3-E858-67B52CBECCA6}"/>
                  </a:ext>
                </a:extLst>
              </p:cNvPr>
              <p:cNvSpPr txBox="1">
                <a:spLocks/>
              </p:cNvSpPr>
              <p:nvPr/>
            </p:nvSpPr>
            <p:spPr>
              <a:xfrm>
                <a:off x="9823893"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hands over merchandise</a:t>
                </a:r>
              </a:p>
            </p:txBody>
          </p:sp>
          <p:sp>
            <p:nvSpPr>
              <p:cNvPr id="31" name="TextBox 30">
                <a:extLst>
                  <a:ext uri="{FF2B5EF4-FFF2-40B4-BE49-F238E27FC236}">
                    <a16:creationId xmlns:a16="http://schemas.microsoft.com/office/drawing/2014/main" xmlns="" id="{46AFFE92-9468-8A8C-D9B8-B9FEF0B3FC23}"/>
                  </a:ext>
                </a:extLst>
              </p:cNvPr>
              <p:cNvSpPr txBox="1">
                <a:spLocks/>
              </p:cNvSpPr>
              <p:nvPr/>
            </p:nvSpPr>
            <p:spPr>
              <a:xfrm>
                <a:off x="6721983"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informed of receipt of funds</a:t>
                </a:r>
                <a:r>
                  <a:rPr lang="en-US" baseline="30000" dirty="0"/>
                  <a:t>1</a:t>
                </a:r>
                <a:r>
                  <a:rPr lang="en-US" dirty="0"/>
                  <a:t> </a:t>
                </a:r>
              </a:p>
            </p:txBody>
          </p:sp>
          <p:sp>
            <p:nvSpPr>
              <p:cNvPr id="32" name="TextBox 31">
                <a:extLst>
                  <a:ext uri="{FF2B5EF4-FFF2-40B4-BE49-F238E27FC236}">
                    <a16:creationId xmlns:a16="http://schemas.microsoft.com/office/drawing/2014/main" xmlns="" id="{8B17F59F-E66D-3B47-3CB7-BCCD76485348}"/>
                  </a:ext>
                </a:extLst>
              </p:cNvPr>
              <p:cNvSpPr txBox="1">
                <a:spLocks/>
              </p:cNvSpPr>
              <p:nvPr/>
            </p:nvSpPr>
            <p:spPr>
              <a:xfrm>
                <a:off x="3620071"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receives confirmation</a:t>
                </a:r>
              </a:p>
            </p:txBody>
          </p:sp>
        </p:grpSp>
        <p:cxnSp>
          <p:nvCxnSpPr>
            <p:cNvPr id="21" name="Straight Connector 20">
              <a:extLst>
                <a:ext uri="{FF2B5EF4-FFF2-40B4-BE49-F238E27FC236}">
                  <a16:creationId xmlns:a16="http://schemas.microsoft.com/office/drawing/2014/main" xmlns="" id="{5179D9A5-D5F5-75CE-D6DF-6344F58CD9DD}"/>
                </a:ext>
              </a:extLst>
            </p:cNvPr>
            <p:cNvCxnSpPr>
              <a:cxnSpLocks/>
            </p:cNvCxnSpPr>
            <p:nvPr/>
          </p:nvCxnSpPr>
          <p:spPr>
            <a:xfrm>
              <a:off x="161987" y="545258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4CE4EBA3-8C41-DF3C-0D9C-A1E28D413E2E}"/>
                </a:ext>
              </a:extLst>
            </p:cNvPr>
            <p:cNvCxnSpPr>
              <a:cxnSpLocks/>
            </p:cNvCxnSpPr>
            <p:nvPr/>
          </p:nvCxnSpPr>
          <p:spPr>
            <a:xfrm>
              <a:off x="3263899" y="545258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7648CF4A-9C38-F87B-8193-99DE5CDB2E64}"/>
                </a:ext>
              </a:extLst>
            </p:cNvPr>
            <p:cNvCxnSpPr>
              <a:cxnSpLocks/>
            </p:cNvCxnSpPr>
            <p:nvPr/>
          </p:nvCxnSpPr>
          <p:spPr>
            <a:xfrm>
              <a:off x="6365811" y="545258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A0002B8C-344D-DDC9-96BF-4C369B11324F}"/>
                </a:ext>
              </a:extLst>
            </p:cNvPr>
            <p:cNvCxnSpPr>
              <a:cxnSpLocks/>
            </p:cNvCxnSpPr>
            <p:nvPr/>
          </p:nvCxnSpPr>
          <p:spPr>
            <a:xfrm>
              <a:off x="9467721" y="545258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599" name="4. Footnote">
            <a:extLst>
              <a:ext uri="{FF2B5EF4-FFF2-40B4-BE49-F238E27FC236}">
                <a16:creationId xmlns:a16="http://schemas.microsoft.com/office/drawing/2014/main" xmlns="" id="{48563195-34C8-2E53-C82F-AE2AC4CE9CEE}"/>
              </a:ext>
            </a:extLst>
          </p:cNvPr>
          <p:cNvSpPr txBox="1">
            <a:spLocks/>
          </p:cNvSpPr>
          <p:nvPr>
            <p:custDataLst>
              <p:tags r:id="rId1"/>
            </p:custDataLst>
          </p:nvPr>
        </p:nvSpPr>
        <p:spPr>
          <a:xfrm>
            <a:off x="165859" y="6551903"/>
            <a:ext cx="11725484" cy="153888"/>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sz="1000" dirty="0"/>
              <a:t>1.	If PSP is the Merchant bank also, it will credit the account and deduct commission/fee. If PSP is not a bank, it will push a Payment (original amount minus commission) to Merchant’s bank.</a:t>
            </a:r>
          </a:p>
        </p:txBody>
      </p:sp>
    </p:spTree>
    <p:extLst>
      <p:ext uri="{BB962C8B-B14F-4D97-AF65-F5344CB8AC3E}">
        <p14:creationId xmlns:p14="http://schemas.microsoft.com/office/powerpoint/2010/main" val="22884988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3. </a:t>
            </a:r>
            <a:r>
              <a:rPr lang="en-US" sz="2800" dirty="0">
                <a:solidFill>
                  <a:srgbClr val="006229"/>
                </a:solidFill>
                <a:latin typeface="Bahnschrift SemiBold SemiConden" panose="020B0502040204020203" pitchFamily="34" charset="0"/>
              </a:rPr>
              <a:t>CURRENT USE CASES COVERED BY THE STANDARD.</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Merchant Presented Static QR Code - Push Payment by Customer Flow</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7EE49393-D920-06E7-85F5-75170365A8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pic>
        <p:nvPicPr>
          <p:cNvPr id="600" name="Picture 599" descr="A screenshot of a diagram&#10;&#10;Description automatically generated">
            <a:extLst>
              <a:ext uri="{FF2B5EF4-FFF2-40B4-BE49-F238E27FC236}">
                <a16:creationId xmlns:a16="http://schemas.microsoft.com/office/drawing/2014/main" xmlns="" id="{696B10CD-C452-DC43-0D1C-D23EDFC36B45}"/>
              </a:ext>
            </a:extLst>
          </p:cNvPr>
          <p:cNvPicPr>
            <a:picLocks noChangeAspect="1"/>
          </p:cNvPicPr>
          <p:nvPr/>
        </p:nvPicPr>
        <p:blipFill rotWithShape="1">
          <a:blip r:embed="rId3">
            <a:extLst>
              <a:ext uri="{28A0092B-C50C-407E-A947-70E740481C1C}">
                <a14:useLocalDpi xmlns:a14="http://schemas.microsoft.com/office/drawing/2010/main" val="0"/>
              </a:ext>
            </a:extLst>
          </a:blip>
          <a:srcRect l="13053" r="12971"/>
          <a:stretch/>
        </p:blipFill>
        <p:spPr bwMode="auto">
          <a:xfrm>
            <a:off x="392430" y="1008279"/>
            <a:ext cx="5703570" cy="5715000"/>
          </a:xfrm>
          <a:prstGeom prst="rect">
            <a:avLst/>
          </a:prstGeom>
          <a:ln>
            <a:noFill/>
          </a:ln>
          <a:extLst>
            <a:ext uri="{53640926-AAD7-44D8-BBD7-CCE9431645EC}">
              <a14:shadowObscured xmlns:a14="http://schemas.microsoft.com/office/drawing/2010/main"/>
            </a:ext>
          </a:extLst>
        </p:spPr>
      </p:pic>
      <p:sp>
        <p:nvSpPr>
          <p:cNvPr id="602" name="TextBox 601">
            <a:extLst>
              <a:ext uri="{FF2B5EF4-FFF2-40B4-BE49-F238E27FC236}">
                <a16:creationId xmlns:a16="http://schemas.microsoft.com/office/drawing/2014/main" xmlns="" id="{197FE44E-A744-DC0D-1707-53951A3E70A2}"/>
              </a:ext>
            </a:extLst>
          </p:cNvPr>
          <p:cNvSpPr txBox="1"/>
          <p:nvPr/>
        </p:nvSpPr>
        <p:spPr>
          <a:xfrm>
            <a:off x="6144827" y="1278083"/>
            <a:ext cx="5932480" cy="5175391"/>
          </a:xfrm>
          <a:prstGeom prst="rect">
            <a:avLst/>
          </a:prstGeom>
          <a:noFill/>
        </p:spPr>
        <p:txBody>
          <a:bodyPr wrap="square">
            <a:spAutoFit/>
          </a:bodyPr>
          <a:lstStyle/>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Customer scans the QR code. At this stage the </a:t>
            </a:r>
            <a:r>
              <a:rPr lang="en-US" sz="1200" dirty="0" smtClean="0">
                <a:effectLst/>
                <a:latin typeface="Microsoft GothicNeo" panose="020B0500000101010101" pitchFamily="34" charset="-127"/>
                <a:ea typeface="Microsoft GothicNeo" panose="020B0500000101010101" pitchFamily="34" charset="-127"/>
              </a:rPr>
              <a:t>Payer </a:t>
            </a:r>
            <a:r>
              <a:rPr lang="en-US" sz="1200" dirty="0">
                <a:effectLst/>
                <a:latin typeface="Microsoft GothicNeo" panose="020B0500000101010101" pitchFamily="34" charset="-127"/>
                <a:ea typeface="Microsoft GothicNeo" panose="020B0500000101010101" pitchFamily="34" charset="-127"/>
              </a:rPr>
              <a:t>Bank Application displays the name of the Merchant, retrieved from the Merchant Label in the QR Code.</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Customer enters the Payment Amount.</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Customer's app sends a payment initiation message to the </a:t>
            </a:r>
            <a:r>
              <a:rPr lang="en-US" sz="1200" dirty="0" smtClean="0">
                <a:effectLst/>
                <a:latin typeface="Microsoft GothicNeo" panose="020B0500000101010101" pitchFamily="34" charset="-127"/>
                <a:ea typeface="Microsoft GothicNeo" panose="020B0500000101010101" pitchFamily="34" charset="-127"/>
              </a:rPr>
              <a:t>Payer(Customer </a:t>
            </a:r>
            <a:r>
              <a:rPr lang="en-US" sz="1200" dirty="0">
                <a:effectLst/>
                <a:latin typeface="Microsoft GothicNeo" panose="020B0500000101010101" pitchFamily="34" charset="-127"/>
                <a:ea typeface="Microsoft GothicNeo" panose="020B0500000101010101" pitchFamily="34" charset="-127"/>
              </a:rPr>
              <a:t>DFSP). The </a:t>
            </a:r>
            <a:r>
              <a:rPr lang="en-US" sz="1200" dirty="0" smtClean="0">
                <a:effectLst/>
                <a:latin typeface="Microsoft GothicNeo" panose="020B0500000101010101" pitchFamily="34" charset="-127"/>
                <a:ea typeface="Microsoft GothicNeo" panose="020B0500000101010101" pitchFamily="34" charset="-127"/>
              </a:rPr>
              <a:t>Payer bank packages </a:t>
            </a:r>
            <a:r>
              <a:rPr lang="en-US" sz="1200" dirty="0">
                <a:effectLst/>
                <a:latin typeface="Microsoft GothicNeo" panose="020B0500000101010101" pitchFamily="34" charset="-127"/>
                <a:ea typeface="Microsoft GothicNeo" panose="020B0500000101010101" pitchFamily="34" charset="-127"/>
              </a:rPr>
              <a:t>the payment message according to IPS ET Specifications, using information from the QR and Registry.</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The </a:t>
            </a:r>
            <a:r>
              <a:rPr lang="en-US" sz="1200" dirty="0" smtClean="0">
                <a:effectLst/>
                <a:latin typeface="Microsoft GothicNeo" panose="020B0500000101010101" pitchFamily="34" charset="-127"/>
                <a:ea typeface="Microsoft GothicNeo" panose="020B0500000101010101" pitchFamily="34" charset="-127"/>
              </a:rPr>
              <a:t>Payer sends </a:t>
            </a:r>
            <a:r>
              <a:rPr lang="en-US" sz="1200" dirty="0">
                <a:effectLst/>
                <a:latin typeface="Microsoft GothicNeo" panose="020B0500000101010101" pitchFamily="34" charset="-127"/>
                <a:ea typeface="Microsoft GothicNeo" panose="020B0500000101010101" pitchFamily="34" charset="-127"/>
              </a:rPr>
              <a:t>the Payment Message to IPS ET.</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IPS ET routes the payment request to the Merchant DFSP </a:t>
            </a:r>
            <a:r>
              <a:rPr lang="en-US" sz="1200" dirty="0" smtClean="0">
                <a:effectLst/>
                <a:latin typeface="Microsoft GothicNeo" panose="020B0500000101010101" pitchFamily="34" charset="-127"/>
                <a:ea typeface="Microsoft GothicNeo" panose="020B0500000101010101" pitchFamily="34" charset="-127"/>
              </a:rPr>
              <a:t>(Payee) </a:t>
            </a:r>
            <a:r>
              <a:rPr lang="en-US" sz="1200" dirty="0">
                <a:effectLst/>
                <a:latin typeface="Microsoft GothicNeo" panose="020B0500000101010101" pitchFamily="34" charset="-127"/>
                <a:ea typeface="Microsoft GothicNeo" panose="020B0500000101010101" pitchFamily="34" charset="-127"/>
              </a:rPr>
              <a:t>based on the DFSP Swift Code in Tag 28.</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Acquirer (Merchant DFSP) performs Merchant and Payment Validations: It validates the incoming Payment. Validates that the Merchant Name is associated with the passed Account Number in its merchant registry.</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The </a:t>
            </a:r>
            <a:r>
              <a:rPr lang="en-US" sz="1200" dirty="0" smtClean="0">
                <a:effectLst/>
                <a:latin typeface="Microsoft GothicNeo" panose="020B0500000101010101" pitchFamily="34" charset="-127"/>
                <a:ea typeface="Microsoft GothicNeo" panose="020B0500000101010101" pitchFamily="34" charset="-127"/>
              </a:rPr>
              <a:t>Payee responds </a:t>
            </a:r>
            <a:r>
              <a:rPr lang="en-US" sz="1200" dirty="0">
                <a:effectLst/>
                <a:latin typeface="Microsoft GothicNeo" panose="020B0500000101010101" pitchFamily="34" charset="-127"/>
                <a:ea typeface="Microsoft GothicNeo" panose="020B0500000101010101" pitchFamily="34" charset="-127"/>
              </a:rPr>
              <a:t>with success if validations are successful.</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IPS ET confirms the payment to the </a:t>
            </a:r>
            <a:r>
              <a:rPr lang="en-US" sz="1200" dirty="0" smtClean="0">
                <a:effectLst/>
                <a:latin typeface="Microsoft GothicNeo" panose="020B0500000101010101" pitchFamily="34" charset="-127"/>
                <a:ea typeface="Microsoft GothicNeo" panose="020B0500000101010101" pitchFamily="34" charset="-127"/>
              </a:rPr>
              <a:t>Payer and </a:t>
            </a:r>
            <a:r>
              <a:rPr lang="en-US" sz="1200" dirty="0">
                <a:effectLst/>
                <a:latin typeface="Microsoft GothicNeo" panose="020B0500000101010101" pitchFamily="34" charset="-127"/>
                <a:ea typeface="Microsoft GothicNeo" panose="020B0500000101010101" pitchFamily="34" charset="-127"/>
              </a:rPr>
              <a:t>the </a:t>
            </a:r>
            <a:r>
              <a:rPr lang="en-US" sz="1200" dirty="0" smtClean="0">
                <a:effectLst/>
                <a:latin typeface="Microsoft GothicNeo" panose="020B0500000101010101" pitchFamily="34" charset="-127"/>
                <a:ea typeface="Microsoft GothicNeo" panose="020B0500000101010101" pitchFamily="34" charset="-127"/>
              </a:rPr>
              <a:t>Payee.</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smtClean="0">
                <a:effectLst/>
                <a:latin typeface="Microsoft GothicNeo" panose="020B0500000101010101" pitchFamily="34" charset="-127"/>
                <a:ea typeface="Microsoft GothicNeo" panose="020B0500000101010101" pitchFamily="34" charset="-127"/>
              </a:rPr>
              <a:t>Payee (Merchant </a:t>
            </a:r>
            <a:r>
              <a:rPr lang="en-US" sz="1200" dirty="0">
                <a:effectLst/>
                <a:latin typeface="Microsoft GothicNeo" panose="020B0500000101010101" pitchFamily="34" charset="-127"/>
                <a:ea typeface="Microsoft GothicNeo" panose="020B0500000101010101" pitchFamily="34" charset="-127"/>
              </a:rPr>
              <a:t>DFSP) receives the confirmation of payment from IPS ET.</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smtClean="0">
                <a:effectLst/>
                <a:latin typeface="Microsoft GothicNeo" panose="020B0500000101010101" pitchFamily="34" charset="-127"/>
                <a:ea typeface="Microsoft GothicNeo" panose="020B0500000101010101" pitchFamily="34" charset="-127"/>
              </a:rPr>
              <a:t>Payer notifies </a:t>
            </a:r>
            <a:r>
              <a:rPr lang="en-US" sz="1200" dirty="0">
                <a:effectLst/>
                <a:latin typeface="Microsoft GothicNeo" panose="020B0500000101010101" pitchFamily="34" charset="-127"/>
                <a:ea typeface="Microsoft GothicNeo" panose="020B0500000101010101" pitchFamily="34" charset="-127"/>
              </a:rPr>
              <a:t>the Customer about the successful payment.</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smtClean="0">
                <a:effectLst/>
                <a:latin typeface="Microsoft GothicNeo" panose="020B0500000101010101" pitchFamily="34" charset="-127"/>
                <a:ea typeface="Microsoft GothicNeo" panose="020B0500000101010101" pitchFamily="34" charset="-127"/>
              </a:rPr>
              <a:t>Paye</a:t>
            </a:r>
            <a:r>
              <a:rPr lang="en-US" sz="1200" dirty="0" smtClean="0">
                <a:latin typeface="Microsoft GothicNeo" panose="020B0500000101010101" pitchFamily="34" charset="-127"/>
                <a:ea typeface="Microsoft GothicNeo" panose="020B0500000101010101" pitchFamily="34" charset="-127"/>
              </a:rPr>
              <a:t>e </a:t>
            </a:r>
            <a:r>
              <a:rPr lang="en-US" sz="1200" dirty="0" smtClean="0">
                <a:effectLst/>
                <a:latin typeface="Microsoft GothicNeo" panose="020B0500000101010101" pitchFamily="34" charset="-127"/>
                <a:ea typeface="Microsoft GothicNeo" panose="020B0500000101010101" pitchFamily="34" charset="-127"/>
              </a:rPr>
              <a:t>notifies </a:t>
            </a:r>
            <a:r>
              <a:rPr lang="en-US" sz="1200" dirty="0">
                <a:effectLst/>
                <a:latin typeface="Microsoft GothicNeo" panose="020B0500000101010101" pitchFamily="34" charset="-127"/>
                <a:ea typeface="Microsoft GothicNeo" panose="020B0500000101010101" pitchFamily="34" charset="-127"/>
              </a:rPr>
              <a:t>the Merchant about the successful payment.</a:t>
            </a:r>
            <a:endParaRPr lang="x-none" sz="1200" dirty="0">
              <a:effectLst/>
              <a:latin typeface="Microsoft GothicNeo" panose="020B0500000101010101" pitchFamily="34" charset="-127"/>
              <a:ea typeface="Microsoft GothicNeo" panose="020B0500000101010101" pitchFamily="34" charset="-127"/>
            </a:endParaRPr>
          </a:p>
        </p:txBody>
      </p:sp>
    </p:spTree>
    <p:extLst>
      <p:ext uri="{BB962C8B-B14F-4D97-AF65-F5344CB8AC3E}">
        <p14:creationId xmlns:p14="http://schemas.microsoft.com/office/powerpoint/2010/main" val="11203496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Freeform 1922">
            <a:extLst>
              <a:ext uri="{FF2B5EF4-FFF2-40B4-BE49-F238E27FC236}">
                <a16:creationId xmlns:a16="http://schemas.microsoft.com/office/drawing/2014/main" xmlns="" id="{E087D05B-D043-F703-37B0-737F12470D43}"/>
              </a:ext>
            </a:extLst>
          </p:cNvPr>
          <p:cNvSpPr>
            <a:spLocks/>
          </p:cNvSpPr>
          <p:nvPr/>
        </p:nvSpPr>
        <p:spPr bwMode="gray">
          <a:xfrm>
            <a:off x="10314819" y="1570961"/>
            <a:ext cx="398895" cy="295398"/>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0" name="Freeform 273">
            <a:extLst>
              <a:ext uri="{FF2B5EF4-FFF2-40B4-BE49-F238E27FC236}">
                <a16:creationId xmlns:a16="http://schemas.microsoft.com/office/drawing/2014/main" xmlns="" id="{FAAB0BE5-4EE6-22E7-B8A8-0FB1C20BD5E5}"/>
              </a:ext>
            </a:extLst>
          </p:cNvPr>
          <p:cNvSpPr>
            <a:spLocks/>
          </p:cNvSpPr>
          <p:nvPr/>
        </p:nvSpPr>
        <p:spPr bwMode="gray">
          <a:xfrm rot="5400000" flipH="1">
            <a:off x="9594400" y="1938264"/>
            <a:ext cx="1119510" cy="508072"/>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1" name="Oval 274">
            <a:extLst>
              <a:ext uri="{FF2B5EF4-FFF2-40B4-BE49-F238E27FC236}">
                <a16:creationId xmlns:a16="http://schemas.microsoft.com/office/drawing/2014/main" xmlns="" id="{6352A15E-E2AC-4821-5B5F-45EF3F3D6906}"/>
              </a:ext>
            </a:extLst>
          </p:cNvPr>
          <p:cNvSpPr>
            <a:spLocks noChangeArrowheads="1"/>
          </p:cNvSpPr>
          <p:nvPr/>
        </p:nvSpPr>
        <p:spPr bwMode="gray">
          <a:xfrm rot="5400000" flipH="1">
            <a:off x="10107347" y="2604315"/>
            <a:ext cx="94592" cy="95567"/>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2" name="Freeform 275">
            <a:extLst>
              <a:ext uri="{FF2B5EF4-FFF2-40B4-BE49-F238E27FC236}">
                <a16:creationId xmlns:a16="http://schemas.microsoft.com/office/drawing/2014/main" xmlns="" id="{760A210F-FF72-4EF6-82E8-2CB2FCAD214C}"/>
              </a:ext>
            </a:extLst>
          </p:cNvPr>
          <p:cNvSpPr>
            <a:spLocks/>
          </p:cNvSpPr>
          <p:nvPr/>
        </p:nvSpPr>
        <p:spPr bwMode="gray">
          <a:xfrm rot="5400000" flipH="1">
            <a:off x="9767008" y="1954844"/>
            <a:ext cx="775271" cy="436881"/>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3" name="Freeform 280">
            <a:extLst>
              <a:ext uri="{FF2B5EF4-FFF2-40B4-BE49-F238E27FC236}">
                <a16:creationId xmlns:a16="http://schemas.microsoft.com/office/drawing/2014/main" xmlns="" id="{6F6611A4-87AE-8ECA-A4EE-67819BC88C66}"/>
              </a:ext>
            </a:extLst>
          </p:cNvPr>
          <p:cNvSpPr>
            <a:spLocks/>
          </p:cNvSpPr>
          <p:nvPr/>
        </p:nvSpPr>
        <p:spPr bwMode="gray">
          <a:xfrm rot="5400000" flipH="1">
            <a:off x="10148793" y="1623769"/>
            <a:ext cx="11704" cy="171632"/>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5" name="Freeform 275">
            <a:extLst>
              <a:ext uri="{FF2B5EF4-FFF2-40B4-BE49-F238E27FC236}">
                <a16:creationId xmlns:a16="http://schemas.microsoft.com/office/drawing/2014/main" xmlns="" id="{F863236E-731F-6536-FD9F-7D7F3A73617A}"/>
              </a:ext>
            </a:extLst>
          </p:cNvPr>
          <p:cNvSpPr>
            <a:spLocks/>
          </p:cNvSpPr>
          <p:nvPr/>
        </p:nvSpPr>
        <p:spPr bwMode="gray">
          <a:xfrm rot="5400000" flipH="1">
            <a:off x="9767008" y="1954844"/>
            <a:ext cx="775271" cy="436881"/>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616" name="Group 615">
            <a:extLst>
              <a:ext uri="{FF2B5EF4-FFF2-40B4-BE49-F238E27FC236}">
                <a16:creationId xmlns:a16="http://schemas.microsoft.com/office/drawing/2014/main" xmlns="" id="{610A1DDC-F66D-48B3-B2AD-DEAC867FF3C2}"/>
              </a:ext>
            </a:extLst>
          </p:cNvPr>
          <p:cNvGrpSpPr/>
          <p:nvPr/>
        </p:nvGrpSpPr>
        <p:grpSpPr>
          <a:xfrm>
            <a:off x="9998613" y="2134109"/>
            <a:ext cx="312060" cy="312061"/>
            <a:chOff x="3167850" y="1412630"/>
            <a:chExt cx="369525" cy="369527"/>
          </a:xfrm>
        </p:grpSpPr>
        <p:sp>
          <p:nvSpPr>
            <p:cNvPr id="618" name="Rectangle 291">
              <a:extLst>
                <a:ext uri="{FF2B5EF4-FFF2-40B4-BE49-F238E27FC236}">
                  <a16:creationId xmlns:a16="http://schemas.microsoft.com/office/drawing/2014/main" xmlns="" id="{7C29CFB3-4E82-3FE8-F767-A90138B4A9CC}"/>
                </a:ext>
              </a:extLst>
            </p:cNvPr>
            <p:cNvSpPr>
              <a:spLocks noChangeArrowheads="1"/>
            </p:cNvSpPr>
            <p:nvPr/>
          </p:nvSpPr>
          <p:spPr bwMode="gray">
            <a:xfrm rot="5400000" flipH="1">
              <a:off x="3379168" y="1764833"/>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9" name="Freeform 292">
              <a:extLst>
                <a:ext uri="{FF2B5EF4-FFF2-40B4-BE49-F238E27FC236}">
                  <a16:creationId xmlns:a16="http://schemas.microsoft.com/office/drawing/2014/main" xmlns="" id="{24B32C7E-CBC0-708B-0E55-AD50E74C8944}"/>
                </a:ext>
              </a:extLst>
            </p:cNvPr>
            <p:cNvSpPr>
              <a:spLocks noEditPoints="1"/>
            </p:cNvSpPr>
            <p:nvPr/>
          </p:nvSpPr>
          <p:spPr bwMode="gray">
            <a:xfrm rot="5400000" flipH="1">
              <a:off x="3414392" y="1659170"/>
              <a:ext cx="122405" cy="123560"/>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0" name="Freeform 293">
              <a:extLst>
                <a:ext uri="{FF2B5EF4-FFF2-40B4-BE49-F238E27FC236}">
                  <a16:creationId xmlns:a16="http://schemas.microsoft.com/office/drawing/2014/main" xmlns="" id="{F152D1B7-4F6C-7C8B-C36A-B24E4DD4EB6E}"/>
                </a:ext>
              </a:extLst>
            </p:cNvPr>
            <p:cNvSpPr>
              <a:spLocks/>
            </p:cNvSpPr>
            <p:nvPr/>
          </p:nvSpPr>
          <p:spPr bwMode="gray">
            <a:xfrm rot="5400000" flipH="1">
              <a:off x="3344528" y="1730185"/>
              <a:ext cx="51963" cy="17324"/>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1" name="Freeform 294">
              <a:extLst>
                <a:ext uri="{FF2B5EF4-FFF2-40B4-BE49-F238E27FC236}">
                  <a16:creationId xmlns:a16="http://schemas.microsoft.com/office/drawing/2014/main" xmlns="" id="{874D6A82-C649-BD71-E956-239EB23B5446}"/>
                </a:ext>
              </a:extLst>
            </p:cNvPr>
            <p:cNvSpPr>
              <a:spLocks/>
            </p:cNvSpPr>
            <p:nvPr/>
          </p:nvSpPr>
          <p:spPr bwMode="gray">
            <a:xfrm rot="5400000" flipH="1">
              <a:off x="3449036" y="1694968"/>
              <a:ext cx="53118" cy="51963"/>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2" name="Freeform 295">
              <a:extLst>
                <a:ext uri="{FF2B5EF4-FFF2-40B4-BE49-F238E27FC236}">
                  <a16:creationId xmlns:a16="http://schemas.microsoft.com/office/drawing/2014/main" xmlns="" id="{DFBDEA9B-D5FD-FFB1-1C73-EC31CEA404ED}"/>
                </a:ext>
              </a:extLst>
            </p:cNvPr>
            <p:cNvSpPr>
              <a:spLocks/>
            </p:cNvSpPr>
            <p:nvPr/>
          </p:nvSpPr>
          <p:spPr bwMode="gray">
            <a:xfrm rot="5400000" flipH="1">
              <a:off x="3203071" y="1694968"/>
              <a:ext cx="53118" cy="51963"/>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3" name="Rectangle 296">
              <a:extLst>
                <a:ext uri="{FF2B5EF4-FFF2-40B4-BE49-F238E27FC236}">
                  <a16:creationId xmlns:a16="http://schemas.microsoft.com/office/drawing/2014/main" xmlns="" id="{B5561077-C8AE-3205-8139-B0D7F2A3374E}"/>
                </a:ext>
              </a:extLst>
            </p:cNvPr>
            <p:cNvSpPr>
              <a:spLocks noChangeArrowheads="1"/>
            </p:cNvSpPr>
            <p:nvPr/>
          </p:nvSpPr>
          <p:spPr bwMode="gray">
            <a:xfrm rot="5400000" flipH="1">
              <a:off x="3378592" y="169496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4" name="Freeform 297">
              <a:extLst>
                <a:ext uri="{FF2B5EF4-FFF2-40B4-BE49-F238E27FC236}">
                  <a16:creationId xmlns:a16="http://schemas.microsoft.com/office/drawing/2014/main" xmlns="" id="{17139781-CF39-B250-FC95-E4CF2F03170C}"/>
                </a:ext>
              </a:extLst>
            </p:cNvPr>
            <p:cNvSpPr>
              <a:spLocks noEditPoints="1"/>
            </p:cNvSpPr>
            <p:nvPr/>
          </p:nvSpPr>
          <p:spPr bwMode="gray">
            <a:xfrm rot="5400000" flipH="1">
              <a:off x="3168427" y="1659170"/>
              <a:ext cx="122405" cy="123560"/>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5" name="Rectangle 298">
              <a:extLst>
                <a:ext uri="{FF2B5EF4-FFF2-40B4-BE49-F238E27FC236}">
                  <a16:creationId xmlns:a16="http://schemas.microsoft.com/office/drawing/2014/main" xmlns="" id="{4CD353F7-8D16-E303-CE04-262FE4A5D3A0}"/>
                </a:ext>
              </a:extLst>
            </p:cNvPr>
            <p:cNvSpPr>
              <a:spLocks noChangeArrowheads="1"/>
            </p:cNvSpPr>
            <p:nvPr/>
          </p:nvSpPr>
          <p:spPr bwMode="gray">
            <a:xfrm rot="5400000" flipH="1">
              <a:off x="3308730" y="1659747"/>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6" name="Freeform 299">
              <a:extLst>
                <a:ext uri="{FF2B5EF4-FFF2-40B4-BE49-F238E27FC236}">
                  <a16:creationId xmlns:a16="http://schemas.microsoft.com/office/drawing/2014/main" xmlns="" id="{CFBDB424-CCA7-58F3-FE54-08F05E913320}"/>
                </a:ext>
              </a:extLst>
            </p:cNvPr>
            <p:cNvSpPr>
              <a:spLocks/>
            </p:cNvSpPr>
            <p:nvPr/>
          </p:nvSpPr>
          <p:spPr bwMode="gray">
            <a:xfrm rot="5400000" flipH="1">
              <a:off x="3396490" y="1589307"/>
              <a:ext cx="70442" cy="105085"/>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7" name="Freeform 300">
              <a:extLst>
                <a:ext uri="{FF2B5EF4-FFF2-40B4-BE49-F238E27FC236}">
                  <a16:creationId xmlns:a16="http://schemas.microsoft.com/office/drawing/2014/main" xmlns="" id="{D02C95DA-67B9-2B11-48E0-9EB8CA0F037E}"/>
                </a:ext>
              </a:extLst>
            </p:cNvPr>
            <p:cNvSpPr>
              <a:spLocks/>
            </p:cNvSpPr>
            <p:nvPr/>
          </p:nvSpPr>
          <p:spPr bwMode="gray">
            <a:xfrm rot="5400000" flipH="1">
              <a:off x="3274088" y="1677069"/>
              <a:ext cx="139725" cy="70442"/>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8" name="Freeform 301">
              <a:extLst>
                <a:ext uri="{FF2B5EF4-FFF2-40B4-BE49-F238E27FC236}">
                  <a16:creationId xmlns:a16="http://schemas.microsoft.com/office/drawing/2014/main" xmlns="" id="{844FC54C-07BA-05DE-2E22-083C8B3DCD60}"/>
                </a:ext>
              </a:extLst>
            </p:cNvPr>
            <p:cNvSpPr>
              <a:spLocks/>
            </p:cNvSpPr>
            <p:nvPr/>
          </p:nvSpPr>
          <p:spPr bwMode="gray">
            <a:xfrm rot="5400000" flipH="1">
              <a:off x="3282171" y="1581225"/>
              <a:ext cx="53118" cy="69287"/>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9" name="Rectangle 302">
              <a:extLst>
                <a:ext uri="{FF2B5EF4-FFF2-40B4-BE49-F238E27FC236}">
                  <a16:creationId xmlns:a16="http://schemas.microsoft.com/office/drawing/2014/main" xmlns="" id="{BF6E2459-FF2D-C160-660E-D41AD49CA842}"/>
                </a:ext>
              </a:extLst>
            </p:cNvPr>
            <p:cNvSpPr>
              <a:spLocks noChangeArrowheads="1"/>
            </p:cNvSpPr>
            <p:nvPr/>
          </p:nvSpPr>
          <p:spPr bwMode="gray">
            <a:xfrm rot="5400000" flipH="1">
              <a:off x="3167853" y="1623949"/>
              <a:ext cx="18475"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0" name="Freeform 303">
              <a:extLst>
                <a:ext uri="{FF2B5EF4-FFF2-40B4-BE49-F238E27FC236}">
                  <a16:creationId xmlns:a16="http://schemas.microsoft.com/office/drawing/2014/main" xmlns="" id="{DA3940A3-05BC-0806-F9ED-9FF5B72BDA40}"/>
                </a:ext>
              </a:extLst>
            </p:cNvPr>
            <p:cNvSpPr>
              <a:spLocks/>
            </p:cNvSpPr>
            <p:nvPr/>
          </p:nvSpPr>
          <p:spPr bwMode="gray">
            <a:xfrm rot="5400000" flipH="1">
              <a:off x="3484255" y="1589307"/>
              <a:ext cx="70442" cy="35798"/>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1" name="Rectangle 304">
              <a:extLst>
                <a:ext uri="{FF2B5EF4-FFF2-40B4-BE49-F238E27FC236}">
                  <a16:creationId xmlns:a16="http://schemas.microsoft.com/office/drawing/2014/main" xmlns="" id="{1AE5757D-D17A-C948-0213-8D8C97B42782}"/>
                </a:ext>
              </a:extLst>
            </p:cNvPr>
            <p:cNvSpPr>
              <a:spLocks noChangeArrowheads="1"/>
            </p:cNvSpPr>
            <p:nvPr/>
          </p:nvSpPr>
          <p:spPr bwMode="gray">
            <a:xfrm rot="5400000" flipH="1">
              <a:off x="3361848" y="1606629"/>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2" name="Rectangle 305">
              <a:extLst>
                <a:ext uri="{FF2B5EF4-FFF2-40B4-BE49-F238E27FC236}">
                  <a16:creationId xmlns:a16="http://schemas.microsoft.com/office/drawing/2014/main" xmlns="" id="{F25A011D-E446-427A-CA57-6381C1831E5B}"/>
                </a:ext>
              </a:extLst>
            </p:cNvPr>
            <p:cNvSpPr>
              <a:spLocks noChangeArrowheads="1"/>
            </p:cNvSpPr>
            <p:nvPr/>
          </p:nvSpPr>
          <p:spPr bwMode="gray">
            <a:xfrm rot="5400000" flipH="1">
              <a:off x="3413811" y="1589305"/>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3" name="Rectangle 306">
              <a:extLst>
                <a:ext uri="{FF2B5EF4-FFF2-40B4-BE49-F238E27FC236}">
                  <a16:creationId xmlns:a16="http://schemas.microsoft.com/office/drawing/2014/main" xmlns="" id="{BECF05C0-760B-A2E4-129D-D22FD107ACD4}"/>
                </a:ext>
              </a:extLst>
            </p:cNvPr>
            <p:cNvSpPr>
              <a:spLocks noChangeArrowheads="1"/>
            </p:cNvSpPr>
            <p:nvPr/>
          </p:nvSpPr>
          <p:spPr bwMode="gray">
            <a:xfrm rot="5400000" flipH="1">
              <a:off x="3466930" y="1571985"/>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4" name="Rectangle 307">
              <a:extLst>
                <a:ext uri="{FF2B5EF4-FFF2-40B4-BE49-F238E27FC236}">
                  <a16:creationId xmlns:a16="http://schemas.microsoft.com/office/drawing/2014/main" xmlns="" id="{E93FF7ED-A3AE-2DC2-65AC-834BE8555186}"/>
                </a:ext>
              </a:extLst>
            </p:cNvPr>
            <p:cNvSpPr>
              <a:spLocks noChangeArrowheads="1"/>
            </p:cNvSpPr>
            <p:nvPr/>
          </p:nvSpPr>
          <p:spPr bwMode="gray">
            <a:xfrm rot="5400000" flipH="1">
              <a:off x="3431714" y="1571410"/>
              <a:ext cx="17324"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5" name="Freeform 308">
              <a:extLst>
                <a:ext uri="{FF2B5EF4-FFF2-40B4-BE49-F238E27FC236}">
                  <a16:creationId xmlns:a16="http://schemas.microsoft.com/office/drawing/2014/main" xmlns="" id="{406515EC-A240-7DB8-C672-F3DD3B6868AE}"/>
                </a:ext>
              </a:extLst>
            </p:cNvPr>
            <p:cNvSpPr>
              <a:spLocks/>
            </p:cNvSpPr>
            <p:nvPr/>
          </p:nvSpPr>
          <p:spPr bwMode="gray">
            <a:xfrm rot="5400000" flipH="1">
              <a:off x="3360695" y="1536189"/>
              <a:ext cx="53118" cy="87762"/>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6" name="Rectangle 309">
              <a:extLst>
                <a:ext uri="{FF2B5EF4-FFF2-40B4-BE49-F238E27FC236}">
                  <a16:creationId xmlns:a16="http://schemas.microsoft.com/office/drawing/2014/main" xmlns="" id="{FB61AF5D-5B38-663E-DFFA-3D0E29BD42E8}"/>
                </a:ext>
              </a:extLst>
            </p:cNvPr>
            <p:cNvSpPr>
              <a:spLocks noChangeArrowheads="1"/>
            </p:cNvSpPr>
            <p:nvPr/>
          </p:nvSpPr>
          <p:spPr bwMode="gray">
            <a:xfrm rot="5400000" flipH="1">
              <a:off x="3518900" y="1553511"/>
              <a:ext cx="18475"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7" name="Rectangle 310">
              <a:extLst>
                <a:ext uri="{FF2B5EF4-FFF2-40B4-BE49-F238E27FC236}">
                  <a16:creationId xmlns:a16="http://schemas.microsoft.com/office/drawing/2014/main" xmlns="" id="{D0FB736E-08E2-76C3-FA64-94A81CDBABC9}"/>
                </a:ext>
              </a:extLst>
            </p:cNvPr>
            <p:cNvSpPr>
              <a:spLocks noChangeArrowheads="1"/>
            </p:cNvSpPr>
            <p:nvPr/>
          </p:nvSpPr>
          <p:spPr bwMode="gray">
            <a:xfrm rot="5400000" flipH="1">
              <a:off x="3449034" y="155408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8" name="Freeform 311">
              <a:extLst>
                <a:ext uri="{FF2B5EF4-FFF2-40B4-BE49-F238E27FC236}">
                  <a16:creationId xmlns:a16="http://schemas.microsoft.com/office/drawing/2014/main" xmlns="" id="{DCC0429D-BF5C-BD9C-A03C-BE7A69C4D671}"/>
                </a:ext>
              </a:extLst>
            </p:cNvPr>
            <p:cNvSpPr>
              <a:spLocks/>
            </p:cNvSpPr>
            <p:nvPr/>
          </p:nvSpPr>
          <p:spPr bwMode="gray">
            <a:xfrm rot="5400000" flipH="1">
              <a:off x="3449036" y="1449003"/>
              <a:ext cx="53118" cy="51963"/>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9" name="Freeform 312">
              <a:extLst>
                <a:ext uri="{FF2B5EF4-FFF2-40B4-BE49-F238E27FC236}">
                  <a16:creationId xmlns:a16="http://schemas.microsoft.com/office/drawing/2014/main" xmlns="" id="{43CA40AE-92C1-D518-0EC2-54CDCB721587}"/>
                </a:ext>
              </a:extLst>
            </p:cNvPr>
            <p:cNvSpPr>
              <a:spLocks noEditPoints="1"/>
            </p:cNvSpPr>
            <p:nvPr/>
          </p:nvSpPr>
          <p:spPr bwMode="gray">
            <a:xfrm rot="5400000" flipH="1">
              <a:off x="3176510" y="1422445"/>
              <a:ext cx="229797" cy="210167"/>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40" name="Freeform 313">
              <a:extLst>
                <a:ext uri="{FF2B5EF4-FFF2-40B4-BE49-F238E27FC236}">
                  <a16:creationId xmlns:a16="http://schemas.microsoft.com/office/drawing/2014/main" xmlns="" id="{008474C3-DAA2-CC4F-06CF-EA9E875017C1}"/>
                </a:ext>
              </a:extLst>
            </p:cNvPr>
            <p:cNvSpPr>
              <a:spLocks noEditPoints="1"/>
            </p:cNvSpPr>
            <p:nvPr/>
          </p:nvSpPr>
          <p:spPr bwMode="gray">
            <a:xfrm rot="5400000" flipH="1">
              <a:off x="3141292" y="1439191"/>
              <a:ext cx="159359" cy="106237"/>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41" name="Freeform 314">
              <a:extLst>
                <a:ext uri="{FF2B5EF4-FFF2-40B4-BE49-F238E27FC236}">
                  <a16:creationId xmlns:a16="http://schemas.microsoft.com/office/drawing/2014/main" xmlns="" id="{2857AC24-65D2-DB39-283A-A1CAE0A3C72C}"/>
                </a:ext>
              </a:extLst>
            </p:cNvPr>
            <p:cNvSpPr>
              <a:spLocks noEditPoints="1"/>
            </p:cNvSpPr>
            <p:nvPr/>
          </p:nvSpPr>
          <p:spPr bwMode="gray">
            <a:xfrm rot="5400000" flipH="1">
              <a:off x="3413815" y="1412631"/>
              <a:ext cx="123560" cy="123560"/>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42" name="Rectangle 315">
              <a:extLst>
                <a:ext uri="{FF2B5EF4-FFF2-40B4-BE49-F238E27FC236}">
                  <a16:creationId xmlns:a16="http://schemas.microsoft.com/office/drawing/2014/main" xmlns="" id="{370A6E4D-BD72-4BD5-AE77-8198F3DCF542}"/>
                </a:ext>
              </a:extLst>
            </p:cNvPr>
            <p:cNvSpPr>
              <a:spLocks noChangeArrowheads="1"/>
            </p:cNvSpPr>
            <p:nvPr/>
          </p:nvSpPr>
          <p:spPr bwMode="gray">
            <a:xfrm rot="5400000" flipH="1">
              <a:off x="3378592" y="141320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617" name="TextBox 616">
            <a:extLst>
              <a:ext uri="{FF2B5EF4-FFF2-40B4-BE49-F238E27FC236}">
                <a16:creationId xmlns:a16="http://schemas.microsoft.com/office/drawing/2014/main" xmlns="" id="{D3BB6A03-87CB-EF96-AF53-562DAFC15A3D}"/>
              </a:ext>
            </a:extLst>
          </p:cNvPr>
          <p:cNvSpPr txBox="1">
            <a:spLocks/>
          </p:cNvSpPr>
          <p:nvPr/>
        </p:nvSpPr>
        <p:spPr bwMode="gray">
          <a:xfrm>
            <a:off x="9973122" y="1816591"/>
            <a:ext cx="366976" cy="290849"/>
          </a:xfrm>
          <a:prstGeom prst="rect">
            <a:avLst/>
          </a:prstGeom>
        </p:spPr>
        <p:txBody>
          <a:bodyPr vert="horz" wrap="square" lIns="0" tIns="0" rIns="0" bIns="0"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
                <a:srgbClr val="44546A"/>
              </a:buClr>
              <a:defRPr/>
            </a:pPr>
            <a:r>
              <a:rPr lang="en-US" sz="1050" dirty="0">
                <a:latin typeface="Calibri" panose="020F0502020204030204"/>
              </a:rPr>
              <a:t>Pay by IPS ET</a:t>
            </a:r>
          </a:p>
        </p:txBody>
      </p:sp>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3. </a:t>
            </a:r>
            <a:r>
              <a:rPr lang="en-US" sz="2800" dirty="0">
                <a:solidFill>
                  <a:srgbClr val="006229"/>
                </a:solidFill>
                <a:latin typeface="Bahnschrift SemiBold SemiConden" panose="020B0502040204020203" pitchFamily="34" charset="0"/>
              </a:rPr>
              <a:t>CURRENT USE CASES COVERED BY THE STANDARD.</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Merchant Presented Dynamic QR Code - Push Payment by Customer Flow</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7EE49393-D920-06E7-85F5-75170365A8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grpSp>
        <p:nvGrpSpPr>
          <p:cNvPr id="505" name="Group 504">
            <a:extLst>
              <a:ext uri="{FF2B5EF4-FFF2-40B4-BE49-F238E27FC236}">
                <a16:creationId xmlns:a16="http://schemas.microsoft.com/office/drawing/2014/main" xmlns="" id="{C18B6A73-1C4E-63C3-F43B-22131F8C7A6B}"/>
              </a:ext>
            </a:extLst>
          </p:cNvPr>
          <p:cNvGrpSpPr/>
          <p:nvPr/>
        </p:nvGrpSpPr>
        <p:grpSpPr>
          <a:xfrm>
            <a:off x="10120022" y="1684830"/>
            <a:ext cx="1268899" cy="1019051"/>
            <a:chOff x="7403559" y="1069964"/>
            <a:chExt cx="1502562" cy="1206705"/>
          </a:xfrm>
        </p:grpSpPr>
        <p:sp>
          <p:nvSpPr>
            <p:cNvPr id="506" name="Rectangle 1894">
              <a:extLst>
                <a:ext uri="{FF2B5EF4-FFF2-40B4-BE49-F238E27FC236}">
                  <a16:creationId xmlns:a16="http://schemas.microsoft.com/office/drawing/2014/main" xmlns="" id="{0C5C597E-8E27-C409-9953-ED4D45DDB5A4}"/>
                </a:ext>
              </a:extLst>
            </p:cNvPr>
            <p:cNvSpPr>
              <a:spLocks noChangeArrowheads="1"/>
            </p:cNvSpPr>
            <p:nvPr/>
          </p:nvSpPr>
          <p:spPr bwMode="gray">
            <a:xfrm>
              <a:off x="8209983" y="1172578"/>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7" name="Freeform 2596">
              <a:extLst>
                <a:ext uri="{FF2B5EF4-FFF2-40B4-BE49-F238E27FC236}">
                  <a16:creationId xmlns:a16="http://schemas.microsoft.com/office/drawing/2014/main" xmlns="" id="{68853675-26EA-D1E9-17E4-ACE1667BCACB}"/>
                </a:ext>
              </a:extLst>
            </p:cNvPr>
            <p:cNvSpPr>
              <a:spLocks/>
            </p:cNvSpPr>
            <p:nvPr/>
          </p:nvSpPr>
          <p:spPr bwMode="gray">
            <a:xfrm>
              <a:off x="8321050" y="1360241"/>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8" name="Freeform 2597">
              <a:extLst>
                <a:ext uri="{FF2B5EF4-FFF2-40B4-BE49-F238E27FC236}">
                  <a16:creationId xmlns:a16="http://schemas.microsoft.com/office/drawing/2014/main" xmlns="" id="{F9C115F8-69C3-DA6D-726A-BCE25EABC83A}"/>
                </a:ext>
              </a:extLst>
            </p:cNvPr>
            <p:cNvSpPr>
              <a:spLocks/>
            </p:cNvSpPr>
            <p:nvPr/>
          </p:nvSpPr>
          <p:spPr bwMode="gray">
            <a:xfrm>
              <a:off x="8337646" y="1408752"/>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9" name="Freeform 2598">
              <a:extLst>
                <a:ext uri="{FF2B5EF4-FFF2-40B4-BE49-F238E27FC236}">
                  <a16:creationId xmlns:a16="http://schemas.microsoft.com/office/drawing/2014/main" xmlns="" id="{570594AF-3E9B-8F3A-DC3D-413B3D8DB04F}"/>
                </a:ext>
              </a:extLst>
            </p:cNvPr>
            <p:cNvSpPr>
              <a:spLocks/>
            </p:cNvSpPr>
            <p:nvPr/>
          </p:nvSpPr>
          <p:spPr bwMode="gray">
            <a:xfrm>
              <a:off x="8084874" y="1366624"/>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0" name="Freeform 2599">
              <a:extLst>
                <a:ext uri="{FF2B5EF4-FFF2-40B4-BE49-F238E27FC236}">
                  <a16:creationId xmlns:a16="http://schemas.microsoft.com/office/drawing/2014/main" xmlns="" id="{3AEFF535-0657-ADA7-BB10-4E8B61341593}"/>
                </a:ext>
              </a:extLst>
            </p:cNvPr>
            <p:cNvSpPr>
              <a:spLocks/>
            </p:cNvSpPr>
            <p:nvPr/>
          </p:nvSpPr>
          <p:spPr bwMode="gray">
            <a:xfrm>
              <a:off x="8098918" y="1410029"/>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1" name="Freeform 2600">
              <a:extLst>
                <a:ext uri="{FF2B5EF4-FFF2-40B4-BE49-F238E27FC236}">
                  <a16:creationId xmlns:a16="http://schemas.microsoft.com/office/drawing/2014/main" xmlns="" id="{173F6C0E-05A1-408D-6F6C-03F05C7AE137}"/>
                </a:ext>
              </a:extLst>
            </p:cNvPr>
            <p:cNvSpPr>
              <a:spLocks/>
            </p:cNvSpPr>
            <p:nvPr/>
          </p:nvSpPr>
          <p:spPr bwMode="gray">
            <a:xfrm>
              <a:off x="8198494" y="1158535"/>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2" name="Freeform 2601">
              <a:extLst>
                <a:ext uri="{FF2B5EF4-FFF2-40B4-BE49-F238E27FC236}">
                  <a16:creationId xmlns:a16="http://schemas.microsoft.com/office/drawing/2014/main" xmlns="" id="{204AA6D2-1C59-6F35-1DDF-16401E7BB32A}"/>
                </a:ext>
              </a:extLst>
            </p:cNvPr>
            <p:cNvSpPr>
              <a:spLocks/>
            </p:cNvSpPr>
            <p:nvPr/>
          </p:nvSpPr>
          <p:spPr bwMode="gray">
            <a:xfrm>
              <a:off x="8226580" y="1255558"/>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3" name="Freeform 2602">
              <a:extLst>
                <a:ext uri="{FF2B5EF4-FFF2-40B4-BE49-F238E27FC236}">
                  <a16:creationId xmlns:a16="http://schemas.microsoft.com/office/drawing/2014/main" xmlns="" id="{33752C74-84A2-63D2-A1B2-FBE489B9B549}"/>
                </a:ext>
              </a:extLst>
            </p:cNvPr>
            <p:cNvSpPr>
              <a:spLocks/>
            </p:cNvSpPr>
            <p:nvPr/>
          </p:nvSpPr>
          <p:spPr bwMode="gray">
            <a:xfrm>
              <a:off x="8120620" y="1306623"/>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4" name="Freeform 2603">
              <a:extLst>
                <a:ext uri="{FF2B5EF4-FFF2-40B4-BE49-F238E27FC236}">
                  <a16:creationId xmlns:a16="http://schemas.microsoft.com/office/drawing/2014/main" xmlns="" id="{D9550322-3870-411F-2210-09CC103A4033}"/>
                </a:ext>
              </a:extLst>
            </p:cNvPr>
            <p:cNvSpPr>
              <a:spLocks/>
            </p:cNvSpPr>
            <p:nvPr/>
          </p:nvSpPr>
          <p:spPr bwMode="gray">
            <a:xfrm>
              <a:off x="8120620" y="1403646"/>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5" name="Freeform 2604">
              <a:extLst>
                <a:ext uri="{FF2B5EF4-FFF2-40B4-BE49-F238E27FC236}">
                  <a16:creationId xmlns:a16="http://schemas.microsoft.com/office/drawing/2014/main" xmlns="" id="{0D0F2CC3-067C-7B4A-A830-C15C5CB094D3}"/>
                </a:ext>
              </a:extLst>
            </p:cNvPr>
            <p:cNvSpPr>
              <a:spLocks/>
            </p:cNvSpPr>
            <p:nvPr/>
          </p:nvSpPr>
          <p:spPr bwMode="gray">
            <a:xfrm>
              <a:off x="8133386" y="1410029"/>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6" name="Freeform 2605">
              <a:extLst>
                <a:ext uri="{FF2B5EF4-FFF2-40B4-BE49-F238E27FC236}">
                  <a16:creationId xmlns:a16="http://schemas.microsoft.com/office/drawing/2014/main" xmlns="" id="{3D9B8DEF-A70E-8FA8-5C2A-B9A33D93180F}"/>
                </a:ext>
              </a:extLst>
            </p:cNvPr>
            <p:cNvSpPr>
              <a:spLocks noEditPoints="1"/>
            </p:cNvSpPr>
            <p:nvPr/>
          </p:nvSpPr>
          <p:spPr bwMode="gray">
            <a:xfrm>
              <a:off x="8120620" y="1311729"/>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7" name="Freeform 2606">
              <a:extLst>
                <a:ext uri="{FF2B5EF4-FFF2-40B4-BE49-F238E27FC236}">
                  <a16:creationId xmlns:a16="http://schemas.microsoft.com/office/drawing/2014/main" xmlns="" id="{07DB29CC-6519-063D-F8A9-B7A90BE45328}"/>
                </a:ext>
              </a:extLst>
            </p:cNvPr>
            <p:cNvSpPr>
              <a:spLocks/>
            </p:cNvSpPr>
            <p:nvPr/>
          </p:nvSpPr>
          <p:spPr bwMode="gray">
            <a:xfrm>
              <a:off x="8120620" y="1311729"/>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8" name="Freeform 2607">
              <a:extLst>
                <a:ext uri="{FF2B5EF4-FFF2-40B4-BE49-F238E27FC236}">
                  <a16:creationId xmlns:a16="http://schemas.microsoft.com/office/drawing/2014/main" xmlns="" id="{5EEC8631-84AD-FD5A-2F00-5D8598B89054}"/>
                </a:ext>
              </a:extLst>
            </p:cNvPr>
            <p:cNvSpPr>
              <a:spLocks noEditPoints="1"/>
            </p:cNvSpPr>
            <p:nvPr/>
          </p:nvSpPr>
          <p:spPr bwMode="gray">
            <a:xfrm>
              <a:off x="8162749" y="1430455"/>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19" name="Freeform 2608">
              <a:extLst>
                <a:ext uri="{FF2B5EF4-FFF2-40B4-BE49-F238E27FC236}">
                  <a16:creationId xmlns:a16="http://schemas.microsoft.com/office/drawing/2014/main" xmlns="" id="{CA41563D-4B4D-3CDC-8E6C-6A69507E4363}"/>
                </a:ext>
              </a:extLst>
            </p:cNvPr>
            <p:cNvSpPr>
              <a:spLocks/>
            </p:cNvSpPr>
            <p:nvPr/>
          </p:nvSpPr>
          <p:spPr bwMode="gray">
            <a:xfrm>
              <a:off x="8165302" y="1429178"/>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0" name="Freeform 2609">
              <a:extLst>
                <a:ext uri="{FF2B5EF4-FFF2-40B4-BE49-F238E27FC236}">
                  <a16:creationId xmlns:a16="http://schemas.microsoft.com/office/drawing/2014/main" xmlns="" id="{72577EBC-01B8-5569-BE6B-561FDD2F9498}"/>
                </a:ext>
              </a:extLst>
            </p:cNvPr>
            <p:cNvSpPr>
              <a:spLocks/>
            </p:cNvSpPr>
            <p:nvPr/>
          </p:nvSpPr>
          <p:spPr bwMode="gray">
            <a:xfrm>
              <a:off x="8162749" y="1408752"/>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1" name="Freeform 2610">
              <a:extLst>
                <a:ext uri="{FF2B5EF4-FFF2-40B4-BE49-F238E27FC236}">
                  <a16:creationId xmlns:a16="http://schemas.microsoft.com/office/drawing/2014/main" xmlns="" id="{31D4FD9B-7DDD-CD28-FE1F-3ABFEAEF5F6E}"/>
                </a:ext>
              </a:extLst>
            </p:cNvPr>
            <p:cNvSpPr>
              <a:spLocks/>
            </p:cNvSpPr>
            <p:nvPr/>
          </p:nvSpPr>
          <p:spPr bwMode="gray">
            <a:xfrm>
              <a:off x="8226580" y="1288750"/>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2" name="Freeform 2611">
              <a:extLst>
                <a:ext uri="{FF2B5EF4-FFF2-40B4-BE49-F238E27FC236}">
                  <a16:creationId xmlns:a16="http://schemas.microsoft.com/office/drawing/2014/main" xmlns="" id="{79939640-D5E8-8479-D9EB-296B66E63136}"/>
                </a:ext>
              </a:extLst>
            </p:cNvPr>
            <p:cNvSpPr>
              <a:spLocks/>
            </p:cNvSpPr>
            <p:nvPr/>
          </p:nvSpPr>
          <p:spPr bwMode="gray">
            <a:xfrm>
              <a:off x="8157642" y="1579820"/>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3" name="Freeform 2612">
              <a:extLst>
                <a:ext uri="{FF2B5EF4-FFF2-40B4-BE49-F238E27FC236}">
                  <a16:creationId xmlns:a16="http://schemas.microsoft.com/office/drawing/2014/main" xmlns="" id="{4659FAEB-EC45-5931-1624-37D60517AF6C}"/>
                </a:ext>
              </a:extLst>
            </p:cNvPr>
            <p:cNvSpPr>
              <a:spLocks/>
            </p:cNvSpPr>
            <p:nvPr/>
          </p:nvSpPr>
          <p:spPr bwMode="gray">
            <a:xfrm>
              <a:off x="8160195" y="1665354"/>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4" name="Freeform 2613">
              <a:extLst>
                <a:ext uri="{FF2B5EF4-FFF2-40B4-BE49-F238E27FC236}">
                  <a16:creationId xmlns:a16="http://schemas.microsoft.com/office/drawing/2014/main" xmlns="" id="{BD16E505-29D1-EC11-BFC3-B08C8F71CADD}"/>
                </a:ext>
              </a:extLst>
            </p:cNvPr>
            <p:cNvSpPr>
              <a:spLocks/>
            </p:cNvSpPr>
            <p:nvPr/>
          </p:nvSpPr>
          <p:spPr bwMode="gray">
            <a:xfrm>
              <a:off x="8160195" y="1579820"/>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5" name="Freeform 2614">
              <a:extLst>
                <a:ext uri="{FF2B5EF4-FFF2-40B4-BE49-F238E27FC236}">
                  <a16:creationId xmlns:a16="http://schemas.microsoft.com/office/drawing/2014/main" xmlns="" id="{648B5D26-FA93-3847-55F7-C0D6CC11BA39}"/>
                </a:ext>
              </a:extLst>
            </p:cNvPr>
            <p:cNvSpPr>
              <a:spLocks/>
            </p:cNvSpPr>
            <p:nvPr/>
          </p:nvSpPr>
          <p:spPr bwMode="gray">
            <a:xfrm>
              <a:off x="8253388" y="1124066"/>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6" name="Freeform 2615">
              <a:extLst>
                <a:ext uri="{FF2B5EF4-FFF2-40B4-BE49-F238E27FC236}">
                  <a16:creationId xmlns:a16="http://schemas.microsoft.com/office/drawing/2014/main" xmlns="" id="{FF5650DE-CE1F-5DC8-A8E4-2CA72FCB27C3}"/>
                </a:ext>
              </a:extLst>
            </p:cNvPr>
            <p:cNvSpPr>
              <a:spLocks/>
            </p:cNvSpPr>
            <p:nvPr/>
          </p:nvSpPr>
          <p:spPr bwMode="gray">
            <a:xfrm>
              <a:off x="8193388" y="1127896"/>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7" name="Freeform 2616">
              <a:extLst>
                <a:ext uri="{FF2B5EF4-FFF2-40B4-BE49-F238E27FC236}">
                  <a16:creationId xmlns:a16="http://schemas.microsoft.com/office/drawing/2014/main" xmlns="" id="{8C8AB2C2-4DFF-E532-B3B1-237341AB7C35}"/>
                </a:ext>
              </a:extLst>
            </p:cNvPr>
            <p:cNvSpPr>
              <a:spLocks/>
            </p:cNvSpPr>
            <p:nvPr/>
          </p:nvSpPr>
          <p:spPr bwMode="gray">
            <a:xfrm>
              <a:off x="8304453" y="1149599"/>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8" name="Freeform 2618">
              <a:extLst>
                <a:ext uri="{FF2B5EF4-FFF2-40B4-BE49-F238E27FC236}">
                  <a16:creationId xmlns:a16="http://schemas.microsoft.com/office/drawing/2014/main" xmlns="" id="{44045A5E-67F2-239D-536C-831BCA7D1A1E}"/>
                </a:ext>
              </a:extLst>
            </p:cNvPr>
            <p:cNvSpPr>
              <a:spLocks/>
            </p:cNvSpPr>
            <p:nvPr/>
          </p:nvSpPr>
          <p:spPr bwMode="gray">
            <a:xfrm>
              <a:off x="8249559" y="1300240"/>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29" name="Freeform 2619">
              <a:extLst>
                <a:ext uri="{FF2B5EF4-FFF2-40B4-BE49-F238E27FC236}">
                  <a16:creationId xmlns:a16="http://schemas.microsoft.com/office/drawing/2014/main" xmlns="" id="{AA880E34-1EA7-B08E-6B14-989B1FF3D835}"/>
                </a:ext>
              </a:extLst>
            </p:cNvPr>
            <p:cNvSpPr>
              <a:spLocks/>
            </p:cNvSpPr>
            <p:nvPr/>
          </p:nvSpPr>
          <p:spPr bwMode="gray">
            <a:xfrm>
              <a:off x="8201047" y="1301517"/>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0" name="Freeform 2623">
              <a:extLst>
                <a:ext uri="{FF2B5EF4-FFF2-40B4-BE49-F238E27FC236}">
                  <a16:creationId xmlns:a16="http://schemas.microsoft.com/office/drawing/2014/main" xmlns="" id="{4C613609-C63A-D39C-AC92-05D9E69D8EE9}"/>
                </a:ext>
              </a:extLst>
            </p:cNvPr>
            <p:cNvSpPr>
              <a:spLocks/>
            </p:cNvSpPr>
            <p:nvPr/>
          </p:nvSpPr>
          <p:spPr bwMode="gray">
            <a:xfrm>
              <a:off x="8194665" y="1116406"/>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31" name="Freeform 2624">
              <a:extLst>
                <a:ext uri="{FF2B5EF4-FFF2-40B4-BE49-F238E27FC236}">
                  <a16:creationId xmlns:a16="http://schemas.microsoft.com/office/drawing/2014/main" xmlns="" id="{4E147E8B-C075-93B3-6362-DEEBDDEA30B7}"/>
                </a:ext>
              </a:extLst>
            </p:cNvPr>
            <p:cNvSpPr>
              <a:spLocks/>
            </p:cNvSpPr>
            <p:nvPr/>
          </p:nvSpPr>
          <p:spPr bwMode="gray">
            <a:xfrm>
              <a:off x="8194665" y="1125343"/>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536" name="Picture 4238">
              <a:extLst>
                <a:ext uri="{FF2B5EF4-FFF2-40B4-BE49-F238E27FC236}">
                  <a16:creationId xmlns:a16="http://schemas.microsoft.com/office/drawing/2014/main" xmlns="" id="{2A27C7F0-8D37-91C0-B4E8-37E857010FEC}"/>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gray">
            <a:xfrm>
              <a:off x="8194664" y="1166194"/>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7" name="Picture 4239">
              <a:extLst>
                <a:ext uri="{FF2B5EF4-FFF2-40B4-BE49-F238E27FC236}">
                  <a16:creationId xmlns:a16="http://schemas.microsoft.com/office/drawing/2014/main" xmlns="" id="{5FB17D72-BC74-8BCB-A749-208C15DC9357}"/>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8268708" y="1166194"/>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8" name="Picture 4240">
              <a:extLst>
                <a:ext uri="{FF2B5EF4-FFF2-40B4-BE49-F238E27FC236}">
                  <a16:creationId xmlns:a16="http://schemas.microsoft.com/office/drawing/2014/main" xmlns="" id="{A22ABE68-43ED-FC04-628B-000364F9CCB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8192111" y="1166194"/>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9" name="Picture 4241">
              <a:extLst>
                <a:ext uri="{FF2B5EF4-FFF2-40B4-BE49-F238E27FC236}">
                  <a16:creationId xmlns:a16="http://schemas.microsoft.com/office/drawing/2014/main" xmlns="" id="{B733DF1C-3FDA-A0C4-E174-26E1A0667B82}"/>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8305730" y="1153428"/>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0" name="Picture 4242">
              <a:extLst>
                <a:ext uri="{FF2B5EF4-FFF2-40B4-BE49-F238E27FC236}">
                  <a16:creationId xmlns:a16="http://schemas.microsoft.com/office/drawing/2014/main" xmlns="" id="{9FD2D544-65BE-EA33-1261-CBF1CE931859}"/>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8189557" y="1113853"/>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1" name="Picture 4243">
              <a:extLst>
                <a:ext uri="{FF2B5EF4-FFF2-40B4-BE49-F238E27FC236}">
                  <a16:creationId xmlns:a16="http://schemas.microsoft.com/office/drawing/2014/main" xmlns="" id="{C574373F-7CE6-DF68-8C7A-AF89104D6D81}"/>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8189557" y="1144492"/>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 name="Freeform 601">
              <a:extLst>
                <a:ext uri="{FF2B5EF4-FFF2-40B4-BE49-F238E27FC236}">
                  <a16:creationId xmlns:a16="http://schemas.microsoft.com/office/drawing/2014/main" xmlns="" id="{AF133CA0-5735-AC4A-8166-ED8B3DCD0DB8}"/>
                </a:ext>
              </a:extLst>
            </p:cNvPr>
            <p:cNvSpPr>
              <a:spLocks/>
            </p:cNvSpPr>
            <p:nvPr/>
          </p:nvSpPr>
          <p:spPr bwMode="gray">
            <a:xfrm>
              <a:off x="8461850" y="1428869"/>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3" name="Freeform 602">
              <a:extLst>
                <a:ext uri="{FF2B5EF4-FFF2-40B4-BE49-F238E27FC236}">
                  <a16:creationId xmlns:a16="http://schemas.microsoft.com/office/drawing/2014/main" xmlns="" id="{0A3EFBC8-A50B-46EB-4A31-DB085161FD03}"/>
                </a:ext>
              </a:extLst>
            </p:cNvPr>
            <p:cNvSpPr>
              <a:spLocks/>
            </p:cNvSpPr>
            <p:nvPr/>
          </p:nvSpPr>
          <p:spPr bwMode="gray">
            <a:xfrm>
              <a:off x="8605413" y="1236807"/>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4" name="Freeform 603">
              <a:extLst>
                <a:ext uri="{FF2B5EF4-FFF2-40B4-BE49-F238E27FC236}">
                  <a16:creationId xmlns:a16="http://schemas.microsoft.com/office/drawing/2014/main" xmlns="" id="{8F28B875-5DDE-76B8-0F4E-257CA803D827}"/>
                </a:ext>
              </a:extLst>
            </p:cNvPr>
            <p:cNvSpPr>
              <a:spLocks/>
            </p:cNvSpPr>
            <p:nvPr/>
          </p:nvSpPr>
          <p:spPr bwMode="gray">
            <a:xfrm>
              <a:off x="8597652" y="1632575"/>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5" name="Freeform 604">
              <a:extLst>
                <a:ext uri="{FF2B5EF4-FFF2-40B4-BE49-F238E27FC236}">
                  <a16:creationId xmlns:a16="http://schemas.microsoft.com/office/drawing/2014/main" xmlns="" id="{B36C49D3-4458-E5CF-61FD-7EB82C194B11}"/>
                </a:ext>
              </a:extLst>
            </p:cNvPr>
            <p:cNvSpPr>
              <a:spLocks/>
            </p:cNvSpPr>
            <p:nvPr/>
          </p:nvSpPr>
          <p:spPr bwMode="gray">
            <a:xfrm>
              <a:off x="8620934" y="1727637"/>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6" name="Freeform 605">
              <a:extLst>
                <a:ext uri="{FF2B5EF4-FFF2-40B4-BE49-F238E27FC236}">
                  <a16:creationId xmlns:a16="http://schemas.microsoft.com/office/drawing/2014/main" xmlns="" id="{72B91BF4-2EDF-4DF9-533A-DC5FAF0DB195}"/>
                </a:ext>
              </a:extLst>
            </p:cNvPr>
            <p:cNvSpPr>
              <a:spLocks/>
            </p:cNvSpPr>
            <p:nvPr/>
          </p:nvSpPr>
          <p:spPr bwMode="gray">
            <a:xfrm>
              <a:off x="8653914" y="1630635"/>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7" name="Freeform 606">
              <a:extLst>
                <a:ext uri="{FF2B5EF4-FFF2-40B4-BE49-F238E27FC236}">
                  <a16:creationId xmlns:a16="http://schemas.microsoft.com/office/drawing/2014/main" xmlns="" id="{B2A664D2-C345-B4FA-5C22-7AE2D37ACA4F}"/>
                </a:ext>
              </a:extLst>
            </p:cNvPr>
            <p:cNvSpPr>
              <a:spLocks/>
            </p:cNvSpPr>
            <p:nvPr/>
          </p:nvSpPr>
          <p:spPr bwMode="gray">
            <a:xfrm>
              <a:off x="8626754" y="1632575"/>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8" name="Freeform 608">
              <a:extLst>
                <a:ext uri="{FF2B5EF4-FFF2-40B4-BE49-F238E27FC236}">
                  <a16:creationId xmlns:a16="http://schemas.microsoft.com/office/drawing/2014/main" xmlns="" id="{F43F2A0B-A3E0-A3FC-97E7-B69EEBE125A8}"/>
                </a:ext>
              </a:extLst>
            </p:cNvPr>
            <p:cNvSpPr>
              <a:spLocks/>
            </p:cNvSpPr>
            <p:nvPr/>
          </p:nvSpPr>
          <p:spPr bwMode="gray">
            <a:xfrm>
              <a:off x="8758676" y="2208767"/>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9" name="Freeform 609">
              <a:extLst>
                <a:ext uri="{FF2B5EF4-FFF2-40B4-BE49-F238E27FC236}">
                  <a16:creationId xmlns:a16="http://schemas.microsoft.com/office/drawing/2014/main" xmlns="" id="{A2036F89-15B1-B5CE-B14B-66EE1828A29F}"/>
                </a:ext>
              </a:extLst>
            </p:cNvPr>
            <p:cNvSpPr>
              <a:spLocks/>
            </p:cNvSpPr>
            <p:nvPr/>
          </p:nvSpPr>
          <p:spPr bwMode="gray">
            <a:xfrm>
              <a:off x="8867319" y="2210706"/>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0" name="Freeform 610">
              <a:extLst>
                <a:ext uri="{FF2B5EF4-FFF2-40B4-BE49-F238E27FC236}">
                  <a16:creationId xmlns:a16="http://schemas.microsoft.com/office/drawing/2014/main" xmlns="" id="{8D348ED8-C7D6-F8C3-784D-D6FDD0123EC3}"/>
                </a:ext>
              </a:extLst>
            </p:cNvPr>
            <p:cNvSpPr>
              <a:spLocks/>
            </p:cNvSpPr>
            <p:nvPr/>
          </p:nvSpPr>
          <p:spPr bwMode="gray">
            <a:xfrm>
              <a:off x="8861499" y="2208767"/>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1" name="Freeform 611">
              <a:extLst>
                <a:ext uri="{FF2B5EF4-FFF2-40B4-BE49-F238E27FC236}">
                  <a16:creationId xmlns:a16="http://schemas.microsoft.com/office/drawing/2014/main" xmlns="" id="{ADB14403-AA7E-A6DC-8742-5DBF108F1A9B}"/>
                </a:ext>
              </a:extLst>
            </p:cNvPr>
            <p:cNvSpPr>
              <a:spLocks/>
            </p:cNvSpPr>
            <p:nvPr/>
          </p:nvSpPr>
          <p:spPr bwMode="gray">
            <a:xfrm>
              <a:off x="8504531" y="2216526"/>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2" name="Freeform 612">
              <a:extLst>
                <a:ext uri="{FF2B5EF4-FFF2-40B4-BE49-F238E27FC236}">
                  <a16:creationId xmlns:a16="http://schemas.microsoft.com/office/drawing/2014/main" xmlns="" id="{DB642872-6A3D-C7AE-2085-7FAAB794B6F3}"/>
                </a:ext>
              </a:extLst>
            </p:cNvPr>
            <p:cNvSpPr>
              <a:spLocks noEditPoints="1"/>
            </p:cNvSpPr>
            <p:nvPr/>
          </p:nvSpPr>
          <p:spPr bwMode="gray">
            <a:xfrm>
              <a:off x="8595714" y="2222347"/>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3" name="Freeform 613">
              <a:extLst>
                <a:ext uri="{FF2B5EF4-FFF2-40B4-BE49-F238E27FC236}">
                  <a16:creationId xmlns:a16="http://schemas.microsoft.com/office/drawing/2014/main" xmlns="" id="{4139BE07-B321-4806-F740-D6BD7D810504}"/>
                </a:ext>
              </a:extLst>
            </p:cNvPr>
            <p:cNvSpPr>
              <a:spLocks/>
            </p:cNvSpPr>
            <p:nvPr/>
          </p:nvSpPr>
          <p:spPr bwMode="gray">
            <a:xfrm>
              <a:off x="8626754" y="2220407"/>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4" name="Freeform 614">
              <a:extLst>
                <a:ext uri="{FF2B5EF4-FFF2-40B4-BE49-F238E27FC236}">
                  <a16:creationId xmlns:a16="http://schemas.microsoft.com/office/drawing/2014/main" xmlns="" id="{E79FC74C-DBB2-4AD8-63DF-9910775F9650}"/>
                </a:ext>
              </a:extLst>
            </p:cNvPr>
            <p:cNvSpPr>
              <a:spLocks/>
            </p:cNvSpPr>
            <p:nvPr/>
          </p:nvSpPr>
          <p:spPr bwMode="gray">
            <a:xfrm>
              <a:off x="8595714" y="2220407"/>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5" name="Freeform 615">
              <a:extLst>
                <a:ext uri="{FF2B5EF4-FFF2-40B4-BE49-F238E27FC236}">
                  <a16:creationId xmlns:a16="http://schemas.microsoft.com/office/drawing/2014/main" xmlns="" id="{1F173160-5CC7-71E1-9EB1-74441BFE447F}"/>
                </a:ext>
              </a:extLst>
            </p:cNvPr>
            <p:cNvSpPr>
              <a:spLocks/>
            </p:cNvSpPr>
            <p:nvPr/>
          </p:nvSpPr>
          <p:spPr bwMode="gray">
            <a:xfrm>
              <a:off x="8663614" y="1118466"/>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6" name="Freeform 616">
              <a:extLst>
                <a:ext uri="{FF2B5EF4-FFF2-40B4-BE49-F238E27FC236}">
                  <a16:creationId xmlns:a16="http://schemas.microsoft.com/office/drawing/2014/main" xmlns="" id="{3C9C66C7-FD3E-B1AD-62BD-CB467EA2E383}"/>
                </a:ext>
              </a:extLst>
            </p:cNvPr>
            <p:cNvSpPr>
              <a:spLocks/>
            </p:cNvSpPr>
            <p:nvPr/>
          </p:nvSpPr>
          <p:spPr bwMode="gray">
            <a:xfrm>
              <a:off x="8702416" y="1194127"/>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7" name="Rectangle 617">
              <a:extLst>
                <a:ext uri="{FF2B5EF4-FFF2-40B4-BE49-F238E27FC236}">
                  <a16:creationId xmlns:a16="http://schemas.microsoft.com/office/drawing/2014/main" xmlns="" id="{604AABC5-A800-1EC2-281F-44A29FCC4609}"/>
                </a:ext>
              </a:extLst>
            </p:cNvPr>
            <p:cNvSpPr>
              <a:spLocks noChangeArrowheads="1"/>
            </p:cNvSpPr>
            <p:nvPr/>
          </p:nvSpPr>
          <p:spPr bwMode="gray">
            <a:xfrm>
              <a:off x="8624813" y="1620935"/>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8" name="Freeform 618">
              <a:extLst>
                <a:ext uri="{FF2B5EF4-FFF2-40B4-BE49-F238E27FC236}">
                  <a16:creationId xmlns:a16="http://schemas.microsoft.com/office/drawing/2014/main" xmlns="" id="{42A60809-14C5-86C0-957F-668B93099DAB}"/>
                </a:ext>
              </a:extLst>
            </p:cNvPr>
            <p:cNvSpPr>
              <a:spLocks/>
            </p:cNvSpPr>
            <p:nvPr/>
          </p:nvSpPr>
          <p:spPr bwMode="gray">
            <a:xfrm>
              <a:off x="8648094" y="1069964"/>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9" name="Freeform 619">
              <a:extLst>
                <a:ext uri="{FF2B5EF4-FFF2-40B4-BE49-F238E27FC236}">
                  <a16:creationId xmlns:a16="http://schemas.microsoft.com/office/drawing/2014/main" xmlns="" id="{90FB9DDD-9822-CB64-6B9E-298C6B44A565}"/>
                </a:ext>
              </a:extLst>
            </p:cNvPr>
            <p:cNvSpPr>
              <a:spLocks/>
            </p:cNvSpPr>
            <p:nvPr/>
          </p:nvSpPr>
          <p:spPr bwMode="gray">
            <a:xfrm>
              <a:off x="8690774" y="1238747"/>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0" name="Freeform 620">
              <a:extLst>
                <a:ext uri="{FF2B5EF4-FFF2-40B4-BE49-F238E27FC236}">
                  <a16:creationId xmlns:a16="http://schemas.microsoft.com/office/drawing/2014/main" xmlns="" id="{9A78C352-2EBA-B2F7-2215-64C238121713}"/>
                </a:ext>
              </a:extLst>
            </p:cNvPr>
            <p:cNvSpPr>
              <a:spLocks/>
            </p:cNvSpPr>
            <p:nvPr/>
          </p:nvSpPr>
          <p:spPr bwMode="gray">
            <a:xfrm>
              <a:off x="8574373" y="1312470"/>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1" name="Freeform 621">
              <a:extLst>
                <a:ext uri="{FF2B5EF4-FFF2-40B4-BE49-F238E27FC236}">
                  <a16:creationId xmlns:a16="http://schemas.microsoft.com/office/drawing/2014/main" xmlns="" id="{4295029A-1F46-210C-F16A-8F0CE7BA9707}"/>
                </a:ext>
              </a:extLst>
            </p:cNvPr>
            <p:cNvSpPr>
              <a:spLocks/>
            </p:cNvSpPr>
            <p:nvPr/>
          </p:nvSpPr>
          <p:spPr bwMode="gray">
            <a:xfrm>
              <a:off x="8822697" y="1463792"/>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2" name="Freeform 622">
              <a:extLst>
                <a:ext uri="{FF2B5EF4-FFF2-40B4-BE49-F238E27FC236}">
                  <a16:creationId xmlns:a16="http://schemas.microsoft.com/office/drawing/2014/main" xmlns="" id="{799382CA-F6A5-AAE3-E8B0-9DD02EE33307}"/>
                </a:ext>
              </a:extLst>
            </p:cNvPr>
            <p:cNvSpPr>
              <a:spLocks/>
            </p:cNvSpPr>
            <p:nvPr/>
          </p:nvSpPr>
          <p:spPr bwMode="gray">
            <a:xfrm>
              <a:off x="8857618" y="1471553"/>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3" name="Freeform 624">
              <a:extLst>
                <a:ext uri="{FF2B5EF4-FFF2-40B4-BE49-F238E27FC236}">
                  <a16:creationId xmlns:a16="http://schemas.microsoft.com/office/drawing/2014/main" xmlns="" id="{1007FCDE-6DA5-BEEF-3B5F-023C92DB35F2}"/>
                </a:ext>
              </a:extLst>
            </p:cNvPr>
            <p:cNvSpPr>
              <a:spLocks/>
            </p:cNvSpPr>
            <p:nvPr/>
          </p:nvSpPr>
          <p:spPr bwMode="gray">
            <a:xfrm>
              <a:off x="8506471" y="1459912"/>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4" name="Freeform 625">
              <a:extLst>
                <a:ext uri="{FF2B5EF4-FFF2-40B4-BE49-F238E27FC236}">
                  <a16:creationId xmlns:a16="http://schemas.microsoft.com/office/drawing/2014/main" xmlns="" id="{1DDB4A0A-B953-8B1C-51B4-9DA989A186A8}"/>
                </a:ext>
              </a:extLst>
            </p:cNvPr>
            <p:cNvSpPr>
              <a:spLocks/>
            </p:cNvSpPr>
            <p:nvPr/>
          </p:nvSpPr>
          <p:spPr bwMode="gray">
            <a:xfrm>
              <a:off x="8432750" y="1368203"/>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5" name="Rectangle 291">
              <a:extLst>
                <a:ext uri="{FF2B5EF4-FFF2-40B4-BE49-F238E27FC236}">
                  <a16:creationId xmlns:a16="http://schemas.microsoft.com/office/drawing/2014/main" xmlns="" id="{54FA9709-EA81-83F6-FBE0-06AC25B17436}"/>
                </a:ext>
              </a:extLst>
            </p:cNvPr>
            <p:cNvSpPr>
              <a:spLocks noChangeArrowheads="1"/>
            </p:cNvSpPr>
            <p:nvPr/>
          </p:nvSpPr>
          <p:spPr bwMode="gray">
            <a:xfrm rot="5400000" flipH="1">
              <a:off x="7969234" y="2079713"/>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6" name="Freeform 292">
              <a:extLst>
                <a:ext uri="{FF2B5EF4-FFF2-40B4-BE49-F238E27FC236}">
                  <a16:creationId xmlns:a16="http://schemas.microsoft.com/office/drawing/2014/main" xmlns="" id="{CAB94C19-D3D9-C1E0-DFC4-EFDE19625B02}"/>
                </a:ext>
              </a:extLst>
            </p:cNvPr>
            <p:cNvSpPr>
              <a:spLocks noEditPoints="1"/>
            </p:cNvSpPr>
            <p:nvPr/>
          </p:nvSpPr>
          <p:spPr bwMode="gray">
            <a:xfrm rot="5400000" flipH="1">
              <a:off x="7998401" y="1992225"/>
              <a:ext cx="101351" cy="102307"/>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7" name="Freeform 293">
              <a:extLst>
                <a:ext uri="{FF2B5EF4-FFF2-40B4-BE49-F238E27FC236}">
                  <a16:creationId xmlns:a16="http://schemas.microsoft.com/office/drawing/2014/main" xmlns="" id="{8C1EE4C6-B405-7BB9-BAD8-4BBC8843DD5A}"/>
                </a:ext>
              </a:extLst>
            </p:cNvPr>
            <p:cNvSpPr>
              <a:spLocks/>
            </p:cNvSpPr>
            <p:nvPr/>
          </p:nvSpPr>
          <p:spPr bwMode="gray">
            <a:xfrm rot="5400000" flipH="1">
              <a:off x="7940553" y="2051025"/>
              <a:ext cx="43025" cy="14343"/>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8" name="Freeform 294">
              <a:extLst>
                <a:ext uri="{FF2B5EF4-FFF2-40B4-BE49-F238E27FC236}">
                  <a16:creationId xmlns:a16="http://schemas.microsoft.com/office/drawing/2014/main" xmlns="" id="{BB0EBC23-6C58-E8F4-2243-27D620E553D2}"/>
                </a:ext>
              </a:extLst>
            </p:cNvPr>
            <p:cNvSpPr>
              <a:spLocks/>
            </p:cNvSpPr>
            <p:nvPr/>
          </p:nvSpPr>
          <p:spPr bwMode="gray">
            <a:xfrm rot="5400000" flipH="1">
              <a:off x="8027084" y="2021865"/>
              <a:ext cx="43982" cy="43025"/>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9" name="Freeform 295">
              <a:extLst>
                <a:ext uri="{FF2B5EF4-FFF2-40B4-BE49-F238E27FC236}">
                  <a16:creationId xmlns:a16="http://schemas.microsoft.com/office/drawing/2014/main" xmlns="" id="{C873B7F3-C7DC-5999-DA99-3B3D3E6113ED}"/>
                </a:ext>
              </a:extLst>
            </p:cNvPr>
            <p:cNvSpPr>
              <a:spLocks/>
            </p:cNvSpPr>
            <p:nvPr/>
          </p:nvSpPr>
          <p:spPr bwMode="gray">
            <a:xfrm rot="5400000" flipH="1">
              <a:off x="7823428" y="2021865"/>
              <a:ext cx="43982" cy="43025"/>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0" name="Rectangle 296">
              <a:extLst>
                <a:ext uri="{FF2B5EF4-FFF2-40B4-BE49-F238E27FC236}">
                  <a16:creationId xmlns:a16="http://schemas.microsoft.com/office/drawing/2014/main" xmlns="" id="{42A145C3-BFC2-5052-3E53-37A20FAE8A08}"/>
                </a:ext>
              </a:extLst>
            </p:cNvPr>
            <p:cNvSpPr>
              <a:spLocks noChangeArrowheads="1"/>
            </p:cNvSpPr>
            <p:nvPr/>
          </p:nvSpPr>
          <p:spPr bwMode="gray">
            <a:xfrm rot="5400000" flipH="1">
              <a:off x="7968758" y="2021864"/>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1" name="Freeform 297">
              <a:extLst>
                <a:ext uri="{FF2B5EF4-FFF2-40B4-BE49-F238E27FC236}">
                  <a16:creationId xmlns:a16="http://schemas.microsoft.com/office/drawing/2014/main" xmlns="" id="{2CDDEADE-C938-5E69-9EC1-F60CFC6753BD}"/>
                </a:ext>
              </a:extLst>
            </p:cNvPr>
            <p:cNvSpPr>
              <a:spLocks noEditPoints="1"/>
            </p:cNvSpPr>
            <p:nvPr/>
          </p:nvSpPr>
          <p:spPr bwMode="gray">
            <a:xfrm rot="5400000" flipH="1">
              <a:off x="7794743" y="1992225"/>
              <a:ext cx="101351" cy="102307"/>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2" name="Rectangle 298">
              <a:extLst>
                <a:ext uri="{FF2B5EF4-FFF2-40B4-BE49-F238E27FC236}">
                  <a16:creationId xmlns:a16="http://schemas.microsoft.com/office/drawing/2014/main" xmlns="" id="{DA0F3525-3574-AE24-A0D2-01F0375194BC}"/>
                </a:ext>
              </a:extLst>
            </p:cNvPr>
            <p:cNvSpPr>
              <a:spLocks noChangeArrowheads="1"/>
            </p:cNvSpPr>
            <p:nvPr/>
          </p:nvSpPr>
          <p:spPr bwMode="gray">
            <a:xfrm rot="5400000" flipH="1">
              <a:off x="7910913" y="1992703"/>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3" name="Freeform 299">
              <a:extLst>
                <a:ext uri="{FF2B5EF4-FFF2-40B4-BE49-F238E27FC236}">
                  <a16:creationId xmlns:a16="http://schemas.microsoft.com/office/drawing/2014/main" xmlns="" id="{C85A38B4-B18D-D258-2A42-F7606B276505}"/>
                </a:ext>
              </a:extLst>
            </p:cNvPr>
            <p:cNvSpPr>
              <a:spLocks/>
            </p:cNvSpPr>
            <p:nvPr/>
          </p:nvSpPr>
          <p:spPr bwMode="gray">
            <a:xfrm rot="5400000" flipH="1">
              <a:off x="7983577" y="1934379"/>
              <a:ext cx="58325" cy="87010"/>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4" name="Freeform 300">
              <a:extLst>
                <a:ext uri="{FF2B5EF4-FFF2-40B4-BE49-F238E27FC236}">
                  <a16:creationId xmlns:a16="http://schemas.microsoft.com/office/drawing/2014/main" xmlns="" id="{66936F19-7266-C2F6-3047-E766CB05C1EB}"/>
                </a:ext>
              </a:extLst>
            </p:cNvPr>
            <p:cNvSpPr>
              <a:spLocks/>
            </p:cNvSpPr>
            <p:nvPr/>
          </p:nvSpPr>
          <p:spPr bwMode="gray">
            <a:xfrm rot="5400000" flipH="1">
              <a:off x="7882229" y="2007046"/>
              <a:ext cx="115691" cy="58325"/>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5" name="Freeform 301">
              <a:extLst>
                <a:ext uri="{FF2B5EF4-FFF2-40B4-BE49-F238E27FC236}">
                  <a16:creationId xmlns:a16="http://schemas.microsoft.com/office/drawing/2014/main" xmlns="" id="{D44839C9-DFC9-B9F6-6D5E-F5F4D122D633}"/>
                </a:ext>
              </a:extLst>
            </p:cNvPr>
            <p:cNvSpPr>
              <a:spLocks/>
            </p:cNvSpPr>
            <p:nvPr/>
          </p:nvSpPr>
          <p:spPr bwMode="gray">
            <a:xfrm rot="5400000" flipH="1">
              <a:off x="7888921" y="1927687"/>
              <a:ext cx="43982" cy="57369"/>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6" name="Rectangle 302">
              <a:extLst>
                <a:ext uri="{FF2B5EF4-FFF2-40B4-BE49-F238E27FC236}">
                  <a16:creationId xmlns:a16="http://schemas.microsoft.com/office/drawing/2014/main" xmlns="" id="{E1D39605-9B34-1B23-C0A7-6EB0EA9ACF56}"/>
                </a:ext>
              </a:extLst>
            </p:cNvPr>
            <p:cNvSpPr>
              <a:spLocks noChangeArrowheads="1"/>
            </p:cNvSpPr>
            <p:nvPr/>
          </p:nvSpPr>
          <p:spPr bwMode="gray">
            <a:xfrm rot="5400000" flipH="1">
              <a:off x="7794268" y="1963063"/>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7" name="Freeform 303">
              <a:extLst>
                <a:ext uri="{FF2B5EF4-FFF2-40B4-BE49-F238E27FC236}">
                  <a16:creationId xmlns:a16="http://schemas.microsoft.com/office/drawing/2014/main" xmlns="" id="{9A9A17F8-DD17-AEAF-05EB-10CCD33F53B6}"/>
                </a:ext>
              </a:extLst>
            </p:cNvPr>
            <p:cNvSpPr>
              <a:spLocks/>
            </p:cNvSpPr>
            <p:nvPr/>
          </p:nvSpPr>
          <p:spPr bwMode="gray">
            <a:xfrm rot="5400000" flipH="1">
              <a:off x="8056245" y="1934379"/>
              <a:ext cx="58325" cy="29640"/>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8" name="Rectangle 304">
              <a:extLst>
                <a:ext uri="{FF2B5EF4-FFF2-40B4-BE49-F238E27FC236}">
                  <a16:creationId xmlns:a16="http://schemas.microsoft.com/office/drawing/2014/main" xmlns="" id="{69EB0B75-10D8-510A-1974-A6DD8C8F177B}"/>
                </a:ext>
              </a:extLst>
            </p:cNvPr>
            <p:cNvSpPr>
              <a:spLocks noChangeArrowheads="1"/>
            </p:cNvSpPr>
            <p:nvPr/>
          </p:nvSpPr>
          <p:spPr bwMode="gray">
            <a:xfrm rot="5400000" flipH="1">
              <a:off x="7954894" y="1948722"/>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9" name="Rectangle 305">
              <a:extLst>
                <a:ext uri="{FF2B5EF4-FFF2-40B4-BE49-F238E27FC236}">
                  <a16:creationId xmlns:a16="http://schemas.microsoft.com/office/drawing/2014/main" xmlns="" id="{5D55D6AC-E76D-8A3B-8CC3-5EA63A298DD4}"/>
                </a:ext>
              </a:extLst>
            </p:cNvPr>
            <p:cNvSpPr>
              <a:spLocks noChangeArrowheads="1"/>
            </p:cNvSpPr>
            <p:nvPr/>
          </p:nvSpPr>
          <p:spPr bwMode="gray">
            <a:xfrm rot="5400000" flipH="1">
              <a:off x="7997919" y="1934378"/>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0" name="Rectangle 306">
              <a:extLst>
                <a:ext uri="{FF2B5EF4-FFF2-40B4-BE49-F238E27FC236}">
                  <a16:creationId xmlns:a16="http://schemas.microsoft.com/office/drawing/2014/main" xmlns="" id="{F857A0CD-12BF-0EE6-9E0C-19D90E2DEFFC}"/>
                </a:ext>
              </a:extLst>
            </p:cNvPr>
            <p:cNvSpPr>
              <a:spLocks noChangeArrowheads="1"/>
            </p:cNvSpPr>
            <p:nvPr/>
          </p:nvSpPr>
          <p:spPr bwMode="gray">
            <a:xfrm rot="5400000" flipH="1">
              <a:off x="8041901" y="1920037"/>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1" name="Rectangle 307">
              <a:extLst>
                <a:ext uri="{FF2B5EF4-FFF2-40B4-BE49-F238E27FC236}">
                  <a16:creationId xmlns:a16="http://schemas.microsoft.com/office/drawing/2014/main" xmlns="" id="{7A87B1A2-DA7A-136F-47D9-91E445B7F1CB}"/>
                </a:ext>
              </a:extLst>
            </p:cNvPr>
            <p:cNvSpPr>
              <a:spLocks noChangeArrowheads="1"/>
            </p:cNvSpPr>
            <p:nvPr/>
          </p:nvSpPr>
          <p:spPr bwMode="gray">
            <a:xfrm rot="5400000" flipH="1">
              <a:off x="8012742" y="1919561"/>
              <a:ext cx="14343"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2" name="Freeform 308">
              <a:extLst>
                <a:ext uri="{FF2B5EF4-FFF2-40B4-BE49-F238E27FC236}">
                  <a16:creationId xmlns:a16="http://schemas.microsoft.com/office/drawing/2014/main" xmlns="" id="{5BCEC712-AEDD-5D3C-C636-2866323647FE}"/>
                </a:ext>
              </a:extLst>
            </p:cNvPr>
            <p:cNvSpPr>
              <a:spLocks/>
            </p:cNvSpPr>
            <p:nvPr/>
          </p:nvSpPr>
          <p:spPr bwMode="gray">
            <a:xfrm rot="5400000" flipH="1">
              <a:off x="7953940" y="1890398"/>
              <a:ext cx="43982" cy="72666"/>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3" name="Rectangle 309">
              <a:extLst>
                <a:ext uri="{FF2B5EF4-FFF2-40B4-BE49-F238E27FC236}">
                  <a16:creationId xmlns:a16="http://schemas.microsoft.com/office/drawing/2014/main" xmlns="" id="{3B2E873A-67DA-9093-6416-07335C078623}"/>
                </a:ext>
              </a:extLst>
            </p:cNvPr>
            <p:cNvSpPr>
              <a:spLocks noChangeArrowheads="1"/>
            </p:cNvSpPr>
            <p:nvPr/>
          </p:nvSpPr>
          <p:spPr bwMode="gray">
            <a:xfrm rot="5400000" flipH="1">
              <a:off x="8084932" y="1904740"/>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4" name="Rectangle 310">
              <a:extLst>
                <a:ext uri="{FF2B5EF4-FFF2-40B4-BE49-F238E27FC236}">
                  <a16:creationId xmlns:a16="http://schemas.microsoft.com/office/drawing/2014/main" xmlns="" id="{54295A25-D4DF-7D72-8FDF-AF5769AA3F68}"/>
                </a:ext>
              </a:extLst>
            </p:cNvPr>
            <p:cNvSpPr>
              <a:spLocks noChangeArrowheads="1"/>
            </p:cNvSpPr>
            <p:nvPr/>
          </p:nvSpPr>
          <p:spPr bwMode="gray">
            <a:xfrm rot="5400000" flipH="1">
              <a:off x="8027083" y="1905216"/>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5" name="Freeform 311">
              <a:extLst>
                <a:ext uri="{FF2B5EF4-FFF2-40B4-BE49-F238E27FC236}">
                  <a16:creationId xmlns:a16="http://schemas.microsoft.com/office/drawing/2014/main" xmlns="" id="{FA3523AC-FF19-568D-CF3B-675619942971}"/>
                </a:ext>
              </a:extLst>
            </p:cNvPr>
            <p:cNvSpPr>
              <a:spLocks/>
            </p:cNvSpPr>
            <p:nvPr/>
          </p:nvSpPr>
          <p:spPr bwMode="gray">
            <a:xfrm rot="5400000" flipH="1">
              <a:off x="8027084" y="1818209"/>
              <a:ext cx="43982" cy="43025"/>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6" name="Freeform 312">
              <a:extLst>
                <a:ext uri="{FF2B5EF4-FFF2-40B4-BE49-F238E27FC236}">
                  <a16:creationId xmlns:a16="http://schemas.microsoft.com/office/drawing/2014/main" xmlns="" id="{3F3B1C1F-C248-3E57-D33A-054E36823191}"/>
                </a:ext>
              </a:extLst>
            </p:cNvPr>
            <p:cNvSpPr>
              <a:spLocks noEditPoints="1"/>
            </p:cNvSpPr>
            <p:nvPr/>
          </p:nvSpPr>
          <p:spPr bwMode="gray">
            <a:xfrm rot="5400000" flipH="1">
              <a:off x="7801436" y="1796220"/>
              <a:ext cx="190270" cy="174016"/>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7" name="Freeform 313">
              <a:extLst>
                <a:ext uri="{FF2B5EF4-FFF2-40B4-BE49-F238E27FC236}">
                  <a16:creationId xmlns:a16="http://schemas.microsoft.com/office/drawing/2014/main" xmlns="" id="{267119A5-95C3-2308-B0B0-BBD8F643C83D}"/>
                </a:ext>
              </a:extLst>
            </p:cNvPr>
            <p:cNvSpPr>
              <a:spLocks noEditPoints="1"/>
            </p:cNvSpPr>
            <p:nvPr/>
          </p:nvSpPr>
          <p:spPr bwMode="gray">
            <a:xfrm rot="5400000" flipH="1">
              <a:off x="7772276" y="1810086"/>
              <a:ext cx="131947" cy="87963"/>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8" name="Freeform 314">
              <a:extLst>
                <a:ext uri="{FF2B5EF4-FFF2-40B4-BE49-F238E27FC236}">
                  <a16:creationId xmlns:a16="http://schemas.microsoft.com/office/drawing/2014/main" xmlns="" id="{5F62959C-B2CF-D35C-605D-3CD97812F5E5}"/>
                </a:ext>
              </a:extLst>
            </p:cNvPr>
            <p:cNvSpPr>
              <a:spLocks noEditPoints="1"/>
            </p:cNvSpPr>
            <p:nvPr/>
          </p:nvSpPr>
          <p:spPr bwMode="gray">
            <a:xfrm rot="5400000" flipH="1">
              <a:off x="7997922" y="1788092"/>
              <a:ext cx="102307" cy="102307"/>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9" name="Rectangle 315">
              <a:extLst>
                <a:ext uri="{FF2B5EF4-FFF2-40B4-BE49-F238E27FC236}">
                  <a16:creationId xmlns:a16="http://schemas.microsoft.com/office/drawing/2014/main" xmlns="" id="{2E23DA15-48E9-E6C5-47AA-35AFFE8D0EA4}"/>
                </a:ext>
              </a:extLst>
            </p:cNvPr>
            <p:cNvSpPr>
              <a:spLocks noChangeArrowheads="1"/>
            </p:cNvSpPr>
            <p:nvPr/>
          </p:nvSpPr>
          <p:spPr bwMode="gray">
            <a:xfrm rot="5400000" flipH="1">
              <a:off x="7968758" y="1788570"/>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0" name="Rectangle 316">
              <a:extLst>
                <a:ext uri="{FF2B5EF4-FFF2-40B4-BE49-F238E27FC236}">
                  <a16:creationId xmlns:a16="http://schemas.microsoft.com/office/drawing/2014/main" xmlns="" id="{0643A871-67B2-71EF-ABDB-22A55E07A1BF}"/>
                </a:ext>
              </a:extLst>
            </p:cNvPr>
            <p:cNvSpPr>
              <a:spLocks noChangeArrowheads="1"/>
            </p:cNvSpPr>
            <p:nvPr/>
          </p:nvSpPr>
          <p:spPr bwMode="gray">
            <a:xfrm rot="5400000" flipH="1">
              <a:off x="8098795" y="1782831"/>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1" name="Rectangle 317">
              <a:extLst>
                <a:ext uri="{FF2B5EF4-FFF2-40B4-BE49-F238E27FC236}">
                  <a16:creationId xmlns:a16="http://schemas.microsoft.com/office/drawing/2014/main" xmlns="" id="{BDC78309-4B1D-E03A-94DB-8E7B41CCFB84}"/>
                </a:ext>
              </a:extLst>
            </p:cNvPr>
            <p:cNvSpPr>
              <a:spLocks noChangeArrowheads="1"/>
            </p:cNvSpPr>
            <p:nvPr/>
          </p:nvSpPr>
          <p:spPr bwMode="gray">
            <a:xfrm rot="5400000" flipH="1">
              <a:off x="8096881" y="1739808"/>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2" name="Rectangle 318">
              <a:extLst>
                <a:ext uri="{FF2B5EF4-FFF2-40B4-BE49-F238E27FC236}">
                  <a16:creationId xmlns:a16="http://schemas.microsoft.com/office/drawing/2014/main" xmlns="" id="{14F3E9B3-9BA3-2E96-7C4D-68430E94AD86}"/>
                </a:ext>
              </a:extLst>
            </p:cNvPr>
            <p:cNvSpPr>
              <a:spLocks noChangeArrowheads="1"/>
            </p:cNvSpPr>
            <p:nvPr/>
          </p:nvSpPr>
          <p:spPr bwMode="gray">
            <a:xfrm rot="5400000" flipH="1">
              <a:off x="7789484" y="1742199"/>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3" name="Rectangle 319">
              <a:extLst>
                <a:ext uri="{FF2B5EF4-FFF2-40B4-BE49-F238E27FC236}">
                  <a16:creationId xmlns:a16="http://schemas.microsoft.com/office/drawing/2014/main" xmlns="" id="{7C809A48-31E1-FA64-1B0F-182719519426}"/>
                </a:ext>
              </a:extLst>
            </p:cNvPr>
            <p:cNvSpPr>
              <a:spLocks noChangeArrowheads="1"/>
            </p:cNvSpPr>
            <p:nvPr/>
          </p:nvSpPr>
          <p:spPr bwMode="gray">
            <a:xfrm rot="5400000" flipH="1">
              <a:off x="7745981" y="1780922"/>
              <a:ext cx="50675"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4" name="Rectangle 320">
              <a:extLst>
                <a:ext uri="{FF2B5EF4-FFF2-40B4-BE49-F238E27FC236}">
                  <a16:creationId xmlns:a16="http://schemas.microsoft.com/office/drawing/2014/main" xmlns="" id="{AE343B41-88C6-F984-CD5C-3FD8BCD6A306}"/>
                </a:ext>
              </a:extLst>
            </p:cNvPr>
            <p:cNvSpPr>
              <a:spLocks noChangeArrowheads="1"/>
            </p:cNvSpPr>
            <p:nvPr/>
          </p:nvSpPr>
          <p:spPr bwMode="gray">
            <a:xfrm rot="5400000" flipH="1">
              <a:off x="7747893" y="2090706"/>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5" name="Rectangle 321">
              <a:extLst>
                <a:ext uri="{FF2B5EF4-FFF2-40B4-BE49-F238E27FC236}">
                  <a16:creationId xmlns:a16="http://schemas.microsoft.com/office/drawing/2014/main" xmlns="" id="{48AF67D6-A211-B191-199A-08E1173103C4}"/>
                </a:ext>
              </a:extLst>
            </p:cNvPr>
            <p:cNvSpPr>
              <a:spLocks noChangeArrowheads="1"/>
            </p:cNvSpPr>
            <p:nvPr/>
          </p:nvSpPr>
          <p:spPr bwMode="gray">
            <a:xfrm rot="5400000" flipH="1">
              <a:off x="7787093" y="2093576"/>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6" name="Rectangle 322">
              <a:extLst>
                <a:ext uri="{FF2B5EF4-FFF2-40B4-BE49-F238E27FC236}">
                  <a16:creationId xmlns:a16="http://schemas.microsoft.com/office/drawing/2014/main" xmlns="" id="{8DE2508F-699C-8FDE-FB14-1E72854C3803}"/>
                </a:ext>
              </a:extLst>
            </p:cNvPr>
            <p:cNvSpPr>
              <a:spLocks noChangeArrowheads="1"/>
            </p:cNvSpPr>
            <p:nvPr/>
          </p:nvSpPr>
          <p:spPr bwMode="gray">
            <a:xfrm rot="5400000" flipH="1">
              <a:off x="8094491" y="2095967"/>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7" name="Rectangle 323">
              <a:extLst>
                <a:ext uri="{FF2B5EF4-FFF2-40B4-BE49-F238E27FC236}">
                  <a16:creationId xmlns:a16="http://schemas.microsoft.com/office/drawing/2014/main" xmlns="" id="{BDE2FDFC-1E14-1578-8660-B3DE472A483B}"/>
                </a:ext>
              </a:extLst>
            </p:cNvPr>
            <p:cNvSpPr>
              <a:spLocks noChangeArrowheads="1"/>
            </p:cNvSpPr>
            <p:nvPr/>
          </p:nvSpPr>
          <p:spPr bwMode="gray">
            <a:xfrm rot="5400000" flipH="1">
              <a:off x="8096404" y="2093097"/>
              <a:ext cx="51632"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8" name="Freeform: Shape 597">
              <a:extLst>
                <a:ext uri="{FF2B5EF4-FFF2-40B4-BE49-F238E27FC236}">
                  <a16:creationId xmlns:a16="http://schemas.microsoft.com/office/drawing/2014/main" xmlns="" id="{408C6865-698B-34BB-B605-98A2112BABF3}"/>
                </a:ext>
              </a:extLst>
            </p:cNvPr>
            <p:cNvSpPr/>
            <p:nvPr/>
          </p:nvSpPr>
          <p:spPr bwMode="gray">
            <a:xfrm>
              <a:off x="7403559" y="1400968"/>
              <a:ext cx="975725" cy="691951"/>
            </a:xfrm>
            <a:custGeom>
              <a:avLst/>
              <a:gdLst>
                <a:gd name="connsiteX0" fmla="*/ 292100 w 292100"/>
                <a:gd name="connsiteY0" fmla="*/ 0 h 393700"/>
                <a:gd name="connsiteX1" fmla="*/ 171450 w 292100"/>
                <a:gd name="connsiteY1" fmla="*/ 393700 h 393700"/>
                <a:gd name="connsiteX2" fmla="*/ 0 w 292100"/>
                <a:gd name="connsiteY2" fmla="*/ 219075 h 393700"/>
                <a:gd name="connsiteX3" fmla="*/ 53975 w 292100"/>
                <a:gd name="connsiteY3" fmla="*/ 180975 h 393700"/>
                <a:gd name="connsiteX4" fmla="*/ 292100 w 292100"/>
                <a:gd name="connsiteY4" fmla="*/ 0 h 393700"/>
                <a:gd name="connsiteX0" fmla="*/ 333372 w 333372"/>
                <a:gd name="connsiteY0" fmla="*/ 0 h 393700"/>
                <a:gd name="connsiteX1" fmla="*/ 212722 w 333372"/>
                <a:gd name="connsiteY1" fmla="*/ 393700 h 393700"/>
                <a:gd name="connsiteX2" fmla="*/ 0 w 333372"/>
                <a:gd name="connsiteY2" fmla="*/ 181734 h 393700"/>
                <a:gd name="connsiteX3" fmla="*/ 95247 w 333372"/>
                <a:gd name="connsiteY3" fmla="*/ 180975 h 393700"/>
                <a:gd name="connsiteX4" fmla="*/ 333372 w 333372"/>
                <a:gd name="connsiteY4" fmla="*/ 0 h 393700"/>
                <a:gd name="connsiteX0" fmla="*/ 333372 w 333372"/>
                <a:gd name="connsiteY0" fmla="*/ 0 h 348498"/>
                <a:gd name="connsiteX1" fmla="*/ 157693 w 333372"/>
                <a:gd name="connsiteY1" fmla="*/ 348498 h 348498"/>
                <a:gd name="connsiteX2" fmla="*/ 0 w 333372"/>
                <a:gd name="connsiteY2" fmla="*/ 181734 h 348498"/>
                <a:gd name="connsiteX3" fmla="*/ 95247 w 333372"/>
                <a:gd name="connsiteY3" fmla="*/ 180975 h 348498"/>
                <a:gd name="connsiteX4" fmla="*/ 333372 w 333372"/>
                <a:gd name="connsiteY4" fmla="*/ 0 h 348498"/>
                <a:gd name="connsiteX0" fmla="*/ 333372 w 333372"/>
                <a:gd name="connsiteY0" fmla="*/ 0 h 348498"/>
                <a:gd name="connsiteX1" fmla="*/ 157693 w 333372"/>
                <a:gd name="connsiteY1" fmla="*/ 348498 h 348498"/>
                <a:gd name="connsiteX2" fmla="*/ 0 w 333372"/>
                <a:gd name="connsiteY2" fmla="*/ 181734 h 348498"/>
                <a:gd name="connsiteX3" fmla="*/ 333372 w 333372"/>
                <a:gd name="connsiteY3" fmla="*/ 0 h 348498"/>
              </a:gdLst>
              <a:ahLst/>
              <a:cxnLst>
                <a:cxn ang="0">
                  <a:pos x="connsiteX0" y="connsiteY0"/>
                </a:cxn>
                <a:cxn ang="0">
                  <a:pos x="connsiteX1" y="connsiteY1"/>
                </a:cxn>
                <a:cxn ang="0">
                  <a:pos x="connsiteX2" y="connsiteY2"/>
                </a:cxn>
                <a:cxn ang="0">
                  <a:pos x="connsiteX3" y="connsiteY3"/>
                </a:cxn>
              </a:cxnLst>
              <a:rect l="l" t="t" r="r" b="b"/>
              <a:pathLst>
                <a:path w="333372" h="348498">
                  <a:moveTo>
                    <a:pt x="333372" y="0"/>
                  </a:moveTo>
                  <a:lnTo>
                    <a:pt x="157693" y="348498"/>
                  </a:lnTo>
                  <a:lnTo>
                    <a:pt x="0" y="181734"/>
                  </a:lnTo>
                  <a:lnTo>
                    <a:pt x="333372" y="0"/>
                  </a:lnTo>
                  <a:close/>
                </a:path>
              </a:pathLst>
            </a:custGeom>
            <a:gradFill flip="none" rotWithShape="1">
              <a:gsLst>
                <a:gs pos="0">
                  <a:schemeClr val="bg1">
                    <a:lumMod val="85000"/>
                    <a:alpha val="80000"/>
                  </a:schemeClr>
                </a:gs>
                <a:gs pos="100000">
                  <a:srgbClr val="00B05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xmlns="" id="{434D3F80-31D8-DB5A-DCB3-2C322BE10FC7}"/>
              </a:ext>
            </a:extLst>
          </p:cNvPr>
          <p:cNvGrpSpPr/>
          <p:nvPr/>
        </p:nvGrpSpPr>
        <p:grpSpPr>
          <a:xfrm>
            <a:off x="786914" y="1589280"/>
            <a:ext cx="1320182" cy="1132920"/>
            <a:chOff x="1948548" y="1088857"/>
            <a:chExt cx="1563290" cy="1341543"/>
          </a:xfrm>
        </p:grpSpPr>
        <p:sp>
          <p:nvSpPr>
            <p:cNvPr id="408" name="Rectangle 1894">
              <a:extLst>
                <a:ext uri="{FF2B5EF4-FFF2-40B4-BE49-F238E27FC236}">
                  <a16:creationId xmlns:a16="http://schemas.microsoft.com/office/drawing/2014/main" xmlns="" id="{7496DB94-C8DE-8FA2-0A3F-58B7DBAB060A}"/>
                </a:ext>
              </a:extLst>
            </p:cNvPr>
            <p:cNvSpPr>
              <a:spLocks noChangeArrowheads="1"/>
            </p:cNvSpPr>
            <p:nvPr/>
          </p:nvSpPr>
          <p:spPr bwMode="gray">
            <a:xfrm>
              <a:off x="2815700" y="1326309"/>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09" name="Freeform 1922">
              <a:extLst>
                <a:ext uri="{FF2B5EF4-FFF2-40B4-BE49-F238E27FC236}">
                  <a16:creationId xmlns:a16="http://schemas.microsoft.com/office/drawing/2014/main" xmlns="" id="{BA539BAF-A421-8B1B-29C7-5626AF0E2733}"/>
                </a:ext>
              </a:extLst>
            </p:cNvPr>
            <p:cNvSpPr>
              <a:spLocks/>
            </p:cNvSpPr>
            <p:nvPr/>
          </p:nvSpPr>
          <p:spPr bwMode="gray">
            <a:xfrm>
              <a:off x="2239944" y="1088857"/>
              <a:ext cx="472350" cy="349795"/>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0" name="Freeform 2596">
              <a:extLst>
                <a:ext uri="{FF2B5EF4-FFF2-40B4-BE49-F238E27FC236}">
                  <a16:creationId xmlns:a16="http://schemas.microsoft.com/office/drawing/2014/main" xmlns="" id="{6F45682F-36FF-99DA-5C85-2C6B52218DB1}"/>
                </a:ext>
              </a:extLst>
            </p:cNvPr>
            <p:cNvSpPr>
              <a:spLocks/>
            </p:cNvSpPr>
            <p:nvPr/>
          </p:nvSpPr>
          <p:spPr bwMode="gray">
            <a:xfrm>
              <a:off x="2926767" y="1513972"/>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1" name="Freeform 2597">
              <a:extLst>
                <a:ext uri="{FF2B5EF4-FFF2-40B4-BE49-F238E27FC236}">
                  <a16:creationId xmlns:a16="http://schemas.microsoft.com/office/drawing/2014/main" xmlns="" id="{1481D75D-1F63-202F-C1DF-95A3B9FDEFF7}"/>
                </a:ext>
              </a:extLst>
            </p:cNvPr>
            <p:cNvSpPr>
              <a:spLocks/>
            </p:cNvSpPr>
            <p:nvPr/>
          </p:nvSpPr>
          <p:spPr bwMode="gray">
            <a:xfrm>
              <a:off x="2943363" y="1562483"/>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2" name="Freeform 2598">
              <a:extLst>
                <a:ext uri="{FF2B5EF4-FFF2-40B4-BE49-F238E27FC236}">
                  <a16:creationId xmlns:a16="http://schemas.microsoft.com/office/drawing/2014/main" xmlns="" id="{139CBBB6-6B37-0D71-52E3-5AF9EF9FFDC7}"/>
                </a:ext>
              </a:extLst>
            </p:cNvPr>
            <p:cNvSpPr>
              <a:spLocks/>
            </p:cNvSpPr>
            <p:nvPr/>
          </p:nvSpPr>
          <p:spPr bwMode="gray">
            <a:xfrm>
              <a:off x="2690591" y="1520355"/>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3" name="Freeform 2599">
              <a:extLst>
                <a:ext uri="{FF2B5EF4-FFF2-40B4-BE49-F238E27FC236}">
                  <a16:creationId xmlns:a16="http://schemas.microsoft.com/office/drawing/2014/main" xmlns="" id="{6F1C9FF8-A337-A8A2-00C0-26885E95ED54}"/>
                </a:ext>
              </a:extLst>
            </p:cNvPr>
            <p:cNvSpPr>
              <a:spLocks/>
            </p:cNvSpPr>
            <p:nvPr/>
          </p:nvSpPr>
          <p:spPr bwMode="gray">
            <a:xfrm>
              <a:off x="2704635" y="1563760"/>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4" name="Freeform 2600">
              <a:extLst>
                <a:ext uri="{FF2B5EF4-FFF2-40B4-BE49-F238E27FC236}">
                  <a16:creationId xmlns:a16="http://schemas.microsoft.com/office/drawing/2014/main" xmlns="" id="{251635F6-C34B-0151-4C33-D83AB6A5443F}"/>
                </a:ext>
              </a:extLst>
            </p:cNvPr>
            <p:cNvSpPr>
              <a:spLocks/>
            </p:cNvSpPr>
            <p:nvPr/>
          </p:nvSpPr>
          <p:spPr bwMode="gray">
            <a:xfrm>
              <a:off x="2804211" y="1312266"/>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5" name="Freeform 2601">
              <a:extLst>
                <a:ext uri="{FF2B5EF4-FFF2-40B4-BE49-F238E27FC236}">
                  <a16:creationId xmlns:a16="http://schemas.microsoft.com/office/drawing/2014/main" xmlns="" id="{B50E6D74-9387-8037-495B-577D91EEB021}"/>
                </a:ext>
              </a:extLst>
            </p:cNvPr>
            <p:cNvSpPr>
              <a:spLocks/>
            </p:cNvSpPr>
            <p:nvPr/>
          </p:nvSpPr>
          <p:spPr bwMode="gray">
            <a:xfrm>
              <a:off x="2832297" y="1409289"/>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6" name="Freeform 2602">
              <a:extLst>
                <a:ext uri="{FF2B5EF4-FFF2-40B4-BE49-F238E27FC236}">
                  <a16:creationId xmlns:a16="http://schemas.microsoft.com/office/drawing/2014/main" xmlns="" id="{36D22CC2-67D7-E382-D5BF-FCAC56BABA5C}"/>
                </a:ext>
              </a:extLst>
            </p:cNvPr>
            <p:cNvSpPr>
              <a:spLocks/>
            </p:cNvSpPr>
            <p:nvPr/>
          </p:nvSpPr>
          <p:spPr bwMode="gray">
            <a:xfrm>
              <a:off x="2726337" y="1460354"/>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7" name="Freeform 2603">
              <a:extLst>
                <a:ext uri="{FF2B5EF4-FFF2-40B4-BE49-F238E27FC236}">
                  <a16:creationId xmlns:a16="http://schemas.microsoft.com/office/drawing/2014/main" xmlns="" id="{70258CDA-92AA-D101-05DA-CDDC364F7651}"/>
                </a:ext>
              </a:extLst>
            </p:cNvPr>
            <p:cNvSpPr>
              <a:spLocks/>
            </p:cNvSpPr>
            <p:nvPr/>
          </p:nvSpPr>
          <p:spPr bwMode="gray">
            <a:xfrm>
              <a:off x="2726337" y="1557377"/>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8" name="Freeform 2604">
              <a:extLst>
                <a:ext uri="{FF2B5EF4-FFF2-40B4-BE49-F238E27FC236}">
                  <a16:creationId xmlns:a16="http://schemas.microsoft.com/office/drawing/2014/main" xmlns="" id="{C3E6F9DC-A40D-F1AE-38D7-89820B6DD3EA}"/>
                </a:ext>
              </a:extLst>
            </p:cNvPr>
            <p:cNvSpPr>
              <a:spLocks/>
            </p:cNvSpPr>
            <p:nvPr/>
          </p:nvSpPr>
          <p:spPr bwMode="gray">
            <a:xfrm>
              <a:off x="2739103" y="1563760"/>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19" name="Freeform 2605">
              <a:extLst>
                <a:ext uri="{FF2B5EF4-FFF2-40B4-BE49-F238E27FC236}">
                  <a16:creationId xmlns:a16="http://schemas.microsoft.com/office/drawing/2014/main" xmlns="" id="{182B0640-F24B-F7DC-8132-39BA91E58894}"/>
                </a:ext>
              </a:extLst>
            </p:cNvPr>
            <p:cNvSpPr>
              <a:spLocks noEditPoints="1"/>
            </p:cNvSpPr>
            <p:nvPr/>
          </p:nvSpPr>
          <p:spPr bwMode="gray">
            <a:xfrm>
              <a:off x="2726337" y="1465460"/>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0" name="Freeform 2606">
              <a:extLst>
                <a:ext uri="{FF2B5EF4-FFF2-40B4-BE49-F238E27FC236}">
                  <a16:creationId xmlns:a16="http://schemas.microsoft.com/office/drawing/2014/main" xmlns="" id="{66D0334E-94BF-F0C6-0FF1-E51E2D743122}"/>
                </a:ext>
              </a:extLst>
            </p:cNvPr>
            <p:cNvSpPr>
              <a:spLocks/>
            </p:cNvSpPr>
            <p:nvPr/>
          </p:nvSpPr>
          <p:spPr bwMode="gray">
            <a:xfrm>
              <a:off x="2726337" y="1465460"/>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1" name="Freeform 2607">
              <a:extLst>
                <a:ext uri="{FF2B5EF4-FFF2-40B4-BE49-F238E27FC236}">
                  <a16:creationId xmlns:a16="http://schemas.microsoft.com/office/drawing/2014/main" xmlns="" id="{367D5CE0-1F02-512F-621F-EF393695E27E}"/>
                </a:ext>
              </a:extLst>
            </p:cNvPr>
            <p:cNvSpPr>
              <a:spLocks noEditPoints="1"/>
            </p:cNvSpPr>
            <p:nvPr/>
          </p:nvSpPr>
          <p:spPr bwMode="gray">
            <a:xfrm>
              <a:off x="2768466" y="1584186"/>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2" name="Freeform 2608">
              <a:extLst>
                <a:ext uri="{FF2B5EF4-FFF2-40B4-BE49-F238E27FC236}">
                  <a16:creationId xmlns:a16="http://schemas.microsoft.com/office/drawing/2014/main" xmlns="" id="{B1F203DD-AC4C-6B8B-15C5-D602D979D383}"/>
                </a:ext>
              </a:extLst>
            </p:cNvPr>
            <p:cNvSpPr>
              <a:spLocks/>
            </p:cNvSpPr>
            <p:nvPr/>
          </p:nvSpPr>
          <p:spPr bwMode="gray">
            <a:xfrm>
              <a:off x="2771019" y="1582909"/>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3" name="Freeform 2609">
              <a:extLst>
                <a:ext uri="{FF2B5EF4-FFF2-40B4-BE49-F238E27FC236}">
                  <a16:creationId xmlns:a16="http://schemas.microsoft.com/office/drawing/2014/main" xmlns="" id="{30D80A53-BCD0-7EFC-9661-D2E309A127AE}"/>
                </a:ext>
              </a:extLst>
            </p:cNvPr>
            <p:cNvSpPr>
              <a:spLocks/>
            </p:cNvSpPr>
            <p:nvPr/>
          </p:nvSpPr>
          <p:spPr bwMode="gray">
            <a:xfrm>
              <a:off x="2768466" y="1562483"/>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4" name="Freeform 2610">
              <a:extLst>
                <a:ext uri="{FF2B5EF4-FFF2-40B4-BE49-F238E27FC236}">
                  <a16:creationId xmlns:a16="http://schemas.microsoft.com/office/drawing/2014/main" xmlns="" id="{A9F6F210-06A7-1EF1-59C2-01B3682336ED}"/>
                </a:ext>
              </a:extLst>
            </p:cNvPr>
            <p:cNvSpPr>
              <a:spLocks/>
            </p:cNvSpPr>
            <p:nvPr/>
          </p:nvSpPr>
          <p:spPr bwMode="gray">
            <a:xfrm>
              <a:off x="2832297" y="1442481"/>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5" name="Freeform 2611">
              <a:extLst>
                <a:ext uri="{FF2B5EF4-FFF2-40B4-BE49-F238E27FC236}">
                  <a16:creationId xmlns:a16="http://schemas.microsoft.com/office/drawing/2014/main" xmlns="" id="{06D908A1-4922-7EEF-5218-F833111746F1}"/>
                </a:ext>
              </a:extLst>
            </p:cNvPr>
            <p:cNvSpPr>
              <a:spLocks/>
            </p:cNvSpPr>
            <p:nvPr/>
          </p:nvSpPr>
          <p:spPr bwMode="gray">
            <a:xfrm>
              <a:off x="2763359" y="1733551"/>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6" name="Freeform 2612">
              <a:extLst>
                <a:ext uri="{FF2B5EF4-FFF2-40B4-BE49-F238E27FC236}">
                  <a16:creationId xmlns:a16="http://schemas.microsoft.com/office/drawing/2014/main" xmlns="" id="{82C24AAD-0F9C-4261-09E4-FC3F73873FE5}"/>
                </a:ext>
              </a:extLst>
            </p:cNvPr>
            <p:cNvSpPr>
              <a:spLocks/>
            </p:cNvSpPr>
            <p:nvPr/>
          </p:nvSpPr>
          <p:spPr bwMode="gray">
            <a:xfrm>
              <a:off x="2765912" y="1819085"/>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7" name="Freeform 2613">
              <a:extLst>
                <a:ext uri="{FF2B5EF4-FFF2-40B4-BE49-F238E27FC236}">
                  <a16:creationId xmlns:a16="http://schemas.microsoft.com/office/drawing/2014/main" xmlns="" id="{9EF100B4-DB1F-CA2F-08C7-B22AF9E10FCF}"/>
                </a:ext>
              </a:extLst>
            </p:cNvPr>
            <p:cNvSpPr>
              <a:spLocks/>
            </p:cNvSpPr>
            <p:nvPr/>
          </p:nvSpPr>
          <p:spPr bwMode="gray">
            <a:xfrm>
              <a:off x="2765912" y="1733551"/>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8" name="Freeform 2614">
              <a:extLst>
                <a:ext uri="{FF2B5EF4-FFF2-40B4-BE49-F238E27FC236}">
                  <a16:creationId xmlns:a16="http://schemas.microsoft.com/office/drawing/2014/main" xmlns="" id="{C627C78A-4760-5C91-09F2-0AF97BA11D88}"/>
                </a:ext>
              </a:extLst>
            </p:cNvPr>
            <p:cNvSpPr>
              <a:spLocks/>
            </p:cNvSpPr>
            <p:nvPr/>
          </p:nvSpPr>
          <p:spPr bwMode="gray">
            <a:xfrm>
              <a:off x="2859105" y="1277797"/>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29" name="Freeform 2615">
              <a:extLst>
                <a:ext uri="{FF2B5EF4-FFF2-40B4-BE49-F238E27FC236}">
                  <a16:creationId xmlns:a16="http://schemas.microsoft.com/office/drawing/2014/main" xmlns="" id="{8B1398C0-33E2-626D-86CD-388945F36EFC}"/>
                </a:ext>
              </a:extLst>
            </p:cNvPr>
            <p:cNvSpPr>
              <a:spLocks/>
            </p:cNvSpPr>
            <p:nvPr/>
          </p:nvSpPr>
          <p:spPr bwMode="gray">
            <a:xfrm>
              <a:off x="2799105" y="1281627"/>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0" name="Freeform 2616">
              <a:extLst>
                <a:ext uri="{FF2B5EF4-FFF2-40B4-BE49-F238E27FC236}">
                  <a16:creationId xmlns:a16="http://schemas.microsoft.com/office/drawing/2014/main" xmlns="" id="{EEEA1787-98C4-C363-7C9B-CF93E01B74E8}"/>
                </a:ext>
              </a:extLst>
            </p:cNvPr>
            <p:cNvSpPr>
              <a:spLocks/>
            </p:cNvSpPr>
            <p:nvPr/>
          </p:nvSpPr>
          <p:spPr bwMode="gray">
            <a:xfrm>
              <a:off x="2910170" y="1303330"/>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1" name="Freeform 2618">
              <a:extLst>
                <a:ext uri="{FF2B5EF4-FFF2-40B4-BE49-F238E27FC236}">
                  <a16:creationId xmlns:a16="http://schemas.microsoft.com/office/drawing/2014/main" xmlns="" id="{82ABE64B-4FCA-6FDB-5D80-6DEF6B4513A9}"/>
                </a:ext>
              </a:extLst>
            </p:cNvPr>
            <p:cNvSpPr>
              <a:spLocks/>
            </p:cNvSpPr>
            <p:nvPr/>
          </p:nvSpPr>
          <p:spPr bwMode="gray">
            <a:xfrm>
              <a:off x="2855276" y="1453971"/>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2" name="Freeform 2619">
              <a:extLst>
                <a:ext uri="{FF2B5EF4-FFF2-40B4-BE49-F238E27FC236}">
                  <a16:creationId xmlns:a16="http://schemas.microsoft.com/office/drawing/2014/main" xmlns="" id="{F819436D-B0DC-14AC-ACD1-54B6A17C1107}"/>
                </a:ext>
              </a:extLst>
            </p:cNvPr>
            <p:cNvSpPr>
              <a:spLocks/>
            </p:cNvSpPr>
            <p:nvPr/>
          </p:nvSpPr>
          <p:spPr bwMode="gray">
            <a:xfrm>
              <a:off x="2806764" y="1455248"/>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3" name="Freeform 2623">
              <a:extLst>
                <a:ext uri="{FF2B5EF4-FFF2-40B4-BE49-F238E27FC236}">
                  <a16:creationId xmlns:a16="http://schemas.microsoft.com/office/drawing/2014/main" xmlns="" id="{4ADE4435-816E-569C-F220-FF3A9899BEEF}"/>
                </a:ext>
              </a:extLst>
            </p:cNvPr>
            <p:cNvSpPr>
              <a:spLocks/>
            </p:cNvSpPr>
            <p:nvPr/>
          </p:nvSpPr>
          <p:spPr bwMode="gray">
            <a:xfrm>
              <a:off x="2800382" y="1270137"/>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4" name="Freeform 2624">
              <a:extLst>
                <a:ext uri="{FF2B5EF4-FFF2-40B4-BE49-F238E27FC236}">
                  <a16:creationId xmlns:a16="http://schemas.microsoft.com/office/drawing/2014/main" xmlns="" id="{56E14DBE-7FB1-6ED9-8713-AC310D3C74F6}"/>
                </a:ext>
              </a:extLst>
            </p:cNvPr>
            <p:cNvSpPr>
              <a:spLocks/>
            </p:cNvSpPr>
            <p:nvPr/>
          </p:nvSpPr>
          <p:spPr bwMode="gray">
            <a:xfrm>
              <a:off x="2800382" y="1279074"/>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5" name="Rectangle 3522">
              <a:extLst>
                <a:ext uri="{FF2B5EF4-FFF2-40B4-BE49-F238E27FC236}">
                  <a16:creationId xmlns:a16="http://schemas.microsoft.com/office/drawing/2014/main" xmlns="" id="{0AEA546F-1E41-3F26-7CA6-4AD56DBD172E}"/>
                </a:ext>
              </a:extLst>
            </p:cNvPr>
            <p:cNvSpPr>
              <a:spLocks noChangeArrowheads="1"/>
            </p:cNvSpPr>
            <p:nvPr/>
          </p:nvSpPr>
          <p:spPr bwMode="gray">
            <a:xfrm>
              <a:off x="2296115" y="1831851"/>
              <a:ext cx="1069810" cy="499160"/>
            </a:xfrm>
            <a:prstGeom prst="rect">
              <a:avLst/>
            </a:prstGeom>
            <a:solidFill>
              <a:srgbClr val="EA55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6" name="Rectangle 3523">
              <a:extLst>
                <a:ext uri="{FF2B5EF4-FFF2-40B4-BE49-F238E27FC236}">
                  <a16:creationId xmlns:a16="http://schemas.microsoft.com/office/drawing/2014/main" xmlns="" id="{1BEB0776-FE67-D95C-3D0D-C1F1B72D007C}"/>
                </a:ext>
              </a:extLst>
            </p:cNvPr>
            <p:cNvSpPr>
              <a:spLocks noChangeArrowheads="1"/>
            </p:cNvSpPr>
            <p:nvPr/>
          </p:nvSpPr>
          <p:spPr bwMode="gray">
            <a:xfrm>
              <a:off x="2324201" y="2331010"/>
              <a:ext cx="1041724" cy="62555"/>
            </a:xfrm>
            <a:prstGeom prst="rect">
              <a:avLst/>
            </a:prstGeom>
            <a:solidFill>
              <a:srgbClr val="8EB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7" name="Freeform 3540">
              <a:extLst>
                <a:ext uri="{FF2B5EF4-FFF2-40B4-BE49-F238E27FC236}">
                  <a16:creationId xmlns:a16="http://schemas.microsoft.com/office/drawing/2014/main" xmlns="" id="{2BD30ECD-896A-45BA-4AC0-C9E3114E1B86}"/>
                </a:ext>
              </a:extLst>
            </p:cNvPr>
            <p:cNvSpPr>
              <a:spLocks/>
            </p:cNvSpPr>
            <p:nvPr/>
          </p:nvSpPr>
          <p:spPr bwMode="gray">
            <a:xfrm>
              <a:off x="2255263" y="1794829"/>
              <a:ext cx="1110662" cy="85534"/>
            </a:xfrm>
            <a:custGeom>
              <a:avLst/>
              <a:gdLst>
                <a:gd name="T0" fmla="*/ 0 w 3350"/>
                <a:gd name="T1" fmla="*/ 28 h 257"/>
                <a:gd name="T2" fmla="*/ 0 w 3350"/>
                <a:gd name="T3" fmla="*/ 229 h 257"/>
                <a:gd name="T4" fmla="*/ 27 w 3350"/>
                <a:gd name="T5" fmla="*/ 257 h 257"/>
                <a:gd name="T6" fmla="*/ 3350 w 3350"/>
                <a:gd name="T7" fmla="*/ 257 h 257"/>
                <a:gd name="T8" fmla="*/ 3350 w 3350"/>
                <a:gd name="T9" fmla="*/ 0 h 257"/>
                <a:gd name="T10" fmla="*/ 27 w 3350"/>
                <a:gd name="T11" fmla="*/ 0 h 257"/>
                <a:gd name="T12" fmla="*/ 0 w 3350"/>
                <a:gd name="T13" fmla="*/ 28 h 257"/>
              </a:gdLst>
              <a:ahLst/>
              <a:cxnLst>
                <a:cxn ang="0">
                  <a:pos x="T0" y="T1"/>
                </a:cxn>
                <a:cxn ang="0">
                  <a:pos x="T2" y="T3"/>
                </a:cxn>
                <a:cxn ang="0">
                  <a:pos x="T4" y="T5"/>
                </a:cxn>
                <a:cxn ang="0">
                  <a:pos x="T6" y="T7"/>
                </a:cxn>
                <a:cxn ang="0">
                  <a:pos x="T8" y="T9"/>
                </a:cxn>
                <a:cxn ang="0">
                  <a:pos x="T10" y="T11"/>
                </a:cxn>
                <a:cxn ang="0">
                  <a:pos x="T12" y="T13"/>
                </a:cxn>
              </a:cxnLst>
              <a:rect l="0" t="0" r="r" b="b"/>
              <a:pathLst>
                <a:path w="3350" h="257">
                  <a:moveTo>
                    <a:pt x="0" y="28"/>
                  </a:moveTo>
                  <a:lnTo>
                    <a:pt x="0" y="229"/>
                  </a:lnTo>
                  <a:cubicBezTo>
                    <a:pt x="0" y="244"/>
                    <a:pt x="12" y="257"/>
                    <a:pt x="27" y="257"/>
                  </a:cubicBezTo>
                  <a:lnTo>
                    <a:pt x="3350" y="257"/>
                  </a:lnTo>
                  <a:lnTo>
                    <a:pt x="3350" y="0"/>
                  </a:lnTo>
                  <a:lnTo>
                    <a:pt x="27" y="0"/>
                  </a:lnTo>
                  <a:cubicBezTo>
                    <a:pt x="12" y="0"/>
                    <a:pt x="0" y="13"/>
                    <a:pt x="0" y="28"/>
                  </a:cubicBezTo>
                </a:path>
              </a:pathLst>
            </a:custGeom>
            <a:solidFill>
              <a:srgbClr val="4C5B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38" name="Rectangle 3541">
              <a:extLst>
                <a:ext uri="{FF2B5EF4-FFF2-40B4-BE49-F238E27FC236}">
                  <a16:creationId xmlns:a16="http://schemas.microsoft.com/office/drawing/2014/main" xmlns="" id="{0F81DD38-8020-360D-C3A0-E8429FD620C3}"/>
                </a:ext>
              </a:extLst>
            </p:cNvPr>
            <p:cNvSpPr>
              <a:spLocks noChangeArrowheads="1"/>
            </p:cNvSpPr>
            <p:nvPr/>
          </p:nvSpPr>
          <p:spPr bwMode="gray">
            <a:xfrm>
              <a:off x="2255263" y="1819085"/>
              <a:ext cx="1110662" cy="37022"/>
            </a:xfrm>
            <a:prstGeom prst="rect">
              <a:avLst/>
            </a:prstGeom>
            <a:solidFill>
              <a:srgbClr val="E14C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439" name="Picture 4238">
              <a:extLst>
                <a:ext uri="{FF2B5EF4-FFF2-40B4-BE49-F238E27FC236}">
                  <a16:creationId xmlns:a16="http://schemas.microsoft.com/office/drawing/2014/main" xmlns="" id="{C3F04E39-045A-39E3-9C69-0FF520FA740E}"/>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gray">
            <a:xfrm>
              <a:off x="2800381" y="1319925"/>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 name="Picture 4239">
              <a:extLst>
                <a:ext uri="{FF2B5EF4-FFF2-40B4-BE49-F238E27FC236}">
                  <a16:creationId xmlns:a16="http://schemas.microsoft.com/office/drawing/2014/main" xmlns="" id="{E5FDC913-9A87-0BF7-9E8D-9469E77C9E4F}"/>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2874425" y="1319925"/>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1" name="Picture 4240">
              <a:extLst>
                <a:ext uri="{FF2B5EF4-FFF2-40B4-BE49-F238E27FC236}">
                  <a16:creationId xmlns:a16="http://schemas.microsoft.com/office/drawing/2014/main" xmlns="" id="{F325D00C-6667-4410-2149-2A97D632AA7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2797828" y="1319925"/>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 name="Picture 4241">
              <a:extLst>
                <a:ext uri="{FF2B5EF4-FFF2-40B4-BE49-F238E27FC236}">
                  <a16:creationId xmlns:a16="http://schemas.microsoft.com/office/drawing/2014/main" xmlns="" id="{EBA42989-33F6-9042-167E-9B00E5C69760}"/>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2911447" y="1307159"/>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3" name="Picture 4242">
              <a:extLst>
                <a:ext uri="{FF2B5EF4-FFF2-40B4-BE49-F238E27FC236}">
                  <a16:creationId xmlns:a16="http://schemas.microsoft.com/office/drawing/2014/main" xmlns="" id="{A2C58441-E41B-067B-BA97-6853EAFC18C9}"/>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2795274" y="1267584"/>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4" name="Picture 4243">
              <a:extLst>
                <a:ext uri="{FF2B5EF4-FFF2-40B4-BE49-F238E27FC236}">
                  <a16:creationId xmlns:a16="http://schemas.microsoft.com/office/drawing/2014/main" xmlns="" id="{EEEB324C-F249-AB62-D89D-43A0B8053E19}"/>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2795274" y="1298223"/>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5" name="Freeform 601">
              <a:extLst>
                <a:ext uri="{FF2B5EF4-FFF2-40B4-BE49-F238E27FC236}">
                  <a16:creationId xmlns:a16="http://schemas.microsoft.com/office/drawing/2014/main" xmlns="" id="{4DFC907E-88C5-4502-5CFD-4BDC93EEBC1B}"/>
                </a:ext>
              </a:extLst>
            </p:cNvPr>
            <p:cNvSpPr>
              <a:spLocks/>
            </p:cNvSpPr>
            <p:nvPr/>
          </p:nvSpPr>
          <p:spPr bwMode="gray">
            <a:xfrm>
              <a:off x="3067567" y="1582600"/>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6" name="Freeform 602">
              <a:extLst>
                <a:ext uri="{FF2B5EF4-FFF2-40B4-BE49-F238E27FC236}">
                  <a16:creationId xmlns:a16="http://schemas.microsoft.com/office/drawing/2014/main" xmlns="" id="{8E826985-392E-5754-B51F-E7FA8AD19917}"/>
                </a:ext>
              </a:extLst>
            </p:cNvPr>
            <p:cNvSpPr>
              <a:spLocks/>
            </p:cNvSpPr>
            <p:nvPr/>
          </p:nvSpPr>
          <p:spPr bwMode="gray">
            <a:xfrm>
              <a:off x="3211130" y="1390538"/>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7" name="Freeform 603">
              <a:extLst>
                <a:ext uri="{FF2B5EF4-FFF2-40B4-BE49-F238E27FC236}">
                  <a16:creationId xmlns:a16="http://schemas.microsoft.com/office/drawing/2014/main" xmlns="" id="{B469ABA2-A9BC-9EF5-FAB2-D6F5097126D3}"/>
                </a:ext>
              </a:extLst>
            </p:cNvPr>
            <p:cNvSpPr>
              <a:spLocks/>
            </p:cNvSpPr>
            <p:nvPr/>
          </p:nvSpPr>
          <p:spPr bwMode="gray">
            <a:xfrm>
              <a:off x="3203369" y="1786306"/>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8" name="Freeform 604">
              <a:extLst>
                <a:ext uri="{FF2B5EF4-FFF2-40B4-BE49-F238E27FC236}">
                  <a16:creationId xmlns:a16="http://schemas.microsoft.com/office/drawing/2014/main" xmlns="" id="{DA149EAA-C0C9-8280-4065-A9191C3D6DD8}"/>
                </a:ext>
              </a:extLst>
            </p:cNvPr>
            <p:cNvSpPr>
              <a:spLocks/>
            </p:cNvSpPr>
            <p:nvPr/>
          </p:nvSpPr>
          <p:spPr bwMode="gray">
            <a:xfrm>
              <a:off x="3226651" y="1881368"/>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49" name="Freeform 605">
              <a:extLst>
                <a:ext uri="{FF2B5EF4-FFF2-40B4-BE49-F238E27FC236}">
                  <a16:creationId xmlns:a16="http://schemas.microsoft.com/office/drawing/2014/main" xmlns="" id="{CB864821-7A16-8F22-A1EB-9FA8844DA46A}"/>
                </a:ext>
              </a:extLst>
            </p:cNvPr>
            <p:cNvSpPr>
              <a:spLocks/>
            </p:cNvSpPr>
            <p:nvPr/>
          </p:nvSpPr>
          <p:spPr bwMode="gray">
            <a:xfrm>
              <a:off x="3259631" y="1784366"/>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0" name="Freeform 606">
              <a:extLst>
                <a:ext uri="{FF2B5EF4-FFF2-40B4-BE49-F238E27FC236}">
                  <a16:creationId xmlns:a16="http://schemas.microsoft.com/office/drawing/2014/main" xmlns="" id="{421F16D5-4AD4-983E-CDA5-3D08904468B3}"/>
                </a:ext>
              </a:extLst>
            </p:cNvPr>
            <p:cNvSpPr>
              <a:spLocks/>
            </p:cNvSpPr>
            <p:nvPr/>
          </p:nvSpPr>
          <p:spPr bwMode="gray">
            <a:xfrm>
              <a:off x="3232471" y="1786306"/>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1" name="Freeform 608">
              <a:extLst>
                <a:ext uri="{FF2B5EF4-FFF2-40B4-BE49-F238E27FC236}">
                  <a16:creationId xmlns:a16="http://schemas.microsoft.com/office/drawing/2014/main" xmlns="" id="{BCB4E26D-EC85-09C4-07FE-A6C47637DC37}"/>
                </a:ext>
              </a:extLst>
            </p:cNvPr>
            <p:cNvSpPr>
              <a:spLocks/>
            </p:cNvSpPr>
            <p:nvPr/>
          </p:nvSpPr>
          <p:spPr bwMode="gray">
            <a:xfrm>
              <a:off x="3364393" y="2362498"/>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2" name="Freeform 609">
              <a:extLst>
                <a:ext uri="{FF2B5EF4-FFF2-40B4-BE49-F238E27FC236}">
                  <a16:creationId xmlns:a16="http://schemas.microsoft.com/office/drawing/2014/main" xmlns="" id="{7C2B60DB-B229-8A66-0324-1926E272F433}"/>
                </a:ext>
              </a:extLst>
            </p:cNvPr>
            <p:cNvSpPr>
              <a:spLocks/>
            </p:cNvSpPr>
            <p:nvPr/>
          </p:nvSpPr>
          <p:spPr bwMode="gray">
            <a:xfrm>
              <a:off x="3473036" y="2364437"/>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3" name="Freeform 610">
              <a:extLst>
                <a:ext uri="{FF2B5EF4-FFF2-40B4-BE49-F238E27FC236}">
                  <a16:creationId xmlns:a16="http://schemas.microsoft.com/office/drawing/2014/main" xmlns="" id="{CDCFB833-8079-D4AD-B448-381E7E20BD0C}"/>
                </a:ext>
              </a:extLst>
            </p:cNvPr>
            <p:cNvSpPr>
              <a:spLocks/>
            </p:cNvSpPr>
            <p:nvPr/>
          </p:nvSpPr>
          <p:spPr bwMode="gray">
            <a:xfrm>
              <a:off x="3467216" y="2362498"/>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4" name="Freeform 611">
              <a:extLst>
                <a:ext uri="{FF2B5EF4-FFF2-40B4-BE49-F238E27FC236}">
                  <a16:creationId xmlns:a16="http://schemas.microsoft.com/office/drawing/2014/main" xmlns="" id="{60C7320A-1C7E-B5A6-6096-BBD16335BE58}"/>
                </a:ext>
              </a:extLst>
            </p:cNvPr>
            <p:cNvSpPr>
              <a:spLocks/>
            </p:cNvSpPr>
            <p:nvPr/>
          </p:nvSpPr>
          <p:spPr bwMode="gray">
            <a:xfrm>
              <a:off x="3110248" y="2370257"/>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5" name="Freeform 612">
              <a:extLst>
                <a:ext uri="{FF2B5EF4-FFF2-40B4-BE49-F238E27FC236}">
                  <a16:creationId xmlns:a16="http://schemas.microsoft.com/office/drawing/2014/main" xmlns="" id="{934215E5-BDC5-320A-242F-BE7E4509960A}"/>
                </a:ext>
              </a:extLst>
            </p:cNvPr>
            <p:cNvSpPr>
              <a:spLocks noEditPoints="1"/>
            </p:cNvSpPr>
            <p:nvPr/>
          </p:nvSpPr>
          <p:spPr bwMode="gray">
            <a:xfrm>
              <a:off x="3201431" y="2376078"/>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6" name="Freeform 613">
              <a:extLst>
                <a:ext uri="{FF2B5EF4-FFF2-40B4-BE49-F238E27FC236}">
                  <a16:creationId xmlns:a16="http://schemas.microsoft.com/office/drawing/2014/main" xmlns="" id="{241E5172-486C-8A9E-BF02-A8187E87B127}"/>
                </a:ext>
              </a:extLst>
            </p:cNvPr>
            <p:cNvSpPr>
              <a:spLocks/>
            </p:cNvSpPr>
            <p:nvPr/>
          </p:nvSpPr>
          <p:spPr bwMode="gray">
            <a:xfrm>
              <a:off x="3232471" y="2374138"/>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7" name="Freeform 614">
              <a:extLst>
                <a:ext uri="{FF2B5EF4-FFF2-40B4-BE49-F238E27FC236}">
                  <a16:creationId xmlns:a16="http://schemas.microsoft.com/office/drawing/2014/main" xmlns="" id="{E59AC742-E301-F844-CCE9-A301476EE4B5}"/>
                </a:ext>
              </a:extLst>
            </p:cNvPr>
            <p:cNvSpPr>
              <a:spLocks/>
            </p:cNvSpPr>
            <p:nvPr/>
          </p:nvSpPr>
          <p:spPr bwMode="gray">
            <a:xfrm>
              <a:off x="3201431" y="2374138"/>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8" name="Freeform 615">
              <a:extLst>
                <a:ext uri="{FF2B5EF4-FFF2-40B4-BE49-F238E27FC236}">
                  <a16:creationId xmlns:a16="http://schemas.microsoft.com/office/drawing/2014/main" xmlns="" id="{A2252C32-737E-466B-06A3-D4F27F9C189F}"/>
                </a:ext>
              </a:extLst>
            </p:cNvPr>
            <p:cNvSpPr>
              <a:spLocks/>
            </p:cNvSpPr>
            <p:nvPr/>
          </p:nvSpPr>
          <p:spPr bwMode="gray">
            <a:xfrm>
              <a:off x="3269331" y="1272197"/>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59" name="Freeform 616">
              <a:extLst>
                <a:ext uri="{FF2B5EF4-FFF2-40B4-BE49-F238E27FC236}">
                  <a16:creationId xmlns:a16="http://schemas.microsoft.com/office/drawing/2014/main" xmlns="" id="{C8F30154-F794-027F-7FFE-1ECA221F120C}"/>
                </a:ext>
              </a:extLst>
            </p:cNvPr>
            <p:cNvSpPr>
              <a:spLocks/>
            </p:cNvSpPr>
            <p:nvPr/>
          </p:nvSpPr>
          <p:spPr bwMode="gray">
            <a:xfrm>
              <a:off x="3308133" y="1347858"/>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0" name="Rectangle 617">
              <a:extLst>
                <a:ext uri="{FF2B5EF4-FFF2-40B4-BE49-F238E27FC236}">
                  <a16:creationId xmlns:a16="http://schemas.microsoft.com/office/drawing/2014/main" xmlns="" id="{75B55D33-A92B-F92A-0FC2-DC9B52968D1D}"/>
                </a:ext>
              </a:extLst>
            </p:cNvPr>
            <p:cNvSpPr>
              <a:spLocks noChangeArrowheads="1"/>
            </p:cNvSpPr>
            <p:nvPr/>
          </p:nvSpPr>
          <p:spPr bwMode="gray">
            <a:xfrm>
              <a:off x="3230529" y="1774666"/>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1" name="Freeform 618">
              <a:extLst>
                <a:ext uri="{FF2B5EF4-FFF2-40B4-BE49-F238E27FC236}">
                  <a16:creationId xmlns:a16="http://schemas.microsoft.com/office/drawing/2014/main" xmlns="" id="{B6DB9DA1-3168-DFEC-6C7B-6F924BF1DF1A}"/>
                </a:ext>
              </a:extLst>
            </p:cNvPr>
            <p:cNvSpPr>
              <a:spLocks/>
            </p:cNvSpPr>
            <p:nvPr/>
          </p:nvSpPr>
          <p:spPr bwMode="gray">
            <a:xfrm>
              <a:off x="3253811" y="1223695"/>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2" name="Freeform 619">
              <a:extLst>
                <a:ext uri="{FF2B5EF4-FFF2-40B4-BE49-F238E27FC236}">
                  <a16:creationId xmlns:a16="http://schemas.microsoft.com/office/drawing/2014/main" xmlns="" id="{442B0693-BD70-C1DD-243B-0BF2BB5AA7C6}"/>
                </a:ext>
              </a:extLst>
            </p:cNvPr>
            <p:cNvSpPr>
              <a:spLocks/>
            </p:cNvSpPr>
            <p:nvPr/>
          </p:nvSpPr>
          <p:spPr bwMode="gray">
            <a:xfrm>
              <a:off x="3296491" y="1392478"/>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3" name="Freeform 620">
              <a:extLst>
                <a:ext uri="{FF2B5EF4-FFF2-40B4-BE49-F238E27FC236}">
                  <a16:creationId xmlns:a16="http://schemas.microsoft.com/office/drawing/2014/main" xmlns="" id="{849B84CB-13FD-4162-9F31-41767013FF55}"/>
                </a:ext>
              </a:extLst>
            </p:cNvPr>
            <p:cNvSpPr>
              <a:spLocks/>
            </p:cNvSpPr>
            <p:nvPr/>
          </p:nvSpPr>
          <p:spPr bwMode="gray">
            <a:xfrm>
              <a:off x="3180090" y="1466201"/>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4" name="Freeform 621">
              <a:extLst>
                <a:ext uri="{FF2B5EF4-FFF2-40B4-BE49-F238E27FC236}">
                  <a16:creationId xmlns:a16="http://schemas.microsoft.com/office/drawing/2014/main" xmlns="" id="{831F9B1D-DEBE-4F23-DBAD-0214E59E779A}"/>
                </a:ext>
              </a:extLst>
            </p:cNvPr>
            <p:cNvSpPr>
              <a:spLocks/>
            </p:cNvSpPr>
            <p:nvPr/>
          </p:nvSpPr>
          <p:spPr bwMode="gray">
            <a:xfrm>
              <a:off x="3428414" y="1617523"/>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5" name="Freeform 622">
              <a:extLst>
                <a:ext uri="{FF2B5EF4-FFF2-40B4-BE49-F238E27FC236}">
                  <a16:creationId xmlns:a16="http://schemas.microsoft.com/office/drawing/2014/main" xmlns="" id="{E253B929-62B4-D960-1505-7F9A8DA6DAC7}"/>
                </a:ext>
              </a:extLst>
            </p:cNvPr>
            <p:cNvSpPr>
              <a:spLocks/>
            </p:cNvSpPr>
            <p:nvPr/>
          </p:nvSpPr>
          <p:spPr bwMode="gray">
            <a:xfrm>
              <a:off x="3463335" y="1625284"/>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6" name="Freeform 623">
              <a:extLst>
                <a:ext uri="{FF2B5EF4-FFF2-40B4-BE49-F238E27FC236}">
                  <a16:creationId xmlns:a16="http://schemas.microsoft.com/office/drawing/2014/main" xmlns="" id="{DA2ED665-E89A-8267-F1B4-6054F1116595}"/>
                </a:ext>
              </a:extLst>
            </p:cNvPr>
            <p:cNvSpPr>
              <a:spLocks/>
            </p:cNvSpPr>
            <p:nvPr/>
          </p:nvSpPr>
          <p:spPr bwMode="gray">
            <a:xfrm>
              <a:off x="3170390" y="1677664"/>
              <a:ext cx="60143" cy="19401"/>
            </a:xfrm>
            <a:custGeom>
              <a:avLst/>
              <a:gdLst>
                <a:gd name="T0" fmla="*/ 0 w 128"/>
                <a:gd name="T1" fmla="*/ 0 h 43"/>
                <a:gd name="T2" fmla="*/ 128 w 128"/>
                <a:gd name="T3" fmla="*/ 0 h 43"/>
                <a:gd name="T4" fmla="*/ 0 w 128"/>
                <a:gd name="T5" fmla="*/ 0 h 43"/>
              </a:gdLst>
              <a:ahLst/>
              <a:cxnLst>
                <a:cxn ang="0">
                  <a:pos x="T0" y="T1"/>
                </a:cxn>
                <a:cxn ang="0">
                  <a:pos x="T2" y="T3"/>
                </a:cxn>
                <a:cxn ang="0">
                  <a:pos x="T4" y="T5"/>
                </a:cxn>
              </a:cxnLst>
              <a:rect l="0" t="0" r="r" b="b"/>
              <a:pathLst>
                <a:path w="128" h="43">
                  <a:moveTo>
                    <a:pt x="0" y="0"/>
                  </a:moveTo>
                  <a:cubicBezTo>
                    <a:pt x="0" y="0"/>
                    <a:pt x="102" y="43"/>
                    <a:pt x="128" y="0"/>
                  </a:cubicBezTo>
                  <a:lnTo>
                    <a:pt x="0" y="0"/>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7" name="Freeform 624">
              <a:extLst>
                <a:ext uri="{FF2B5EF4-FFF2-40B4-BE49-F238E27FC236}">
                  <a16:creationId xmlns:a16="http://schemas.microsoft.com/office/drawing/2014/main" xmlns="" id="{5EBFA57B-C022-845C-009D-1E686CB9FC33}"/>
                </a:ext>
              </a:extLst>
            </p:cNvPr>
            <p:cNvSpPr>
              <a:spLocks/>
            </p:cNvSpPr>
            <p:nvPr/>
          </p:nvSpPr>
          <p:spPr bwMode="gray">
            <a:xfrm>
              <a:off x="3112188" y="1613643"/>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68" name="Freeform 625">
              <a:extLst>
                <a:ext uri="{FF2B5EF4-FFF2-40B4-BE49-F238E27FC236}">
                  <a16:creationId xmlns:a16="http://schemas.microsoft.com/office/drawing/2014/main" xmlns="" id="{7E7A8DBA-AF48-11CD-D57B-21C19EFB880A}"/>
                </a:ext>
              </a:extLst>
            </p:cNvPr>
            <p:cNvSpPr>
              <a:spLocks/>
            </p:cNvSpPr>
            <p:nvPr/>
          </p:nvSpPr>
          <p:spPr bwMode="gray">
            <a:xfrm>
              <a:off x="3038467" y="1521934"/>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469" name="Group 468">
              <a:extLst>
                <a:ext uri="{FF2B5EF4-FFF2-40B4-BE49-F238E27FC236}">
                  <a16:creationId xmlns:a16="http://schemas.microsoft.com/office/drawing/2014/main" xmlns="" id="{F805A379-36B8-D0DB-D550-41FF9F59A9C7}"/>
                </a:ext>
              </a:extLst>
            </p:cNvPr>
            <p:cNvGrpSpPr/>
            <p:nvPr/>
          </p:nvGrpSpPr>
          <p:grpSpPr bwMode="gray">
            <a:xfrm>
              <a:off x="2372254" y="1914095"/>
              <a:ext cx="360465" cy="363331"/>
              <a:chOff x="2901092" y="-707724"/>
              <a:chExt cx="265665" cy="267777"/>
            </a:xfrm>
            <a:solidFill>
              <a:schemeClr val="bg1"/>
            </a:solidFill>
          </p:grpSpPr>
          <p:sp>
            <p:nvSpPr>
              <p:cNvPr id="471" name="Rectangle 291">
                <a:extLst>
                  <a:ext uri="{FF2B5EF4-FFF2-40B4-BE49-F238E27FC236}">
                    <a16:creationId xmlns:a16="http://schemas.microsoft.com/office/drawing/2014/main" xmlns="" id="{A01B8952-4A27-053B-BA7A-20FCF6D31C87}"/>
                  </a:ext>
                </a:extLst>
              </p:cNvPr>
              <p:cNvSpPr>
                <a:spLocks noChangeArrowheads="1"/>
              </p:cNvSpPr>
              <p:nvPr/>
            </p:nvSpPr>
            <p:spPr bwMode="gray">
              <a:xfrm rot="5400000" flipH="1">
                <a:off x="3050481" y="-472362"/>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2" name="Freeform 292">
                <a:extLst>
                  <a:ext uri="{FF2B5EF4-FFF2-40B4-BE49-F238E27FC236}">
                    <a16:creationId xmlns:a16="http://schemas.microsoft.com/office/drawing/2014/main" xmlns="" id="{2E46FEED-4EE1-323B-A62B-0CEDF7804969}"/>
                  </a:ext>
                </a:extLst>
              </p:cNvPr>
              <p:cNvSpPr>
                <a:spLocks noEditPoints="1"/>
              </p:cNvSpPr>
              <p:nvPr/>
            </p:nvSpPr>
            <p:spPr bwMode="gray">
              <a:xfrm rot="5400000" flipH="1">
                <a:off x="3071977" y="-536841"/>
                <a:ext cx="74696" cy="75401"/>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3" name="Freeform 293">
                <a:extLst>
                  <a:ext uri="{FF2B5EF4-FFF2-40B4-BE49-F238E27FC236}">
                    <a16:creationId xmlns:a16="http://schemas.microsoft.com/office/drawing/2014/main" xmlns="" id="{628A4840-4961-7847-C708-60B9C3D4DE3A}"/>
                  </a:ext>
                </a:extLst>
              </p:cNvPr>
              <p:cNvSpPr>
                <a:spLocks/>
              </p:cNvSpPr>
              <p:nvPr/>
            </p:nvSpPr>
            <p:spPr bwMode="gray">
              <a:xfrm rot="5400000" flipH="1">
                <a:off x="3029343" y="-493505"/>
                <a:ext cx="31710" cy="10571"/>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4" name="Freeform 294">
                <a:extLst>
                  <a:ext uri="{FF2B5EF4-FFF2-40B4-BE49-F238E27FC236}">
                    <a16:creationId xmlns:a16="http://schemas.microsoft.com/office/drawing/2014/main" xmlns="" id="{D690A6FC-A7B0-E2FB-21C2-37A78A7109F1}"/>
                  </a:ext>
                </a:extLst>
              </p:cNvPr>
              <p:cNvSpPr>
                <a:spLocks/>
              </p:cNvSpPr>
              <p:nvPr/>
            </p:nvSpPr>
            <p:spPr bwMode="gray">
              <a:xfrm rot="5400000" flipH="1">
                <a:off x="3093117" y="-514996"/>
                <a:ext cx="32415" cy="31710"/>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5" name="Freeform 295">
                <a:extLst>
                  <a:ext uri="{FF2B5EF4-FFF2-40B4-BE49-F238E27FC236}">
                    <a16:creationId xmlns:a16="http://schemas.microsoft.com/office/drawing/2014/main" xmlns="" id="{FB067D9D-7287-0EA8-4AC9-81A274C5CB04}"/>
                  </a:ext>
                </a:extLst>
              </p:cNvPr>
              <p:cNvSpPr>
                <a:spLocks/>
              </p:cNvSpPr>
              <p:nvPr/>
            </p:nvSpPr>
            <p:spPr bwMode="gray">
              <a:xfrm rot="5400000" flipH="1">
                <a:off x="2943021" y="-514996"/>
                <a:ext cx="32415" cy="31710"/>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6" name="Rectangle 296">
                <a:extLst>
                  <a:ext uri="{FF2B5EF4-FFF2-40B4-BE49-F238E27FC236}">
                    <a16:creationId xmlns:a16="http://schemas.microsoft.com/office/drawing/2014/main" xmlns="" id="{AD85F768-8CB2-BA44-B446-5494B660C81C}"/>
                  </a:ext>
                </a:extLst>
              </p:cNvPr>
              <p:cNvSpPr>
                <a:spLocks noChangeArrowheads="1"/>
              </p:cNvSpPr>
              <p:nvPr/>
            </p:nvSpPr>
            <p:spPr bwMode="gray">
              <a:xfrm rot="5400000" flipH="1">
                <a:off x="3050130" y="-51499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7" name="Freeform 297">
                <a:extLst>
                  <a:ext uri="{FF2B5EF4-FFF2-40B4-BE49-F238E27FC236}">
                    <a16:creationId xmlns:a16="http://schemas.microsoft.com/office/drawing/2014/main" xmlns="" id="{E412ACE4-9013-6A55-AA73-0EEFBE15BC1E}"/>
                  </a:ext>
                </a:extLst>
              </p:cNvPr>
              <p:cNvSpPr>
                <a:spLocks noEditPoints="1"/>
              </p:cNvSpPr>
              <p:nvPr/>
            </p:nvSpPr>
            <p:spPr bwMode="gray">
              <a:xfrm rot="5400000" flipH="1">
                <a:off x="2921880" y="-536841"/>
                <a:ext cx="74696" cy="75401"/>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8" name="Rectangle 298">
                <a:extLst>
                  <a:ext uri="{FF2B5EF4-FFF2-40B4-BE49-F238E27FC236}">
                    <a16:creationId xmlns:a16="http://schemas.microsoft.com/office/drawing/2014/main" xmlns="" id="{94FC8923-E4D2-AA3B-315A-D1210C62C204}"/>
                  </a:ext>
                </a:extLst>
              </p:cNvPr>
              <p:cNvSpPr>
                <a:spLocks noChangeArrowheads="1"/>
              </p:cNvSpPr>
              <p:nvPr/>
            </p:nvSpPr>
            <p:spPr bwMode="gray">
              <a:xfrm rot="5400000" flipH="1">
                <a:off x="3007498" y="-536489"/>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79" name="Freeform 299">
                <a:extLst>
                  <a:ext uri="{FF2B5EF4-FFF2-40B4-BE49-F238E27FC236}">
                    <a16:creationId xmlns:a16="http://schemas.microsoft.com/office/drawing/2014/main" xmlns="" id="{C5F5C750-A4DA-F1BD-CFE5-030E16CC8B89}"/>
                  </a:ext>
                </a:extLst>
              </p:cNvPr>
              <p:cNvSpPr>
                <a:spLocks/>
              </p:cNvSpPr>
              <p:nvPr/>
            </p:nvSpPr>
            <p:spPr bwMode="gray">
              <a:xfrm rot="5400000" flipH="1">
                <a:off x="3061052" y="-579474"/>
                <a:ext cx="42986" cy="64127"/>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0" name="Freeform 300">
                <a:extLst>
                  <a:ext uri="{FF2B5EF4-FFF2-40B4-BE49-F238E27FC236}">
                    <a16:creationId xmlns:a16="http://schemas.microsoft.com/office/drawing/2014/main" xmlns="" id="{38624E07-D1B6-A6C4-9DB3-ABAE83116F0B}"/>
                  </a:ext>
                </a:extLst>
              </p:cNvPr>
              <p:cNvSpPr>
                <a:spLocks/>
              </p:cNvSpPr>
              <p:nvPr/>
            </p:nvSpPr>
            <p:spPr bwMode="gray">
              <a:xfrm rot="5400000" flipH="1">
                <a:off x="2986358" y="-525918"/>
                <a:ext cx="85265" cy="42986"/>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1" name="Freeform 301">
                <a:extLst>
                  <a:ext uri="{FF2B5EF4-FFF2-40B4-BE49-F238E27FC236}">
                    <a16:creationId xmlns:a16="http://schemas.microsoft.com/office/drawing/2014/main" xmlns="" id="{36ED43C1-71C1-715E-9DA1-DB486F450F6C}"/>
                  </a:ext>
                </a:extLst>
              </p:cNvPr>
              <p:cNvSpPr>
                <a:spLocks/>
              </p:cNvSpPr>
              <p:nvPr/>
            </p:nvSpPr>
            <p:spPr bwMode="gray">
              <a:xfrm rot="5400000" flipH="1">
                <a:off x="2991290" y="-584406"/>
                <a:ext cx="32415" cy="42281"/>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2" name="Rectangle 302">
                <a:extLst>
                  <a:ext uri="{FF2B5EF4-FFF2-40B4-BE49-F238E27FC236}">
                    <a16:creationId xmlns:a16="http://schemas.microsoft.com/office/drawing/2014/main" xmlns="" id="{FDA99255-90B1-79C1-76D7-28A7B7FF39E6}"/>
                  </a:ext>
                </a:extLst>
              </p:cNvPr>
              <p:cNvSpPr>
                <a:spLocks noChangeArrowheads="1"/>
              </p:cNvSpPr>
              <p:nvPr/>
            </p:nvSpPr>
            <p:spPr bwMode="gray">
              <a:xfrm rot="5400000" flipH="1">
                <a:off x="2921530" y="-558334"/>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3" name="Freeform 303">
                <a:extLst>
                  <a:ext uri="{FF2B5EF4-FFF2-40B4-BE49-F238E27FC236}">
                    <a16:creationId xmlns:a16="http://schemas.microsoft.com/office/drawing/2014/main" xmlns="" id="{A2811BF1-15BF-CCE7-281B-F430EE662A15}"/>
                  </a:ext>
                </a:extLst>
              </p:cNvPr>
              <p:cNvSpPr>
                <a:spLocks/>
              </p:cNvSpPr>
              <p:nvPr/>
            </p:nvSpPr>
            <p:spPr bwMode="gray">
              <a:xfrm rot="5400000" flipH="1">
                <a:off x="3114609" y="-579474"/>
                <a:ext cx="42986" cy="21845"/>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4" name="Rectangle 304">
                <a:extLst>
                  <a:ext uri="{FF2B5EF4-FFF2-40B4-BE49-F238E27FC236}">
                    <a16:creationId xmlns:a16="http://schemas.microsoft.com/office/drawing/2014/main" xmlns="" id="{07CE0328-B66D-BB5F-BB7C-506A9689B04B}"/>
                  </a:ext>
                </a:extLst>
              </p:cNvPr>
              <p:cNvSpPr>
                <a:spLocks noChangeArrowheads="1"/>
              </p:cNvSpPr>
              <p:nvPr/>
            </p:nvSpPr>
            <p:spPr bwMode="gray">
              <a:xfrm rot="5400000" flipH="1">
                <a:off x="3039912" y="-568903"/>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5" name="Rectangle 305">
                <a:extLst>
                  <a:ext uri="{FF2B5EF4-FFF2-40B4-BE49-F238E27FC236}">
                    <a16:creationId xmlns:a16="http://schemas.microsoft.com/office/drawing/2014/main" xmlns="" id="{F6BF4F72-1531-3EC4-62A8-B688FF0CFBA4}"/>
                  </a:ext>
                </a:extLst>
              </p:cNvPr>
              <p:cNvSpPr>
                <a:spLocks noChangeArrowheads="1"/>
              </p:cNvSpPr>
              <p:nvPr/>
            </p:nvSpPr>
            <p:spPr bwMode="gray">
              <a:xfrm rot="5400000" flipH="1">
                <a:off x="3071622" y="-579475"/>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6" name="Rectangle 306">
                <a:extLst>
                  <a:ext uri="{FF2B5EF4-FFF2-40B4-BE49-F238E27FC236}">
                    <a16:creationId xmlns:a16="http://schemas.microsoft.com/office/drawing/2014/main" xmlns="" id="{4367394A-D2F2-020E-DCDD-F5014D3E9581}"/>
                  </a:ext>
                </a:extLst>
              </p:cNvPr>
              <p:cNvSpPr>
                <a:spLocks noChangeArrowheads="1"/>
              </p:cNvSpPr>
              <p:nvPr/>
            </p:nvSpPr>
            <p:spPr bwMode="gray">
              <a:xfrm rot="5400000" flipH="1">
                <a:off x="3104037" y="-590044"/>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7" name="Rectangle 307">
                <a:extLst>
                  <a:ext uri="{FF2B5EF4-FFF2-40B4-BE49-F238E27FC236}">
                    <a16:creationId xmlns:a16="http://schemas.microsoft.com/office/drawing/2014/main" xmlns="" id="{7D2F1C39-458A-3CC3-687E-C8AC54DA5981}"/>
                  </a:ext>
                </a:extLst>
              </p:cNvPr>
              <p:cNvSpPr>
                <a:spLocks noChangeArrowheads="1"/>
              </p:cNvSpPr>
              <p:nvPr/>
            </p:nvSpPr>
            <p:spPr bwMode="gray">
              <a:xfrm rot="5400000" flipH="1">
                <a:off x="3082547" y="-590395"/>
                <a:ext cx="10571"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8" name="Freeform 308">
                <a:extLst>
                  <a:ext uri="{FF2B5EF4-FFF2-40B4-BE49-F238E27FC236}">
                    <a16:creationId xmlns:a16="http://schemas.microsoft.com/office/drawing/2014/main" xmlns="" id="{E27F4158-FA82-8E32-9493-8388DA061625}"/>
                  </a:ext>
                </a:extLst>
              </p:cNvPr>
              <p:cNvSpPr>
                <a:spLocks/>
              </p:cNvSpPr>
              <p:nvPr/>
            </p:nvSpPr>
            <p:spPr bwMode="gray">
              <a:xfrm rot="5400000" flipH="1">
                <a:off x="3039209" y="-611888"/>
                <a:ext cx="32415" cy="53555"/>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89" name="Rectangle 309">
                <a:extLst>
                  <a:ext uri="{FF2B5EF4-FFF2-40B4-BE49-F238E27FC236}">
                    <a16:creationId xmlns:a16="http://schemas.microsoft.com/office/drawing/2014/main" xmlns="" id="{8044953B-0736-6B33-FB45-2E733EC2A461}"/>
                  </a:ext>
                </a:extLst>
              </p:cNvPr>
              <p:cNvSpPr>
                <a:spLocks noChangeArrowheads="1"/>
              </p:cNvSpPr>
              <p:nvPr/>
            </p:nvSpPr>
            <p:spPr bwMode="gray">
              <a:xfrm rot="5400000" flipH="1">
                <a:off x="3135751" y="-601318"/>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0" name="Rectangle 310">
                <a:extLst>
                  <a:ext uri="{FF2B5EF4-FFF2-40B4-BE49-F238E27FC236}">
                    <a16:creationId xmlns:a16="http://schemas.microsoft.com/office/drawing/2014/main" xmlns="" id="{CDFC4189-CC71-6ACC-D467-24E53808545A}"/>
                  </a:ext>
                </a:extLst>
              </p:cNvPr>
              <p:cNvSpPr>
                <a:spLocks noChangeArrowheads="1"/>
              </p:cNvSpPr>
              <p:nvPr/>
            </p:nvSpPr>
            <p:spPr bwMode="gray">
              <a:xfrm rot="5400000" flipH="1">
                <a:off x="3093116" y="-60096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1" name="Freeform 311">
                <a:extLst>
                  <a:ext uri="{FF2B5EF4-FFF2-40B4-BE49-F238E27FC236}">
                    <a16:creationId xmlns:a16="http://schemas.microsoft.com/office/drawing/2014/main" xmlns="" id="{DC5DC602-5FD3-B7EB-739F-0940D1940FE0}"/>
                  </a:ext>
                </a:extLst>
              </p:cNvPr>
              <p:cNvSpPr>
                <a:spLocks/>
              </p:cNvSpPr>
              <p:nvPr/>
            </p:nvSpPr>
            <p:spPr bwMode="gray">
              <a:xfrm rot="5400000" flipH="1">
                <a:off x="3093117" y="-665092"/>
                <a:ext cx="32415" cy="31710"/>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2" name="Freeform 312">
                <a:extLst>
                  <a:ext uri="{FF2B5EF4-FFF2-40B4-BE49-F238E27FC236}">
                    <a16:creationId xmlns:a16="http://schemas.microsoft.com/office/drawing/2014/main" xmlns="" id="{E2119B22-0A2D-5CE0-A012-67C8E15D3367}"/>
                  </a:ext>
                </a:extLst>
              </p:cNvPr>
              <p:cNvSpPr>
                <a:spLocks noEditPoints="1"/>
              </p:cNvSpPr>
              <p:nvPr/>
            </p:nvSpPr>
            <p:spPr bwMode="gray">
              <a:xfrm rot="5400000" flipH="1">
                <a:off x="2926813" y="-681298"/>
                <a:ext cx="140230" cy="128251"/>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3" name="Freeform 313">
                <a:extLst>
                  <a:ext uri="{FF2B5EF4-FFF2-40B4-BE49-F238E27FC236}">
                    <a16:creationId xmlns:a16="http://schemas.microsoft.com/office/drawing/2014/main" xmlns="" id="{CC800FBE-B187-A0AE-5151-49347D72D5D6}"/>
                  </a:ext>
                </a:extLst>
              </p:cNvPr>
              <p:cNvSpPr>
                <a:spLocks noEditPoints="1"/>
              </p:cNvSpPr>
              <p:nvPr/>
            </p:nvSpPr>
            <p:spPr bwMode="gray">
              <a:xfrm rot="5400000" flipH="1">
                <a:off x="2905322" y="-671079"/>
                <a:ext cx="97246" cy="64829"/>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4" name="Freeform 314">
                <a:extLst>
                  <a:ext uri="{FF2B5EF4-FFF2-40B4-BE49-F238E27FC236}">
                    <a16:creationId xmlns:a16="http://schemas.microsoft.com/office/drawing/2014/main" xmlns="" id="{5D7D6DEE-8B7A-5650-7A00-09E5341E28FA}"/>
                  </a:ext>
                </a:extLst>
              </p:cNvPr>
              <p:cNvSpPr>
                <a:spLocks noEditPoints="1"/>
              </p:cNvSpPr>
              <p:nvPr/>
            </p:nvSpPr>
            <p:spPr bwMode="gray">
              <a:xfrm rot="5400000" flipH="1">
                <a:off x="3071624" y="-687288"/>
                <a:ext cx="75401" cy="75401"/>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5" name="Rectangle 315">
                <a:extLst>
                  <a:ext uri="{FF2B5EF4-FFF2-40B4-BE49-F238E27FC236}">
                    <a16:creationId xmlns:a16="http://schemas.microsoft.com/office/drawing/2014/main" xmlns="" id="{D57E70E3-FBC7-AAB3-1031-6450C7355654}"/>
                  </a:ext>
                </a:extLst>
              </p:cNvPr>
              <p:cNvSpPr>
                <a:spLocks noChangeArrowheads="1"/>
              </p:cNvSpPr>
              <p:nvPr/>
            </p:nvSpPr>
            <p:spPr bwMode="gray">
              <a:xfrm rot="5400000" flipH="1">
                <a:off x="3050130" y="-686936"/>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6" name="Rectangle 316">
                <a:extLst>
                  <a:ext uri="{FF2B5EF4-FFF2-40B4-BE49-F238E27FC236}">
                    <a16:creationId xmlns:a16="http://schemas.microsoft.com/office/drawing/2014/main" xmlns="" id="{04CBE5CB-4B97-CD74-DD4D-09F5E6C61214}"/>
                  </a:ext>
                </a:extLst>
              </p:cNvPr>
              <p:cNvSpPr>
                <a:spLocks noChangeArrowheads="1"/>
              </p:cNvSpPr>
              <p:nvPr/>
            </p:nvSpPr>
            <p:spPr bwMode="gray">
              <a:xfrm rot="5400000" flipH="1">
                <a:off x="3145968" y="-691166"/>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7" name="Rectangle 317">
                <a:extLst>
                  <a:ext uri="{FF2B5EF4-FFF2-40B4-BE49-F238E27FC236}">
                    <a16:creationId xmlns:a16="http://schemas.microsoft.com/office/drawing/2014/main" xmlns="" id="{DC6256CF-F8A2-F85B-7223-ACEAE2D05628}"/>
                  </a:ext>
                </a:extLst>
              </p:cNvPr>
              <p:cNvSpPr>
                <a:spLocks noChangeArrowheads="1"/>
              </p:cNvSpPr>
              <p:nvPr/>
            </p:nvSpPr>
            <p:spPr bwMode="gray">
              <a:xfrm rot="5400000" flipH="1">
                <a:off x="3144558" y="-722874"/>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8" name="Rectangle 318">
                <a:extLst>
                  <a:ext uri="{FF2B5EF4-FFF2-40B4-BE49-F238E27FC236}">
                    <a16:creationId xmlns:a16="http://schemas.microsoft.com/office/drawing/2014/main" xmlns="" id="{422DC496-0D15-9DCA-E6AD-65C6DD178BCA}"/>
                  </a:ext>
                </a:extLst>
              </p:cNvPr>
              <p:cNvSpPr>
                <a:spLocks noChangeArrowheads="1"/>
              </p:cNvSpPr>
              <p:nvPr/>
            </p:nvSpPr>
            <p:spPr bwMode="gray">
              <a:xfrm rot="5400000" flipH="1">
                <a:off x="2918004" y="-721112"/>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499" name="Rectangle 319">
                <a:extLst>
                  <a:ext uri="{FF2B5EF4-FFF2-40B4-BE49-F238E27FC236}">
                    <a16:creationId xmlns:a16="http://schemas.microsoft.com/office/drawing/2014/main" xmlns="" id="{AA733221-3B0E-5E81-DBF1-13B4DD57AAFA}"/>
                  </a:ext>
                </a:extLst>
              </p:cNvPr>
              <p:cNvSpPr>
                <a:spLocks noChangeArrowheads="1"/>
              </p:cNvSpPr>
              <p:nvPr/>
            </p:nvSpPr>
            <p:spPr bwMode="gray">
              <a:xfrm rot="5400000" flipH="1">
                <a:off x="2885942" y="-692573"/>
                <a:ext cx="37348"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0" name="Rectangle 320">
                <a:extLst>
                  <a:ext uri="{FF2B5EF4-FFF2-40B4-BE49-F238E27FC236}">
                    <a16:creationId xmlns:a16="http://schemas.microsoft.com/office/drawing/2014/main" xmlns="" id="{B2AEE778-06C7-099F-9D57-7B145D2A9AFA}"/>
                  </a:ext>
                </a:extLst>
              </p:cNvPr>
              <p:cNvSpPr>
                <a:spLocks noChangeArrowheads="1"/>
              </p:cNvSpPr>
              <p:nvPr/>
            </p:nvSpPr>
            <p:spPr bwMode="gray">
              <a:xfrm rot="5400000" flipH="1">
                <a:off x="2887351" y="-464260"/>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1" name="Rectangle 321">
                <a:extLst>
                  <a:ext uri="{FF2B5EF4-FFF2-40B4-BE49-F238E27FC236}">
                    <a16:creationId xmlns:a16="http://schemas.microsoft.com/office/drawing/2014/main" xmlns="" id="{F2D033C5-1515-03DF-783C-5D0F5FA90A47}"/>
                  </a:ext>
                </a:extLst>
              </p:cNvPr>
              <p:cNvSpPr>
                <a:spLocks noChangeArrowheads="1"/>
              </p:cNvSpPr>
              <p:nvPr/>
            </p:nvSpPr>
            <p:spPr bwMode="gray">
              <a:xfrm rot="5400000" flipH="1">
                <a:off x="2916242" y="-462145"/>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2" name="Rectangle 322">
                <a:extLst>
                  <a:ext uri="{FF2B5EF4-FFF2-40B4-BE49-F238E27FC236}">
                    <a16:creationId xmlns:a16="http://schemas.microsoft.com/office/drawing/2014/main" xmlns="" id="{56FF64C9-25B9-ADEA-FE79-C5931D3FE3F0}"/>
                  </a:ext>
                </a:extLst>
              </p:cNvPr>
              <p:cNvSpPr>
                <a:spLocks noChangeArrowheads="1"/>
              </p:cNvSpPr>
              <p:nvPr/>
            </p:nvSpPr>
            <p:spPr bwMode="gray">
              <a:xfrm rot="5400000" flipH="1">
                <a:off x="3142796" y="-460383"/>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03" name="Rectangle 323">
                <a:extLst>
                  <a:ext uri="{FF2B5EF4-FFF2-40B4-BE49-F238E27FC236}">
                    <a16:creationId xmlns:a16="http://schemas.microsoft.com/office/drawing/2014/main" xmlns="" id="{930C56B1-9806-1085-08CD-12854C50DFEB}"/>
                  </a:ext>
                </a:extLst>
              </p:cNvPr>
              <p:cNvSpPr>
                <a:spLocks noChangeArrowheads="1"/>
              </p:cNvSpPr>
              <p:nvPr/>
            </p:nvSpPr>
            <p:spPr bwMode="gray">
              <a:xfrm rot="5400000" flipH="1">
                <a:off x="3144206" y="-462498"/>
                <a:ext cx="38053"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470" name="TextBox 469">
              <a:extLst>
                <a:ext uri="{FF2B5EF4-FFF2-40B4-BE49-F238E27FC236}">
                  <a16:creationId xmlns:a16="http://schemas.microsoft.com/office/drawing/2014/main" xmlns="" id="{CE6B7C26-AA98-953D-FA37-E3FD33677236}"/>
                </a:ext>
              </a:extLst>
            </p:cNvPr>
            <p:cNvSpPr txBox="1"/>
            <p:nvPr/>
          </p:nvSpPr>
          <p:spPr bwMode="gray">
            <a:xfrm>
              <a:off x="1948548" y="1494245"/>
              <a:ext cx="693051" cy="328007"/>
            </a:xfrm>
            <a:prstGeom prst="wedgeRectCallout">
              <a:avLst>
                <a:gd name="adj1" fmla="val 66743"/>
                <a:gd name="adj2" fmla="val -54933"/>
              </a:avLst>
            </a:prstGeom>
            <a:solidFill>
              <a:schemeClr val="bg1">
                <a:lumMod val="95000"/>
              </a:schemeClr>
            </a:solidFill>
            <a:ln w="6350">
              <a:solidFill>
                <a:schemeClr val="bg1">
                  <a:lumMod val="75000"/>
                </a:schemeClr>
              </a:solidFill>
            </a:ln>
          </p:spPr>
          <p:txBody>
            <a:bodyPr wrap="square" lIns="76200" tIns="45720" rIns="76200" bIns="45720" rtlCol="0" anchor="ctr" anchorCtr="1">
              <a:spAutoFit/>
            </a:bodyPr>
            <a:lstStyle/>
            <a:p>
              <a:pPr lvl="0">
                <a:defRPr/>
              </a:pPr>
              <a:r>
                <a:rPr lang="en-US" sz="600" b="1" dirty="0"/>
                <a:t>Your total is Birr XX</a:t>
              </a:r>
            </a:p>
          </p:txBody>
        </p:sp>
      </p:grpSp>
      <p:grpSp>
        <p:nvGrpSpPr>
          <p:cNvPr id="9" name="Group 8">
            <a:extLst>
              <a:ext uri="{FF2B5EF4-FFF2-40B4-BE49-F238E27FC236}">
                <a16:creationId xmlns:a16="http://schemas.microsoft.com/office/drawing/2014/main" xmlns="" id="{8E32E96A-44A6-FBA4-3DC8-294E2CFF785D}"/>
              </a:ext>
            </a:extLst>
          </p:cNvPr>
          <p:cNvGrpSpPr/>
          <p:nvPr/>
        </p:nvGrpSpPr>
        <p:grpSpPr>
          <a:xfrm>
            <a:off x="4256821" y="1466640"/>
            <a:ext cx="569816" cy="1255560"/>
            <a:chOff x="10583041" y="1029676"/>
            <a:chExt cx="674745" cy="1486768"/>
          </a:xfrm>
        </p:grpSpPr>
        <p:grpSp>
          <p:nvGrpSpPr>
            <p:cNvPr id="391" name="Group 390">
              <a:extLst>
                <a:ext uri="{FF2B5EF4-FFF2-40B4-BE49-F238E27FC236}">
                  <a16:creationId xmlns:a16="http://schemas.microsoft.com/office/drawing/2014/main" xmlns="" id="{101D3C93-06EA-71D6-967A-DF4802AC9A69}"/>
                </a:ext>
              </a:extLst>
            </p:cNvPr>
            <p:cNvGrpSpPr/>
            <p:nvPr/>
          </p:nvGrpSpPr>
          <p:grpSpPr bwMode="gray">
            <a:xfrm>
              <a:off x="10583041" y="1029676"/>
              <a:ext cx="674745" cy="1486768"/>
              <a:chOff x="13245594" y="3448825"/>
              <a:chExt cx="367136" cy="808966"/>
            </a:xfrm>
          </p:grpSpPr>
          <p:sp>
            <p:nvSpPr>
              <p:cNvPr id="404" name="Freeform 273">
                <a:extLst>
                  <a:ext uri="{FF2B5EF4-FFF2-40B4-BE49-F238E27FC236}">
                    <a16:creationId xmlns:a16="http://schemas.microsoft.com/office/drawing/2014/main" xmlns="" id="{03230ECC-FA4F-8461-486A-C98E410C6E9F}"/>
                  </a:ext>
                </a:extLst>
              </p:cNvPr>
              <p:cNvSpPr>
                <a:spLocks/>
              </p:cNvSpPr>
              <p:nvPr/>
            </p:nvSpPr>
            <p:spPr bwMode="gray">
              <a:xfrm rot="5400000" flipH="1">
                <a:off x="13024679" y="3669740"/>
                <a:ext cx="808966" cy="367136"/>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sp>
            <p:nvSpPr>
              <p:cNvPr id="405" name="Oval 274">
                <a:extLst>
                  <a:ext uri="{FF2B5EF4-FFF2-40B4-BE49-F238E27FC236}">
                    <a16:creationId xmlns:a16="http://schemas.microsoft.com/office/drawing/2014/main" xmlns="" id="{C7C6ABFB-BE65-EDF1-621D-C3A15E9420C9}"/>
                  </a:ext>
                </a:extLst>
              </p:cNvPr>
              <p:cNvSpPr>
                <a:spLocks noChangeArrowheads="1"/>
              </p:cNvSpPr>
              <p:nvPr/>
            </p:nvSpPr>
            <p:spPr bwMode="gray">
              <a:xfrm rot="5400000" flipH="1">
                <a:off x="13395338" y="4151033"/>
                <a:ext cx="68353" cy="69058"/>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sp>
            <p:nvSpPr>
              <p:cNvPr id="406" name="Freeform 275">
                <a:extLst>
                  <a:ext uri="{FF2B5EF4-FFF2-40B4-BE49-F238E27FC236}">
                    <a16:creationId xmlns:a16="http://schemas.microsoft.com/office/drawing/2014/main" xmlns="" id="{7C308495-EE8C-D08B-E862-B51936BEBBCC}"/>
                  </a:ext>
                </a:extLst>
              </p:cNvPr>
              <p:cNvSpPr>
                <a:spLocks/>
              </p:cNvSpPr>
              <p:nvPr/>
            </p:nvSpPr>
            <p:spPr bwMode="gray">
              <a:xfrm rot="5400000" flipH="1">
                <a:off x="13149406" y="3681721"/>
                <a:ext cx="560216" cy="315693"/>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sp>
            <p:nvSpPr>
              <p:cNvPr id="407" name="Freeform 280">
                <a:extLst>
                  <a:ext uri="{FF2B5EF4-FFF2-40B4-BE49-F238E27FC236}">
                    <a16:creationId xmlns:a16="http://schemas.microsoft.com/office/drawing/2014/main" xmlns="" id="{CA9B54C6-E50A-5457-388A-9F6F6ED517F7}"/>
                  </a:ext>
                </a:extLst>
              </p:cNvPr>
              <p:cNvSpPr>
                <a:spLocks/>
              </p:cNvSpPr>
              <p:nvPr/>
            </p:nvSpPr>
            <p:spPr bwMode="gray">
              <a:xfrm rot="5400000" flipH="1">
                <a:off x="13425287" y="3442483"/>
                <a:ext cx="8457" cy="124022"/>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Calibri" panose="020F0502020204030204"/>
                  <a:ea typeface="+mn-ea"/>
                  <a:cs typeface="+mn-cs"/>
                </a:endParaRPr>
              </a:p>
            </p:txBody>
          </p:sp>
        </p:grpSp>
        <p:sp>
          <p:nvSpPr>
            <p:cNvPr id="392" name="TextBox 391">
              <a:extLst>
                <a:ext uri="{FF2B5EF4-FFF2-40B4-BE49-F238E27FC236}">
                  <a16:creationId xmlns:a16="http://schemas.microsoft.com/office/drawing/2014/main" xmlns="" id="{7BD6677D-8385-D634-20EE-9B97F6FC4848}"/>
                </a:ext>
              </a:extLst>
            </p:cNvPr>
            <p:cNvSpPr txBox="1"/>
            <p:nvPr/>
          </p:nvSpPr>
          <p:spPr>
            <a:xfrm>
              <a:off x="10649180" y="1303021"/>
              <a:ext cx="542466" cy="76535"/>
            </a:xfrm>
            <a:prstGeom prst="rect">
              <a:avLst/>
            </a:prstGeom>
            <a:solidFill>
              <a:srgbClr val="FEF9E6"/>
            </a:solidFill>
          </p:spPr>
          <p:txBody>
            <a:bodyPr vert="horz" wrap="square" lIns="27432" tIns="18288" rIns="18288" bIns="18288"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00" b="1" dirty="0"/>
                <a:t>Pay [Merchant XYZ]</a:t>
              </a:r>
            </a:p>
          </p:txBody>
        </p:sp>
        <p:grpSp>
          <p:nvGrpSpPr>
            <p:cNvPr id="393" name="Group 392">
              <a:extLst>
                <a:ext uri="{FF2B5EF4-FFF2-40B4-BE49-F238E27FC236}">
                  <a16:creationId xmlns:a16="http://schemas.microsoft.com/office/drawing/2014/main" xmlns="" id="{D808C988-1B20-07B7-04B0-AB1EE48F00B0}"/>
                </a:ext>
              </a:extLst>
            </p:cNvPr>
            <p:cNvGrpSpPr>
              <a:grpSpLocks/>
            </p:cNvGrpSpPr>
            <p:nvPr/>
          </p:nvGrpSpPr>
          <p:grpSpPr>
            <a:xfrm>
              <a:off x="10722384" y="1729875"/>
              <a:ext cx="179388" cy="76200"/>
              <a:chOff x="10831513" y="2003425"/>
              <a:chExt cx="179388" cy="76200"/>
            </a:xfrm>
            <a:solidFill>
              <a:srgbClr val="92D050"/>
            </a:solidFill>
          </p:grpSpPr>
          <p:sp>
            <p:nvSpPr>
              <p:cNvPr id="402" name="Rectangle 401">
                <a:extLst>
                  <a:ext uri="{FF2B5EF4-FFF2-40B4-BE49-F238E27FC236}">
                    <a16:creationId xmlns:a16="http://schemas.microsoft.com/office/drawing/2014/main" xmlns="" id="{328A90F7-D411-4BC7-3DA3-64B9A738B466}"/>
                  </a:ext>
                </a:extLst>
              </p:cNvPr>
              <p:cNvSpPr>
                <a:spLocks noChangeArrowheads="1"/>
              </p:cNvSpPr>
              <p:nvPr/>
            </p:nvSpPr>
            <p:spPr bwMode="auto">
              <a:xfrm>
                <a:off x="10831513" y="2003425"/>
                <a:ext cx="179388" cy="762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p>
            </p:txBody>
          </p:sp>
          <p:sp>
            <p:nvSpPr>
              <p:cNvPr id="403" name="Rectangle 402">
                <a:extLst>
                  <a:ext uri="{FF2B5EF4-FFF2-40B4-BE49-F238E27FC236}">
                    <a16:creationId xmlns:a16="http://schemas.microsoft.com/office/drawing/2014/main" xmlns="" id="{2FB00DD9-F41E-1602-E92D-8615B1FF58B8}"/>
                  </a:ext>
                </a:extLst>
              </p:cNvPr>
              <p:cNvSpPr>
                <a:spLocks noChangeArrowheads="1"/>
              </p:cNvSpPr>
              <p:nvPr/>
            </p:nvSpPr>
            <p:spPr bwMode="auto">
              <a:xfrm>
                <a:off x="10831513" y="2003425"/>
                <a:ext cx="179388" cy="76200"/>
              </a:xfrm>
              <a:prstGeom prst="rect">
                <a:avLst/>
              </a:prstGeom>
              <a:grp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p>
            </p:txBody>
          </p:sp>
        </p:grpSp>
        <p:sp>
          <p:nvSpPr>
            <p:cNvPr id="394" name="Freeform 99">
              <a:extLst>
                <a:ext uri="{FF2B5EF4-FFF2-40B4-BE49-F238E27FC236}">
                  <a16:creationId xmlns:a16="http://schemas.microsoft.com/office/drawing/2014/main" xmlns="" id="{14F4D34A-E93C-A901-8921-886A17B24C82}"/>
                </a:ext>
              </a:extLst>
            </p:cNvPr>
            <p:cNvSpPr>
              <a:spLocks/>
            </p:cNvSpPr>
            <p:nvPr>
              <p:custDataLst>
                <p:tags r:id="rId3"/>
              </p:custDataLst>
            </p:nvPr>
          </p:nvSpPr>
          <p:spPr bwMode="auto">
            <a:xfrm>
              <a:off x="10784488" y="1741801"/>
              <a:ext cx="55180" cy="52349"/>
            </a:xfrm>
            <a:custGeom>
              <a:avLst/>
              <a:gdLst>
                <a:gd name="T0" fmla="*/ 3040 w 3040"/>
                <a:gd name="T1" fmla="*/ 109 h 2884"/>
                <a:gd name="T2" fmla="*/ 2860 w 3040"/>
                <a:gd name="T3" fmla="*/ 256 h 2884"/>
                <a:gd name="T4" fmla="*/ 2673 w 3040"/>
                <a:gd name="T5" fmla="*/ 428 h 2884"/>
                <a:gd name="T6" fmla="*/ 2479 w 3040"/>
                <a:gd name="T7" fmla="*/ 627 h 2884"/>
                <a:gd name="T8" fmla="*/ 2277 w 3040"/>
                <a:gd name="T9" fmla="*/ 853 h 2884"/>
                <a:gd name="T10" fmla="*/ 2067 w 3040"/>
                <a:gd name="T11" fmla="*/ 1106 h 2884"/>
                <a:gd name="T12" fmla="*/ 1926 w 3040"/>
                <a:gd name="T13" fmla="*/ 1287 h 2884"/>
                <a:gd name="T14" fmla="*/ 1727 w 3040"/>
                <a:gd name="T15" fmla="*/ 1556 h 2884"/>
                <a:gd name="T16" fmla="*/ 1546 w 3040"/>
                <a:gd name="T17" fmla="*/ 1819 h 2884"/>
                <a:gd name="T18" fmla="*/ 1385 w 3040"/>
                <a:gd name="T19" fmla="*/ 2076 h 2884"/>
                <a:gd name="T20" fmla="*/ 1243 w 3040"/>
                <a:gd name="T21" fmla="*/ 2324 h 2884"/>
                <a:gd name="T22" fmla="*/ 1120 w 3040"/>
                <a:gd name="T23" fmla="*/ 2567 h 2884"/>
                <a:gd name="T24" fmla="*/ 865 w 3040"/>
                <a:gd name="T25" fmla="*/ 2741 h 2884"/>
                <a:gd name="T26" fmla="*/ 704 w 3040"/>
                <a:gd name="T27" fmla="*/ 2867 h 2884"/>
                <a:gd name="T28" fmla="*/ 675 w 3040"/>
                <a:gd name="T29" fmla="*/ 2856 h 2884"/>
                <a:gd name="T30" fmla="*/ 603 w 3040"/>
                <a:gd name="T31" fmla="*/ 2655 h 2884"/>
                <a:gd name="T32" fmla="*/ 498 w 3040"/>
                <a:gd name="T33" fmla="*/ 2404 h 2884"/>
                <a:gd name="T34" fmla="*/ 401 w 3040"/>
                <a:gd name="T35" fmla="*/ 2197 h 2884"/>
                <a:gd name="T36" fmla="*/ 311 w 3040"/>
                <a:gd name="T37" fmla="*/ 2034 h 2884"/>
                <a:gd name="T38" fmla="*/ 253 w 3040"/>
                <a:gd name="T39" fmla="*/ 1950 h 2884"/>
                <a:gd name="T40" fmla="*/ 164 w 3040"/>
                <a:gd name="T41" fmla="*/ 1855 h 2884"/>
                <a:gd name="T42" fmla="*/ 69 w 3040"/>
                <a:gd name="T43" fmla="*/ 1786 h 2884"/>
                <a:gd name="T44" fmla="*/ 0 w 3040"/>
                <a:gd name="T45" fmla="*/ 1757 h 2884"/>
                <a:gd name="T46" fmla="*/ 87 w 3040"/>
                <a:gd name="T47" fmla="*/ 1672 h 2884"/>
                <a:gd name="T48" fmla="*/ 172 w 3040"/>
                <a:gd name="T49" fmla="*/ 1605 h 2884"/>
                <a:gd name="T50" fmla="*/ 254 w 3040"/>
                <a:gd name="T51" fmla="*/ 1555 h 2884"/>
                <a:gd name="T52" fmla="*/ 332 w 3040"/>
                <a:gd name="T53" fmla="*/ 1523 h 2884"/>
                <a:gd name="T54" fmla="*/ 409 w 3040"/>
                <a:gd name="T55" fmla="*/ 1508 h 2884"/>
                <a:gd name="T56" fmla="*/ 444 w 3040"/>
                <a:gd name="T57" fmla="*/ 1507 h 2884"/>
                <a:gd name="T58" fmla="*/ 476 w 3040"/>
                <a:gd name="T59" fmla="*/ 1513 h 2884"/>
                <a:gd name="T60" fmla="*/ 543 w 3040"/>
                <a:gd name="T61" fmla="*/ 1551 h 2884"/>
                <a:gd name="T62" fmla="*/ 612 w 3040"/>
                <a:gd name="T63" fmla="*/ 1621 h 2884"/>
                <a:gd name="T64" fmla="*/ 683 w 3040"/>
                <a:gd name="T65" fmla="*/ 1723 h 2884"/>
                <a:gd name="T66" fmla="*/ 757 w 3040"/>
                <a:gd name="T67" fmla="*/ 1858 h 2884"/>
                <a:gd name="T68" fmla="*/ 877 w 3040"/>
                <a:gd name="T69" fmla="*/ 2117 h 2884"/>
                <a:gd name="T70" fmla="*/ 973 w 3040"/>
                <a:gd name="T71" fmla="*/ 1963 h 2884"/>
                <a:gd name="T72" fmla="*/ 1129 w 3040"/>
                <a:gd name="T73" fmla="*/ 1731 h 2884"/>
                <a:gd name="T74" fmla="*/ 1299 w 3040"/>
                <a:gd name="T75" fmla="*/ 1503 h 2884"/>
                <a:gd name="T76" fmla="*/ 1485 w 3040"/>
                <a:gd name="T77" fmla="*/ 1277 h 2884"/>
                <a:gd name="T78" fmla="*/ 1685 w 3040"/>
                <a:gd name="T79" fmla="*/ 1052 h 2884"/>
                <a:gd name="T80" fmla="*/ 1828 w 3040"/>
                <a:gd name="T81" fmla="*/ 904 h 2884"/>
                <a:gd name="T82" fmla="*/ 2045 w 3040"/>
                <a:gd name="T83" fmla="*/ 693 h 2884"/>
                <a:gd name="T84" fmla="*/ 2260 w 3040"/>
                <a:gd name="T85" fmla="*/ 502 h 2884"/>
                <a:gd name="T86" fmla="*/ 2474 w 3040"/>
                <a:gd name="T87" fmla="*/ 328 h 2884"/>
                <a:gd name="T88" fmla="*/ 2685 w 3040"/>
                <a:gd name="T89" fmla="*/ 175 h 2884"/>
                <a:gd name="T90" fmla="*/ 2893 w 3040"/>
                <a:gd name="T91" fmla="*/ 40 h 2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40" h="2884">
                  <a:moveTo>
                    <a:pt x="2963" y="0"/>
                  </a:moveTo>
                  <a:lnTo>
                    <a:pt x="3040" y="109"/>
                  </a:lnTo>
                  <a:lnTo>
                    <a:pt x="3040" y="109"/>
                  </a:lnTo>
                  <a:lnTo>
                    <a:pt x="2981" y="155"/>
                  </a:lnTo>
                  <a:lnTo>
                    <a:pt x="2922" y="203"/>
                  </a:lnTo>
                  <a:lnTo>
                    <a:pt x="2860" y="256"/>
                  </a:lnTo>
                  <a:lnTo>
                    <a:pt x="2799" y="309"/>
                  </a:lnTo>
                  <a:lnTo>
                    <a:pt x="2736" y="367"/>
                  </a:lnTo>
                  <a:lnTo>
                    <a:pt x="2673" y="428"/>
                  </a:lnTo>
                  <a:lnTo>
                    <a:pt x="2610" y="491"/>
                  </a:lnTo>
                  <a:lnTo>
                    <a:pt x="2545" y="557"/>
                  </a:lnTo>
                  <a:lnTo>
                    <a:pt x="2479" y="627"/>
                  </a:lnTo>
                  <a:lnTo>
                    <a:pt x="2413" y="699"/>
                  </a:lnTo>
                  <a:lnTo>
                    <a:pt x="2346" y="775"/>
                  </a:lnTo>
                  <a:lnTo>
                    <a:pt x="2277" y="853"/>
                  </a:lnTo>
                  <a:lnTo>
                    <a:pt x="2209" y="934"/>
                  </a:lnTo>
                  <a:lnTo>
                    <a:pt x="2139" y="1018"/>
                  </a:lnTo>
                  <a:lnTo>
                    <a:pt x="2067" y="1106"/>
                  </a:lnTo>
                  <a:lnTo>
                    <a:pt x="1996" y="1196"/>
                  </a:lnTo>
                  <a:lnTo>
                    <a:pt x="1996" y="1196"/>
                  </a:lnTo>
                  <a:lnTo>
                    <a:pt x="1926" y="1287"/>
                  </a:lnTo>
                  <a:lnTo>
                    <a:pt x="1858" y="1377"/>
                  </a:lnTo>
                  <a:lnTo>
                    <a:pt x="1790" y="1468"/>
                  </a:lnTo>
                  <a:lnTo>
                    <a:pt x="1727" y="1556"/>
                  </a:lnTo>
                  <a:lnTo>
                    <a:pt x="1664" y="1645"/>
                  </a:lnTo>
                  <a:lnTo>
                    <a:pt x="1605" y="1733"/>
                  </a:lnTo>
                  <a:lnTo>
                    <a:pt x="1546" y="1819"/>
                  </a:lnTo>
                  <a:lnTo>
                    <a:pt x="1490" y="1905"/>
                  </a:lnTo>
                  <a:lnTo>
                    <a:pt x="1437" y="1991"/>
                  </a:lnTo>
                  <a:lnTo>
                    <a:pt x="1385" y="2076"/>
                  </a:lnTo>
                  <a:lnTo>
                    <a:pt x="1336" y="2159"/>
                  </a:lnTo>
                  <a:lnTo>
                    <a:pt x="1289" y="2242"/>
                  </a:lnTo>
                  <a:lnTo>
                    <a:pt x="1243" y="2324"/>
                  </a:lnTo>
                  <a:lnTo>
                    <a:pt x="1200" y="2405"/>
                  </a:lnTo>
                  <a:lnTo>
                    <a:pt x="1160" y="2486"/>
                  </a:lnTo>
                  <a:lnTo>
                    <a:pt x="1120" y="2567"/>
                  </a:lnTo>
                  <a:lnTo>
                    <a:pt x="958" y="2676"/>
                  </a:lnTo>
                  <a:lnTo>
                    <a:pt x="958" y="2676"/>
                  </a:lnTo>
                  <a:lnTo>
                    <a:pt x="865" y="2741"/>
                  </a:lnTo>
                  <a:lnTo>
                    <a:pt x="788" y="2798"/>
                  </a:lnTo>
                  <a:lnTo>
                    <a:pt x="728" y="2845"/>
                  </a:lnTo>
                  <a:lnTo>
                    <a:pt x="704" y="2867"/>
                  </a:lnTo>
                  <a:lnTo>
                    <a:pt x="683" y="2884"/>
                  </a:lnTo>
                  <a:lnTo>
                    <a:pt x="683" y="2884"/>
                  </a:lnTo>
                  <a:lnTo>
                    <a:pt x="675" y="2856"/>
                  </a:lnTo>
                  <a:lnTo>
                    <a:pt x="666" y="2825"/>
                  </a:lnTo>
                  <a:lnTo>
                    <a:pt x="639" y="2748"/>
                  </a:lnTo>
                  <a:lnTo>
                    <a:pt x="603" y="2655"/>
                  </a:lnTo>
                  <a:lnTo>
                    <a:pt x="560" y="2546"/>
                  </a:lnTo>
                  <a:lnTo>
                    <a:pt x="498" y="2404"/>
                  </a:lnTo>
                  <a:lnTo>
                    <a:pt x="498" y="2404"/>
                  </a:lnTo>
                  <a:lnTo>
                    <a:pt x="465" y="2330"/>
                  </a:lnTo>
                  <a:lnTo>
                    <a:pt x="433" y="2261"/>
                  </a:lnTo>
                  <a:lnTo>
                    <a:pt x="401" y="2197"/>
                  </a:lnTo>
                  <a:lnTo>
                    <a:pt x="371" y="2137"/>
                  </a:lnTo>
                  <a:lnTo>
                    <a:pt x="340" y="2084"/>
                  </a:lnTo>
                  <a:lnTo>
                    <a:pt x="311" y="2034"/>
                  </a:lnTo>
                  <a:lnTo>
                    <a:pt x="281" y="1991"/>
                  </a:lnTo>
                  <a:lnTo>
                    <a:pt x="253" y="1950"/>
                  </a:lnTo>
                  <a:lnTo>
                    <a:pt x="253" y="1950"/>
                  </a:lnTo>
                  <a:lnTo>
                    <a:pt x="225" y="1915"/>
                  </a:lnTo>
                  <a:lnTo>
                    <a:pt x="195" y="1885"/>
                  </a:lnTo>
                  <a:lnTo>
                    <a:pt x="164" y="1855"/>
                  </a:lnTo>
                  <a:lnTo>
                    <a:pt x="133" y="1829"/>
                  </a:lnTo>
                  <a:lnTo>
                    <a:pt x="101" y="1807"/>
                  </a:lnTo>
                  <a:lnTo>
                    <a:pt x="69" y="1786"/>
                  </a:lnTo>
                  <a:lnTo>
                    <a:pt x="35" y="1770"/>
                  </a:lnTo>
                  <a:lnTo>
                    <a:pt x="0" y="1757"/>
                  </a:lnTo>
                  <a:lnTo>
                    <a:pt x="0" y="1757"/>
                  </a:lnTo>
                  <a:lnTo>
                    <a:pt x="30" y="1726"/>
                  </a:lnTo>
                  <a:lnTo>
                    <a:pt x="59" y="1698"/>
                  </a:lnTo>
                  <a:lnTo>
                    <a:pt x="87" y="1672"/>
                  </a:lnTo>
                  <a:lnTo>
                    <a:pt x="116" y="1646"/>
                  </a:lnTo>
                  <a:lnTo>
                    <a:pt x="144" y="1625"/>
                  </a:lnTo>
                  <a:lnTo>
                    <a:pt x="172" y="1605"/>
                  </a:lnTo>
                  <a:lnTo>
                    <a:pt x="199" y="1586"/>
                  </a:lnTo>
                  <a:lnTo>
                    <a:pt x="227" y="1568"/>
                  </a:lnTo>
                  <a:lnTo>
                    <a:pt x="254" y="1555"/>
                  </a:lnTo>
                  <a:lnTo>
                    <a:pt x="281" y="1542"/>
                  </a:lnTo>
                  <a:lnTo>
                    <a:pt x="307" y="1531"/>
                  </a:lnTo>
                  <a:lnTo>
                    <a:pt x="332" y="1523"/>
                  </a:lnTo>
                  <a:lnTo>
                    <a:pt x="359" y="1516"/>
                  </a:lnTo>
                  <a:lnTo>
                    <a:pt x="385" y="1511"/>
                  </a:lnTo>
                  <a:lnTo>
                    <a:pt x="409" y="1508"/>
                  </a:lnTo>
                  <a:lnTo>
                    <a:pt x="434" y="1507"/>
                  </a:lnTo>
                  <a:lnTo>
                    <a:pt x="434" y="1507"/>
                  </a:lnTo>
                  <a:lnTo>
                    <a:pt x="444" y="1507"/>
                  </a:lnTo>
                  <a:lnTo>
                    <a:pt x="455" y="1508"/>
                  </a:lnTo>
                  <a:lnTo>
                    <a:pt x="465" y="1511"/>
                  </a:lnTo>
                  <a:lnTo>
                    <a:pt x="476" y="1513"/>
                  </a:lnTo>
                  <a:lnTo>
                    <a:pt x="499" y="1523"/>
                  </a:lnTo>
                  <a:lnTo>
                    <a:pt x="521" y="1535"/>
                  </a:lnTo>
                  <a:lnTo>
                    <a:pt x="543" y="1551"/>
                  </a:lnTo>
                  <a:lnTo>
                    <a:pt x="566" y="1571"/>
                  </a:lnTo>
                  <a:lnTo>
                    <a:pt x="589" y="1594"/>
                  </a:lnTo>
                  <a:lnTo>
                    <a:pt x="612" y="1621"/>
                  </a:lnTo>
                  <a:lnTo>
                    <a:pt x="636" y="1652"/>
                  </a:lnTo>
                  <a:lnTo>
                    <a:pt x="659" y="1685"/>
                  </a:lnTo>
                  <a:lnTo>
                    <a:pt x="683" y="1723"/>
                  </a:lnTo>
                  <a:lnTo>
                    <a:pt x="708" y="1763"/>
                  </a:lnTo>
                  <a:lnTo>
                    <a:pt x="733" y="1809"/>
                  </a:lnTo>
                  <a:lnTo>
                    <a:pt x="757" y="1858"/>
                  </a:lnTo>
                  <a:lnTo>
                    <a:pt x="783" y="1909"/>
                  </a:lnTo>
                  <a:lnTo>
                    <a:pt x="808" y="1964"/>
                  </a:lnTo>
                  <a:lnTo>
                    <a:pt x="877" y="2117"/>
                  </a:lnTo>
                  <a:lnTo>
                    <a:pt x="877" y="2117"/>
                  </a:lnTo>
                  <a:lnTo>
                    <a:pt x="924" y="2039"/>
                  </a:lnTo>
                  <a:lnTo>
                    <a:pt x="973" y="1963"/>
                  </a:lnTo>
                  <a:lnTo>
                    <a:pt x="1024" y="1885"/>
                  </a:lnTo>
                  <a:lnTo>
                    <a:pt x="1075" y="1808"/>
                  </a:lnTo>
                  <a:lnTo>
                    <a:pt x="1129" y="1731"/>
                  </a:lnTo>
                  <a:lnTo>
                    <a:pt x="1184" y="1655"/>
                  </a:lnTo>
                  <a:lnTo>
                    <a:pt x="1242" y="1578"/>
                  </a:lnTo>
                  <a:lnTo>
                    <a:pt x="1299" y="1503"/>
                  </a:lnTo>
                  <a:lnTo>
                    <a:pt x="1360" y="1427"/>
                  </a:lnTo>
                  <a:lnTo>
                    <a:pt x="1422" y="1351"/>
                  </a:lnTo>
                  <a:lnTo>
                    <a:pt x="1485" y="1277"/>
                  </a:lnTo>
                  <a:lnTo>
                    <a:pt x="1551" y="1201"/>
                  </a:lnTo>
                  <a:lnTo>
                    <a:pt x="1618" y="1127"/>
                  </a:lnTo>
                  <a:lnTo>
                    <a:pt x="1685" y="1052"/>
                  </a:lnTo>
                  <a:lnTo>
                    <a:pt x="1757" y="978"/>
                  </a:lnTo>
                  <a:lnTo>
                    <a:pt x="1828" y="904"/>
                  </a:lnTo>
                  <a:lnTo>
                    <a:pt x="1828" y="904"/>
                  </a:lnTo>
                  <a:lnTo>
                    <a:pt x="1901" y="831"/>
                  </a:lnTo>
                  <a:lnTo>
                    <a:pt x="1973" y="761"/>
                  </a:lnTo>
                  <a:lnTo>
                    <a:pt x="2045" y="693"/>
                  </a:lnTo>
                  <a:lnTo>
                    <a:pt x="2117" y="627"/>
                  </a:lnTo>
                  <a:lnTo>
                    <a:pt x="2189" y="564"/>
                  </a:lnTo>
                  <a:lnTo>
                    <a:pt x="2260" y="502"/>
                  </a:lnTo>
                  <a:lnTo>
                    <a:pt x="2331" y="441"/>
                  </a:lnTo>
                  <a:lnTo>
                    <a:pt x="2402" y="383"/>
                  </a:lnTo>
                  <a:lnTo>
                    <a:pt x="2474" y="328"/>
                  </a:lnTo>
                  <a:lnTo>
                    <a:pt x="2544" y="274"/>
                  </a:lnTo>
                  <a:lnTo>
                    <a:pt x="2614" y="223"/>
                  </a:lnTo>
                  <a:lnTo>
                    <a:pt x="2685" y="175"/>
                  </a:lnTo>
                  <a:lnTo>
                    <a:pt x="2755" y="128"/>
                  </a:lnTo>
                  <a:lnTo>
                    <a:pt x="2825" y="83"/>
                  </a:lnTo>
                  <a:lnTo>
                    <a:pt x="2893" y="40"/>
                  </a:lnTo>
                  <a:lnTo>
                    <a:pt x="2963" y="0"/>
                  </a:lnTo>
                  <a:lnTo>
                    <a:pt x="2963" y="0"/>
                  </a:lnTo>
                  <a:close/>
                </a:path>
              </a:pathLst>
            </a:custGeom>
            <a:solidFill>
              <a:schemeClr val="bg1"/>
            </a:solidFill>
            <a:ln>
              <a:noFill/>
            </a:ln>
          </p:spPr>
          <p:txBody>
            <a:bodyPr vert="horz" wrap="square" lIns="93297" tIns="46649" rIns="93297" bIns="46649" numCol="1" anchor="t" anchorCtr="0" compatLnSpc="1">
              <a:prstTxWarp prst="textNoShape">
                <a:avLst/>
              </a:prstTxWarp>
            </a:bodyPr>
            <a:lstStyle/>
            <a:p>
              <a:endParaRPr lang="en-US" sz="1600" dirty="0"/>
            </a:p>
          </p:txBody>
        </p:sp>
        <p:sp>
          <p:nvSpPr>
            <p:cNvPr id="395" name="Rectangle 394">
              <a:extLst>
                <a:ext uri="{FF2B5EF4-FFF2-40B4-BE49-F238E27FC236}">
                  <a16:creationId xmlns:a16="http://schemas.microsoft.com/office/drawing/2014/main" xmlns="" id="{9BC3FB57-B6B2-B67A-794B-EB2D1E15EB9F}"/>
                </a:ext>
              </a:extLst>
            </p:cNvPr>
            <p:cNvSpPr>
              <a:spLocks noChangeArrowheads="1"/>
            </p:cNvSpPr>
            <p:nvPr/>
          </p:nvSpPr>
          <p:spPr bwMode="auto">
            <a:xfrm>
              <a:off x="10936779" y="1729875"/>
              <a:ext cx="179388" cy="76200"/>
            </a:xfrm>
            <a:prstGeom prst="rect">
              <a:avLst/>
            </a:prstGeom>
            <a:solidFill>
              <a:srgbClr val="BFBFBF"/>
            </a:solidFill>
            <a:ln w="9525">
              <a:noFill/>
              <a:miter lim="800000"/>
              <a:headEnd/>
              <a:tailEnd/>
            </a:ln>
          </p:spPr>
          <p:txBody>
            <a:bodyPr vert="horz" wrap="square" lIns="91440" tIns="45720" rIns="91440" bIns="45720" numCol="1" anchor="t" anchorCtr="0" compatLnSpc="1">
              <a:prstTxWarp prst="textNoShape">
                <a:avLst/>
              </a:prstTxWarp>
              <a:noAutofit/>
            </a:bodyPr>
            <a:lstStyle/>
            <a:p>
              <a:endParaRPr lang="en-US" sz="1400" dirty="0"/>
            </a:p>
          </p:txBody>
        </p:sp>
        <p:sp>
          <p:nvSpPr>
            <p:cNvPr id="396" name="Rectangle 395">
              <a:extLst>
                <a:ext uri="{FF2B5EF4-FFF2-40B4-BE49-F238E27FC236}">
                  <a16:creationId xmlns:a16="http://schemas.microsoft.com/office/drawing/2014/main" xmlns="" id="{D1E341DA-CF87-74D2-CDC4-0334BC0A4CAF}"/>
                </a:ext>
              </a:extLst>
            </p:cNvPr>
            <p:cNvSpPr>
              <a:spLocks noChangeArrowheads="1"/>
            </p:cNvSpPr>
            <p:nvPr/>
          </p:nvSpPr>
          <p:spPr bwMode="auto">
            <a:xfrm>
              <a:off x="10936779" y="1728455"/>
              <a:ext cx="179388" cy="76200"/>
            </a:xfrm>
            <a:prstGeom prst="rect">
              <a:avLst/>
            </a:prstGeom>
            <a:noFill/>
            <a:ln w="3175" cap="flat">
              <a:solidFill>
                <a:srgbClr val="BFBFB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397" name="Freeform 103">
              <a:extLst>
                <a:ext uri="{FF2B5EF4-FFF2-40B4-BE49-F238E27FC236}">
                  <a16:creationId xmlns:a16="http://schemas.microsoft.com/office/drawing/2014/main" xmlns="" id="{F54D40C1-C0D6-975D-AC36-BE2A9A1D87E0}"/>
                </a:ext>
              </a:extLst>
            </p:cNvPr>
            <p:cNvSpPr>
              <a:spLocks/>
            </p:cNvSpPr>
            <p:nvPr>
              <p:custDataLst>
                <p:tags r:id="rId4"/>
              </p:custDataLst>
            </p:nvPr>
          </p:nvSpPr>
          <p:spPr bwMode="auto">
            <a:xfrm>
              <a:off x="10998883" y="1740381"/>
              <a:ext cx="55180" cy="52349"/>
            </a:xfrm>
            <a:custGeom>
              <a:avLst/>
              <a:gdLst>
                <a:gd name="T0" fmla="*/ 1326 w 2880"/>
                <a:gd name="T1" fmla="*/ 2079 h 2674"/>
                <a:gd name="T2" fmla="*/ 1118 w 2880"/>
                <a:gd name="T3" fmla="*/ 2354 h 2674"/>
                <a:gd name="T4" fmla="*/ 929 w 2880"/>
                <a:gd name="T5" fmla="*/ 2544 h 2674"/>
                <a:gd name="T6" fmla="*/ 780 w 2880"/>
                <a:gd name="T7" fmla="*/ 2642 h 2674"/>
                <a:gd name="T8" fmla="*/ 702 w 2880"/>
                <a:gd name="T9" fmla="*/ 2669 h 2674"/>
                <a:gd name="T10" fmla="*/ 648 w 2880"/>
                <a:gd name="T11" fmla="*/ 2674 h 2674"/>
                <a:gd name="T12" fmla="*/ 484 w 2880"/>
                <a:gd name="T13" fmla="*/ 2641 h 2674"/>
                <a:gd name="T14" fmla="*/ 320 w 2880"/>
                <a:gd name="T15" fmla="*/ 2540 h 2674"/>
                <a:gd name="T16" fmla="*/ 160 w 2880"/>
                <a:gd name="T17" fmla="*/ 2371 h 2674"/>
                <a:gd name="T18" fmla="*/ 0 w 2880"/>
                <a:gd name="T19" fmla="*/ 2136 h 2674"/>
                <a:gd name="T20" fmla="*/ 86 w 2880"/>
                <a:gd name="T21" fmla="*/ 2139 h 2674"/>
                <a:gd name="T22" fmla="*/ 206 w 2880"/>
                <a:gd name="T23" fmla="*/ 2120 h 2674"/>
                <a:gd name="T24" fmla="*/ 408 w 2880"/>
                <a:gd name="T25" fmla="*/ 2030 h 2674"/>
                <a:gd name="T26" fmla="*/ 620 w 2880"/>
                <a:gd name="T27" fmla="*/ 1868 h 2674"/>
                <a:gd name="T28" fmla="*/ 843 w 2880"/>
                <a:gd name="T29" fmla="*/ 1638 h 2674"/>
                <a:gd name="T30" fmla="*/ 877 w 2880"/>
                <a:gd name="T31" fmla="*/ 1362 h 2674"/>
                <a:gd name="T32" fmla="*/ 694 w 2880"/>
                <a:gd name="T33" fmla="*/ 1147 h 2674"/>
                <a:gd name="T34" fmla="*/ 563 w 2880"/>
                <a:gd name="T35" fmla="*/ 948 h 2674"/>
                <a:gd name="T36" fmla="*/ 484 w 2880"/>
                <a:gd name="T37" fmla="*/ 767 h 2674"/>
                <a:gd name="T38" fmla="*/ 458 w 2880"/>
                <a:gd name="T39" fmla="*/ 602 h 2674"/>
                <a:gd name="T40" fmla="*/ 474 w 2880"/>
                <a:gd name="T41" fmla="*/ 503 h 2674"/>
                <a:gd name="T42" fmla="*/ 546 w 2880"/>
                <a:gd name="T43" fmla="*/ 361 h 2674"/>
                <a:gd name="T44" fmla="*/ 674 w 2880"/>
                <a:gd name="T45" fmla="*/ 208 h 2674"/>
                <a:gd name="T46" fmla="*/ 861 w 2880"/>
                <a:gd name="T47" fmla="*/ 42 h 2674"/>
                <a:gd name="T48" fmla="*/ 938 w 2880"/>
                <a:gd name="T49" fmla="*/ 111 h 2674"/>
                <a:gd name="T50" fmla="*/ 1003 w 2880"/>
                <a:gd name="T51" fmla="*/ 331 h 2674"/>
                <a:gd name="T52" fmla="*/ 1102 w 2880"/>
                <a:gd name="T53" fmla="*/ 547 h 2674"/>
                <a:gd name="T54" fmla="*/ 1232 w 2880"/>
                <a:gd name="T55" fmla="*/ 760 h 2674"/>
                <a:gd name="T56" fmla="*/ 1465 w 2880"/>
                <a:gd name="T57" fmla="*/ 887 h 2674"/>
                <a:gd name="T58" fmla="*/ 1641 w 2880"/>
                <a:gd name="T59" fmla="*/ 679 h 2674"/>
                <a:gd name="T60" fmla="*/ 1866 w 2880"/>
                <a:gd name="T61" fmla="*/ 468 h 2674"/>
                <a:gd name="T62" fmla="*/ 2081 w 2880"/>
                <a:gd name="T63" fmla="*/ 334 h 2674"/>
                <a:gd name="T64" fmla="*/ 2209 w 2880"/>
                <a:gd name="T65" fmla="*/ 289 h 2674"/>
                <a:gd name="T66" fmla="*/ 2308 w 2880"/>
                <a:gd name="T67" fmla="*/ 274 h 2674"/>
                <a:gd name="T68" fmla="*/ 2406 w 2880"/>
                <a:gd name="T69" fmla="*/ 281 h 2674"/>
                <a:gd name="T70" fmla="*/ 2540 w 2880"/>
                <a:gd name="T71" fmla="*/ 340 h 2674"/>
                <a:gd name="T72" fmla="*/ 2655 w 2880"/>
                <a:gd name="T73" fmla="*/ 456 h 2674"/>
                <a:gd name="T74" fmla="*/ 2751 w 2880"/>
                <a:gd name="T75" fmla="*/ 630 h 2674"/>
                <a:gd name="T76" fmla="*/ 2755 w 2880"/>
                <a:gd name="T77" fmla="*/ 734 h 2674"/>
                <a:gd name="T78" fmla="*/ 2692 w 2880"/>
                <a:gd name="T79" fmla="*/ 735 h 2674"/>
                <a:gd name="T80" fmla="*/ 2609 w 2880"/>
                <a:gd name="T81" fmla="*/ 758 h 2674"/>
                <a:gd name="T82" fmla="*/ 2401 w 2880"/>
                <a:gd name="T83" fmla="*/ 873 h 2674"/>
                <a:gd name="T84" fmla="*/ 2222 w 2880"/>
                <a:gd name="T85" fmla="*/ 1012 h 2674"/>
                <a:gd name="T86" fmla="*/ 2010 w 2880"/>
                <a:gd name="T87" fmla="*/ 1221 h 2674"/>
                <a:gd name="T88" fmla="*/ 1917 w 2880"/>
                <a:gd name="T89" fmla="*/ 1531 h 2674"/>
                <a:gd name="T90" fmla="*/ 2091 w 2880"/>
                <a:gd name="T91" fmla="*/ 1682 h 2674"/>
                <a:gd name="T92" fmla="*/ 2329 w 2880"/>
                <a:gd name="T93" fmla="*/ 1837 h 2674"/>
                <a:gd name="T94" fmla="*/ 2570 w 2880"/>
                <a:gd name="T95" fmla="*/ 1933 h 2674"/>
                <a:gd name="T96" fmla="*/ 2817 w 2880"/>
                <a:gd name="T97" fmla="*/ 1976 h 2674"/>
                <a:gd name="T98" fmla="*/ 2813 w 2880"/>
                <a:gd name="T99" fmla="*/ 2104 h 2674"/>
                <a:gd name="T100" fmla="*/ 2674 w 2880"/>
                <a:gd name="T101" fmla="*/ 2308 h 2674"/>
                <a:gd name="T102" fmla="*/ 2535 w 2880"/>
                <a:gd name="T103" fmla="*/ 2444 h 2674"/>
                <a:gd name="T104" fmla="*/ 2391 w 2880"/>
                <a:gd name="T105" fmla="*/ 2510 h 2674"/>
                <a:gd name="T106" fmla="*/ 2318 w 2880"/>
                <a:gd name="T107" fmla="*/ 2519 h 2674"/>
                <a:gd name="T108" fmla="*/ 2172 w 2880"/>
                <a:gd name="T109" fmla="*/ 2491 h 2674"/>
                <a:gd name="T110" fmla="*/ 1996 w 2880"/>
                <a:gd name="T111" fmla="*/ 2403 h 2674"/>
                <a:gd name="T112" fmla="*/ 1790 w 2880"/>
                <a:gd name="T113" fmla="*/ 2259 h 2674"/>
                <a:gd name="T114" fmla="*/ 1556 w 2880"/>
                <a:gd name="T115" fmla="*/ 2057 h 2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80" h="2674">
                  <a:moveTo>
                    <a:pt x="1424" y="1937"/>
                  </a:moveTo>
                  <a:lnTo>
                    <a:pt x="1382" y="1997"/>
                  </a:lnTo>
                  <a:lnTo>
                    <a:pt x="1382" y="1997"/>
                  </a:lnTo>
                  <a:lnTo>
                    <a:pt x="1326" y="2079"/>
                  </a:lnTo>
                  <a:lnTo>
                    <a:pt x="1273" y="2157"/>
                  </a:lnTo>
                  <a:lnTo>
                    <a:pt x="1220" y="2227"/>
                  </a:lnTo>
                  <a:lnTo>
                    <a:pt x="1167" y="2294"/>
                  </a:lnTo>
                  <a:lnTo>
                    <a:pt x="1118" y="2354"/>
                  </a:lnTo>
                  <a:lnTo>
                    <a:pt x="1069" y="2410"/>
                  </a:lnTo>
                  <a:lnTo>
                    <a:pt x="1021" y="2459"/>
                  </a:lnTo>
                  <a:lnTo>
                    <a:pt x="973" y="2505"/>
                  </a:lnTo>
                  <a:lnTo>
                    <a:pt x="929" y="2544"/>
                  </a:lnTo>
                  <a:lnTo>
                    <a:pt x="885" y="2579"/>
                  </a:lnTo>
                  <a:lnTo>
                    <a:pt x="843" y="2607"/>
                  </a:lnTo>
                  <a:lnTo>
                    <a:pt x="801" y="2632"/>
                  </a:lnTo>
                  <a:lnTo>
                    <a:pt x="780" y="2642"/>
                  </a:lnTo>
                  <a:lnTo>
                    <a:pt x="760" y="2649"/>
                  </a:lnTo>
                  <a:lnTo>
                    <a:pt x="741" y="2658"/>
                  </a:lnTo>
                  <a:lnTo>
                    <a:pt x="722" y="2663"/>
                  </a:lnTo>
                  <a:lnTo>
                    <a:pt x="702" y="2669"/>
                  </a:lnTo>
                  <a:lnTo>
                    <a:pt x="685" y="2670"/>
                  </a:lnTo>
                  <a:lnTo>
                    <a:pt x="665" y="2674"/>
                  </a:lnTo>
                  <a:lnTo>
                    <a:pt x="648" y="2674"/>
                  </a:lnTo>
                  <a:lnTo>
                    <a:pt x="648" y="2674"/>
                  </a:lnTo>
                  <a:lnTo>
                    <a:pt x="606" y="2672"/>
                  </a:lnTo>
                  <a:lnTo>
                    <a:pt x="565" y="2665"/>
                  </a:lnTo>
                  <a:lnTo>
                    <a:pt x="525" y="2655"/>
                  </a:lnTo>
                  <a:lnTo>
                    <a:pt x="484" y="2641"/>
                  </a:lnTo>
                  <a:lnTo>
                    <a:pt x="444" y="2621"/>
                  </a:lnTo>
                  <a:lnTo>
                    <a:pt x="401" y="2598"/>
                  </a:lnTo>
                  <a:lnTo>
                    <a:pt x="361" y="2572"/>
                  </a:lnTo>
                  <a:lnTo>
                    <a:pt x="320" y="2540"/>
                  </a:lnTo>
                  <a:lnTo>
                    <a:pt x="280" y="2503"/>
                  </a:lnTo>
                  <a:lnTo>
                    <a:pt x="239" y="2465"/>
                  </a:lnTo>
                  <a:lnTo>
                    <a:pt x="201" y="2421"/>
                  </a:lnTo>
                  <a:lnTo>
                    <a:pt x="160" y="2371"/>
                  </a:lnTo>
                  <a:lnTo>
                    <a:pt x="120" y="2319"/>
                  </a:lnTo>
                  <a:lnTo>
                    <a:pt x="79" y="2262"/>
                  </a:lnTo>
                  <a:lnTo>
                    <a:pt x="40" y="2201"/>
                  </a:lnTo>
                  <a:lnTo>
                    <a:pt x="0" y="2136"/>
                  </a:lnTo>
                  <a:lnTo>
                    <a:pt x="0" y="2136"/>
                  </a:lnTo>
                  <a:lnTo>
                    <a:pt x="63" y="2139"/>
                  </a:lnTo>
                  <a:lnTo>
                    <a:pt x="63" y="2139"/>
                  </a:lnTo>
                  <a:lnTo>
                    <a:pt x="86" y="2139"/>
                  </a:lnTo>
                  <a:lnTo>
                    <a:pt x="111" y="2137"/>
                  </a:lnTo>
                  <a:lnTo>
                    <a:pt x="134" y="2134"/>
                  </a:lnTo>
                  <a:lnTo>
                    <a:pt x="158" y="2130"/>
                  </a:lnTo>
                  <a:lnTo>
                    <a:pt x="206" y="2120"/>
                  </a:lnTo>
                  <a:lnTo>
                    <a:pt x="255" y="2104"/>
                  </a:lnTo>
                  <a:lnTo>
                    <a:pt x="306" y="2083"/>
                  </a:lnTo>
                  <a:lnTo>
                    <a:pt x="357" y="2058"/>
                  </a:lnTo>
                  <a:lnTo>
                    <a:pt x="408" y="2030"/>
                  </a:lnTo>
                  <a:lnTo>
                    <a:pt x="459" y="1997"/>
                  </a:lnTo>
                  <a:lnTo>
                    <a:pt x="512" y="1958"/>
                  </a:lnTo>
                  <a:lnTo>
                    <a:pt x="565" y="1916"/>
                  </a:lnTo>
                  <a:lnTo>
                    <a:pt x="620" y="1868"/>
                  </a:lnTo>
                  <a:lnTo>
                    <a:pt x="674" y="1817"/>
                  </a:lnTo>
                  <a:lnTo>
                    <a:pt x="731" y="1763"/>
                  </a:lnTo>
                  <a:lnTo>
                    <a:pt x="785" y="1701"/>
                  </a:lnTo>
                  <a:lnTo>
                    <a:pt x="843" y="1638"/>
                  </a:lnTo>
                  <a:lnTo>
                    <a:pt x="900" y="1567"/>
                  </a:lnTo>
                  <a:lnTo>
                    <a:pt x="977" y="1471"/>
                  </a:lnTo>
                  <a:lnTo>
                    <a:pt x="877" y="1362"/>
                  </a:lnTo>
                  <a:lnTo>
                    <a:pt x="877" y="1362"/>
                  </a:lnTo>
                  <a:lnTo>
                    <a:pt x="827" y="1307"/>
                  </a:lnTo>
                  <a:lnTo>
                    <a:pt x="778" y="1253"/>
                  </a:lnTo>
                  <a:lnTo>
                    <a:pt x="734" y="1198"/>
                  </a:lnTo>
                  <a:lnTo>
                    <a:pt x="694" y="1147"/>
                  </a:lnTo>
                  <a:lnTo>
                    <a:pt x="657" y="1096"/>
                  </a:lnTo>
                  <a:lnTo>
                    <a:pt x="621" y="1045"/>
                  </a:lnTo>
                  <a:lnTo>
                    <a:pt x="590" y="996"/>
                  </a:lnTo>
                  <a:lnTo>
                    <a:pt x="563" y="948"/>
                  </a:lnTo>
                  <a:lnTo>
                    <a:pt x="539" y="901"/>
                  </a:lnTo>
                  <a:lnTo>
                    <a:pt x="518" y="855"/>
                  </a:lnTo>
                  <a:lnTo>
                    <a:pt x="498" y="811"/>
                  </a:lnTo>
                  <a:lnTo>
                    <a:pt x="484" y="767"/>
                  </a:lnTo>
                  <a:lnTo>
                    <a:pt x="472" y="723"/>
                  </a:lnTo>
                  <a:lnTo>
                    <a:pt x="465" y="683"/>
                  </a:lnTo>
                  <a:lnTo>
                    <a:pt x="459" y="642"/>
                  </a:lnTo>
                  <a:lnTo>
                    <a:pt x="458" y="602"/>
                  </a:lnTo>
                  <a:lnTo>
                    <a:pt x="458" y="602"/>
                  </a:lnTo>
                  <a:lnTo>
                    <a:pt x="459" y="570"/>
                  </a:lnTo>
                  <a:lnTo>
                    <a:pt x="465" y="537"/>
                  </a:lnTo>
                  <a:lnTo>
                    <a:pt x="474" y="503"/>
                  </a:lnTo>
                  <a:lnTo>
                    <a:pt x="486" y="468"/>
                  </a:lnTo>
                  <a:lnTo>
                    <a:pt x="502" y="433"/>
                  </a:lnTo>
                  <a:lnTo>
                    <a:pt x="523" y="398"/>
                  </a:lnTo>
                  <a:lnTo>
                    <a:pt x="546" y="361"/>
                  </a:lnTo>
                  <a:lnTo>
                    <a:pt x="572" y="324"/>
                  </a:lnTo>
                  <a:lnTo>
                    <a:pt x="604" y="287"/>
                  </a:lnTo>
                  <a:lnTo>
                    <a:pt x="637" y="248"/>
                  </a:lnTo>
                  <a:lnTo>
                    <a:pt x="674" y="208"/>
                  </a:lnTo>
                  <a:lnTo>
                    <a:pt x="716" y="167"/>
                  </a:lnTo>
                  <a:lnTo>
                    <a:pt x="760" y="127"/>
                  </a:lnTo>
                  <a:lnTo>
                    <a:pt x="810" y="84"/>
                  </a:lnTo>
                  <a:lnTo>
                    <a:pt x="861" y="42"/>
                  </a:lnTo>
                  <a:lnTo>
                    <a:pt x="917" y="0"/>
                  </a:lnTo>
                  <a:lnTo>
                    <a:pt x="917" y="0"/>
                  </a:lnTo>
                  <a:lnTo>
                    <a:pt x="926" y="56"/>
                  </a:lnTo>
                  <a:lnTo>
                    <a:pt x="938" y="111"/>
                  </a:lnTo>
                  <a:lnTo>
                    <a:pt x="951" y="165"/>
                  </a:lnTo>
                  <a:lnTo>
                    <a:pt x="966" y="222"/>
                  </a:lnTo>
                  <a:lnTo>
                    <a:pt x="984" y="276"/>
                  </a:lnTo>
                  <a:lnTo>
                    <a:pt x="1003" y="331"/>
                  </a:lnTo>
                  <a:lnTo>
                    <a:pt x="1025" y="385"/>
                  </a:lnTo>
                  <a:lnTo>
                    <a:pt x="1047" y="438"/>
                  </a:lnTo>
                  <a:lnTo>
                    <a:pt x="1074" y="493"/>
                  </a:lnTo>
                  <a:lnTo>
                    <a:pt x="1102" y="547"/>
                  </a:lnTo>
                  <a:lnTo>
                    <a:pt x="1130" y="600"/>
                  </a:lnTo>
                  <a:lnTo>
                    <a:pt x="1162" y="654"/>
                  </a:lnTo>
                  <a:lnTo>
                    <a:pt x="1197" y="707"/>
                  </a:lnTo>
                  <a:lnTo>
                    <a:pt x="1232" y="760"/>
                  </a:lnTo>
                  <a:lnTo>
                    <a:pt x="1269" y="813"/>
                  </a:lnTo>
                  <a:lnTo>
                    <a:pt x="1310" y="866"/>
                  </a:lnTo>
                  <a:lnTo>
                    <a:pt x="1396" y="975"/>
                  </a:lnTo>
                  <a:lnTo>
                    <a:pt x="1465" y="887"/>
                  </a:lnTo>
                  <a:lnTo>
                    <a:pt x="1465" y="887"/>
                  </a:lnTo>
                  <a:lnTo>
                    <a:pt x="1524" y="813"/>
                  </a:lnTo>
                  <a:lnTo>
                    <a:pt x="1583" y="742"/>
                  </a:lnTo>
                  <a:lnTo>
                    <a:pt x="1641" y="679"/>
                  </a:lnTo>
                  <a:lnTo>
                    <a:pt x="1699" y="619"/>
                  </a:lnTo>
                  <a:lnTo>
                    <a:pt x="1755" y="563"/>
                  </a:lnTo>
                  <a:lnTo>
                    <a:pt x="1811" y="514"/>
                  </a:lnTo>
                  <a:lnTo>
                    <a:pt x="1866" y="468"/>
                  </a:lnTo>
                  <a:lnTo>
                    <a:pt x="1921" y="427"/>
                  </a:lnTo>
                  <a:lnTo>
                    <a:pt x="1975" y="392"/>
                  </a:lnTo>
                  <a:lnTo>
                    <a:pt x="2028" y="361"/>
                  </a:lnTo>
                  <a:lnTo>
                    <a:pt x="2081" y="334"/>
                  </a:lnTo>
                  <a:lnTo>
                    <a:pt x="2132" y="313"/>
                  </a:lnTo>
                  <a:lnTo>
                    <a:pt x="2158" y="304"/>
                  </a:lnTo>
                  <a:lnTo>
                    <a:pt x="2183" y="296"/>
                  </a:lnTo>
                  <a:lnTo>
                    <a:pt x="2209" y="289"/>
                  </a:lnTo>
                  <a:lnTo>
                    <a:pt x="2234" y="283"/>
                  </a:lnTo>
                  <a:lnTo>
                    <a:pt x="2259" y="280"/>
                  </a:lnTo>
                  <a:lnTo>
                    <a:pt x="2283" y="276"/>
                  </a:lnTo>
                  <a:lnTo>
                    <a:pt x="2308" y="274"/>
                  </a:lnTo>
                  <a:lnTo>
                    <a:pt x="2333" y="274"/>
                  </a:lnTo>
                  <a:lnTo>
                    <a:pt x="2333" y="274"/>
                  </a:lnTo>
                  <a:lnTo>
                    <a:pt x="2369" y="276"/>
                  </a:lnTo>
                  <a:lnTo>
                    <a:pt x="2406" y="281"/>
                  </a:lnTo>
                  <a:lnTo>
                    <a:pt x="2442" y="290"/>
                  </a:lnTo>
                  <a:lnTo>
                    <a:pt x="2475" y="303"/>
                  </a:lnTo>
                  <a:lnTo>
                    <a:pt x="2509" y="320"/>
                  </a:lnTo>
                  <a:lnTo>
                    <a:pt x="2540" y="340"/>
                  </a:lnTo>
                  <a:lnTo>
                    <a:pt x="2570" y="362"/>
                  </a:lnTo>
                  <a:lnTo>
                    <a:pt x="2600" y="391"/>
                  </a:lnTo>
                  <a:lnTo>
                    <a:pt x="2628" y="420"/>
                  </a:lnTo>
                  <a:lnTo>
                    <a:pt x="2655" y="456"/>
                  </a:lnTo>
                  <a:lnTo>
                    <a:pt x="2681" y="493"/>
                  </a:lnTo>
                  <a:lnTo>
                    <a:pt x="2706" y="535"/>
                  </a:lnTo>
                  <a:lnTo>
                    <a:pt x="2730" y="581"/>
                  </a:lnTo>
                  <a:lnTo>
                    <a:pt x="2751" y="630"/>
                  </a:lnTo>
                  <a:lnTo>
                    <a:pt x="2774" y="681"/>
                  </a:lnTo>
                  <a:lnTo>
                    <a:pt x="2794" y="737"/>
                  </a:lnTo>
                  <a:lnTo>
                    <a:pt x="2794" y="737"/>
                  </a:lnTo>
                  <a:lnTo>
                    <a:pt x="2755" y="734"/>
                  </a:lnTo>
                  <a:lnTo>
                    <a:pt x="2729" y="732"/>
                  </a:lnTo>
                  <a:lnTo>
                    <a:pt x="2729" y="732"/>
                  </a:lnTo>
                  <a:lnTo>
                    <a:pt x="2711" y="732"/>
                  </a:lnTo>
                  <a:lnTo>
                    <a:pt x="2692" y="735"/>
                  </a:lnTo>
                  <a:lnTo>
                    <a:pt x="2672" y="739"/>
                  </a:lnTo>
                  <a:lnTo>
                    <a:pt x="2653" y="744"/>
                  </a:lnTo>
                  <a:lnTo>
                    <a:pt x="2632" y="749"/>
                  </a:lnTo>
                  <a:lnTo>
                    <a:pt x="2609" y="758"/>
                  </a:lnTo>
                  <a:lnTo>
                    <a:pt x="2563" y="778"/>
                  </a:lnTo>
                  <a:lnTo>
                    <a:pt x="2512" y="804"/>
                  </a:lnTo>
                  <a:lnTo>
                    <a:pt x="2459" y="836"/>
                  </a:lnTo>
                  <a:lnTo>
                    <a:pt x="2401" y="873"/>
                  </a:lnTo>
                  <a:lnTo>
                    <a:pt x="2341" y="917"/>
                  </a:lnTo>
                  <a:lnTo>
                    <a:pt x="2341" y="917"/>
                  </a:lnTo>
                  <a:lnTo>
                    <a:pt x="2280" y="964"/>
                  </a:lnTo>
                  <a:lnTo>
                    <a:pt x="2222" y="1012"/>
                  </a:lnTo>
                  <a:lnTo>
                    <a:pt x="2165" y="1063"/>
                  </a:lnTo>
                  <a:lnTo>
                    <a:pt x="2111" y="1114"/>
                  </a:lnTo>
                  <a:lnTo>
                    <a:pt x="2060" y="1166"/>
                  </a:lnTo>
                  <a:lnTo>
                    <a:pt x="2010" y="1221"/>
                  </a:lnTo>
                  <a:lnTo>
                    <a:pt x="1965" y="1275"/>
                  </a:lnTo>
                  <a:lnTo>
                    <a:pt x="1921" y="1333"/>
                  </a:lnTo>
                  <a:lnTo>
                    <a:pt x="1834" y="1450"/>
                  </a:lnTo>
                  <a:lnTo>
                    <a:pt x="1917" y="1531"/>
                  </a:lnTo>
                  <a:lnTo>
                    <a:pt x="1917" y="1531"/>
                  </a:lnTo>
                  <a:lnTo>
                    <a:pt x="1975" y="1585"/>
                  </a:lnTo>
                  <a:lnTo>
                    <a:pt x="2033" y="1636"/>
                  </a:lnTo>
                  <a:lnTo>
                    <a:pt x="2091" y="1682"/>
                  </a:lnTo>
                  <a:lnTo>
                    <a:pt x="2149" y="1726"/>
                  </a:lnTo>
                  <a:lnTo>
                    <a:pt x="2209" y="1766"/>
                  </a:lnTo>
                  <a:lnTo>
                    <a:pt x="2269" y="1803"/>
                  </a:lnTo>
                  <a:lnTo>
                    <a:pt x="2329" y="1837"/>
                  </a:lnTo>
                  <a:lnTo>
                    <a:pt x="2389" y="1867"/>
                  </a:lnTo>
                  <a:lnTo>
                    <a:pt x="2449" y="1891"/>
                  </a:lnTo>
                  <a:lnTo>
                    <a:pt x="2510" y="1914"/>
                  </a:lnTo>
                  <a:lnTo>
                    <a:pt x="2570" y="1933"/>
                  </a:lnTo>
                  <a:lnTo>
                    <a:pt x="2632" y="1949"/>
                  </a:lnTo>
                  <a:lnTo>
                    <a:pt x="2693" y="1962"/>
                  </a:lnTo>
                  <a:lnTo>
                    <a:pt x="2755" y="1970"/>
                  </a:lnTo>
                  <a:lnTo>
                    <a:pt x="2817" y="1976"/>
                  </a:lnTo>
                  <a:lnTo>
                    <a:pt x="2880" y="1977"/>
                  </a:lnTo>
                  <a:lnTo>
                    <a:pt x="2880" y="1977"/>
                  </a:lnTo>
                  <a:lnTo>
                    <a:pt x="2847" y="2042"/>
                  </a:lnTo>
                  <a:lnTo>
                    <a:pt x="2813" y="2104"/>
                  </a:lnTo>
                  <a:lnTo>
                    <a:pt x="2778" y="2162"/>
                  </a:lnTo>
                  <a:lnTo>
                    <a:pt x="2744" y="2215"/>
                  </a:lnTo>
                  <a:lnTo>
                    <a:pt x="2709" y="2262"/>
                  </a:lnTo>
                  <a:lnTo>
                    <a:pt x="2674" y="2308"/>
                  </a:lnTo>
                  <a:lnTo>
                    <a:pt x="2641" y="2349"/>
                  </a:lnTo>
                  <a:lnTo>
                    <a:pt x="2605" y="2384"/>
                  </a:lnTo>
                  <a:lnTo>
                    <a:pt x="2570" y="2415"/>
                  </a:lnTo>
                  <a:lnTo>
                    <a:pt x="2535" y="2444"/>
                  </a:lnTo>
                  <a:lnTo>
                    <a:pt x="2498" y="2466"/>
                  </a:lnTo>
                  <a:lnTo>
                    <a:pt x="2463" y="2486"/>
                  </a:lnTo>
                  <a:lnTo>
                    <a:pt x="2428" y="2500"/>
                  </a:lnTo>
                  <a:lnTo>
                    <a:pt x="2391" y="2510"/>
                  </a:lnTo>
                  <a:lnTo>
                    <a:pt x="2355" y="2517"/>
                  </a:lnTo>
                  <a:lnTo>
                    <a:pt x="2336" y="2519"/>
                  </a:lnTo>
                  <a:lnTo>
                    <a:pt x="2318" y="2519"/>
                  </a:lnTo>
                  <a:lnTo>
                    <a:pt x="2318" y="2519"/>
                  </a:lnTo>
                  <a:lnTo>
                    <a:pt x="2285" y="2517"/>
                  </a:lnTo>
                  <a:lnTo>
                    <a:pt x="2248" y="2512"/>
                  </a:lnTo>
                  <a:lnTo>
                    <a:pt x="2211" y="2503"/>
                  </a:lnTo>
                  <a:lnTo>
                    <a:pt x="2172" y="2491"/>
                  </a:lnTo>
                  <a:lnTo>
                    <a:pt x="2130" y="2473"/>
                  </a:lnTo>
                  <a:lnTo>
                    <a:pt x="2088" y="2454"/>
                  </a:lnTo>
                  <a:lnTo>
                    <a:pt x="2042" y="2431"/>
                  </a:lnTo>
                  <a:lnTo>
                    <a:pt x="1996" y="2403"/>
                  </a:lnTo>
                  <a:lnTo>
                    <a:pt x="1947" y="2373"/>
                  </a:lnTo>
                  <a:lnTo>
                    <a:pt x="1898" y="2338"/>
                  </a:lnTo>
                  <a:lnTo>
                    <a:pt x="1845" y="2301"/>
                  </a:lnTo>
                  <a:lnTo>
                    <a:pt x="1790" y="2259"/>
                  </a:lnTo>
                  <a:lnTo>
                    <a:pt x="1734" y="2215"/>
                  </a:lnTo>
                  <a:lnTo>
                    <a:pt x="1678" y="2166"/>
                  </a:lnTo>
                  <a:lnTo>
                    <a:pt x="1618" y="2113"/>
                  </a:lnTo>
                  <a:lnTo>
                    <a:pt x="1556" y="2057"/>
                  </a:lnTo>
                  <a:lnTo>
                    <a:pt x="1424" y="1937"/>
                  </a:lnTo>
                  <a:close/>
                </a:path>
              </a:pathLst>
            </a:custGeom>
            <a:solidFill>
              <a:schemeClr val="bg1"/>
            </a:solidFill>
            <a:ln>
              <a:noFill/>
            </a:ln>
          </p:spPr>
          <p:txBody>
            <a:bodyPr vert="horz" wrap="square" lIns="93297" tIns="46649" rIns="93297" bIns="46649" numCol="1" anchor="t" anchorCtr="0" compatLnSpc="1">
              <a:prstTxWarp prst="textNoShape">
                <a:avLst/>
              </a:prstTxWarp>
              <a:noAutofit/>
            </a:bodyPr>
            <a:lstStyle/>
            <a:p>
              <a:endParaRPr lang="en-US" sz="1600" dirty="0"/>
            </a:p>
          </p:txBody>
        </p:sp>
        <p:pic>
          <p:nvPicPr>
            <p:cNvPr id="398" name="Picture 397">
              <a:extLst>
                <a:ext uri="{FF2B5EF4-FFF2-40B4-BE49-F238E27FC236}">
                  <a16:creationId xmlns:a16="http://schemas.microsoft.com/office/drawing/2014/main" xmlns="" id="{C675C948-4552-AF02-DACE-42E83AAAA7B9}"/>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10629355" y="1863374"/>
              <a:ext cx="591860" cy="404375"/>
            </a:xfrm>
            <a:prstGeom prst="rect">
              <a:avLst/>
            </a:prstGeom>
          </p:spPr>
        </p:pic>
        <p:grpSp>
          <p:nvGrpSpPr>
            <p:cNvPr id="399" name="Group 398">
              <a:extLst>
                <a:ext uri="{FF2B5EF4-FFF2-40B4-BE49-F238E27FC236}">
                  <a16:creationId xmlns:a16="http://schemas.microsoft.com/office/drawing/2014/main" xmlns="" id="{4B4E13F3-D572-CC13-8E51-55D81FC38BB0}"/>
                </a:ext>
              </a:extLst>
            </p:cNvPr>
            <p:cNvGrpSpPr/>
            <p:nvPr/>
          </p:nvGrpSpPr>
          <p:grpSpPr>
            <a:xfrm>
              <a:off x="10647911" y="1433023"/>
              <a:ext cx="557410" cy="150541"/>
              <a:chOff x="10647911" y="1279292"/>
              <a:chExt cx="557410" cy="150541"/>
            </a:xfrm>
          </p:grpSpPr>
          <p:sp>
            <p:nvSpPr>
              <p:cNvPr id="400" name="Rectangle 399">
                <a:extLst>
                  <a:ext uri="{FF2B5EF4-FFF2-40B4-BE49-F238E27FC236}">
                    <a16:creationId xmlns:a16="http://schemas.microsoft.com/office/drawing/2014/main" xmlns="" id="{68BF7BB8-F3D9-B3CD-5CD1-F1C9F7B4DC9D}"/>
                  </a:ext>
                </a:extLst>
              </p:cNvPr>
              <p:cNvSpPr/>
              <p:nvPr/>
            </p:nvSpPr>
            <p:spPr bwMode="gray">
              <a:xfrm>
                <a:off x="10647911" y="1279292"/>
                <a:ext cx="278705" cy="150541"/>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18000" tIns="18000" rIns="18000" bIns="18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Calibri" panose="020F0502020204030204"/>
                    <a:ea typeface="+mn-ea"/>
                    <a:cs typeface="+mn-cs"/>
                  </a:rPr>
                  <a:t>XX</a:t>
                </a:r>
              </a:p>
            </p:txBody>
          </p:sp>
          <p:sp>
            <p:nvSpPr>
              <p:cNvPr id="401" name="Rectangle 400">
                <a:extLst>
                  <a:ext uri="{FF2B5EF4-FFF2-40B4-BE49-F238E27FC236}">
                    <a16:creationId xmlns:a16="http://schemas.microsoft.com/office/drawing/2014/main" xmlns="" id="{7170B75E-462E-EFA0-6DD4-F407A3721E12}"/>
                  </a:ext>
                </a:extLst>
              </p:cNvPr>
              <p:cNvSpPr/>
              <p:nvPr/>
            </p:nvSpPr>
            <p:spPr bwMode="gray">
              <a:xfrm>
                <a:off x="10926616" y="1279292"/>
                <a:ext cx="278705" cy="15054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8000" tIns="18000" rIns="18000" bIns="1800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latin typeface="Calibri" panose="020F0502020204030204"/>
                  </a:rPr>
                  <a:t>Birr</a:t>
                </a:r>
                <a:endParaRPr kumimoji="0" lang="en-US" sz="1050" b="0" i="0" u="none" strike="noStrike" kern="1200" cap="none" spc="0" normalizeH="0" baseline="0" noProof="0" dirty="0">
                  <a:ln>
                    <a:noFill/>
                  </a:ln>
                  <a:solidFill>
                    <a:schemeClr val="tx1"/>
                  </a:solidFill>
                  <a:effectLst/>
                  <a:uLnTx/>
                  <a:uFillTx/>
                  <a:latin typeface="Calibri" panose="020F0502020204030204"/>
                </a:endParaRPr>
              </a:p>
            </p:txBody>
          </p:sp>
        </p:grpSp>
      </p:grpSp>
      <p:grpSp>
        <p:nvGrpSpPr>
          <p:cNvPr id="10" name="Group 9">
            <a:extLst>
              <a:ext uri="{FF2B5EF4-FFF2-40B4-BE49-F238E27FC236}">
                <a16:creationId xmlns:a16="http://schemas.microsoft.com/office/drawing/2014/main" xmlns="" id="{11807142-AEA6-9C68-E0BE-060AA8788472}"/>
              </a:ext>
            </a:extLst>
          </p:cNvPr>
          <p:cNvGrpSpPr/>
          <p:nvPr/>
        </p:nvGrpSpPr>
        <p:grpSpPr>
          <a:xfrm>
            <a:off x="6898531" y="1551900"/>
            <a:ext cx="1466434" cy="1119510"/>
            <a:chOff x="4607036" y="1110229"/>
            <a:chExt cx="1736474" cy="1325666"/>
          </a:xfrm>
        </p:grpSpPr>
        <p:grpSp>
          <p:nvGrpSpPr>
            <p:cNvPr id="282" name="Group 281">
              <a:extLst>
                <a:ext uri="{FF2B5EF4-FFF2-40B4-BE49-F238E27FC236}">
                  <a16:creationId xmlns:a16="http://schemas.microsoft.com/office/drawing/2014/main" xmlns="" id="{070C5D85-97FA-5B56-B80C-748AC76D9A5A}"/>
                </a:ext>
              </a:extLst>
            </p:cNvPr>
            <p:cNvGrpSpPr/>
            <p:nvPr/>
          </p:nvGrpSpPr>
          <p:grpSpPr bwMode="gray">
            <a:xfrm>
              <a:off x="4607036" y="1539127"/>
              <a:ext cx="651432" cy="858260"/>
              <a:chOff x="1835279" y="1691933"/>
              <a:chExt cx="319009" cy="420293"/>
            </a:xfrm>
          </p:grpSpPr>
          <p:sp>
            <p:nvSpPr>
              <p:cNvPr id="326" name="Freeform 5">
                <a:extLst>
                  <a:ext uri="{FF2B5EF4-FFF2-40B4-BE49-F238E27FC236}">
                    <a16:creationId xmlns:a16="http://schemas.microsoft.com/office/drawing/2014/main" xmlns="" id="{15275E0B-E72B-93FF-A404-5123482EF85D}"/>
                  </a:ext>
                </a:extLst>
              </p:cNvPr>
              <p:cNvSpPr>
                <a:spLocks/>
              </p:cNvSpPr>
              <p:nvPr/>
            </p:nvSpPr>
            <p:spPr bwMode="gray">
              <a:xfrm flipH="1">
                <a:off x="2114882" y="1860949"/>
                <a:ext cx="7735" cy="9825"/>
              </a:xfrm>
              <a:custGeom>
                <a:avLst/>
                <a:gdLst>
                  <a:gd name="T0" fmla="*/ 94 w 254"/>
                  <a:gd name="T1" fmla="*/ 34 h 328"/>
                  <a:gd name="T2" fmla="*/ 188 w 254"/>
                  <a:gd name="T3" fmla="*/ 32 h 328"/>
                  <a:gd name="T4" fmla="*/ 240 w 254"/>
                  <a:gd name="T5" fmla="*/ 170 h 328"/>
                  <a:gd name="T6" fmla="*/ 250 w 254"/>
                  <a:gd name="T7" fmla="*/ 272 h 328"/>
                  <a:gd name="T8" fmla="*/ 229 w 254"/>
                  <a:gd name="T9" fmla="*/ 325 h 328"/>
                  <a:gd name="T10" fmla="*/ 172 w 254"/>
                  <a:gd name="T11" fmla="*/ 293 h 328"/>
                  <a:gd name="T12" fmla="*/ 128 w 254"/>
                  <a:gd name="T13" fmla="*/ 224 h 328"/>
                  <a:gd name="T14" fmla="*/ 85 w 254"/>
                  <a:gd name="T15" fmla="*/ 162 h 328"/>
                  <a:gd name="T16" fmla="*/ 18 w 254"/>
                  <a:gd name="T17" fmla="*/ 85 h 328"/>
                  <a:gd name="T18" fmla="*/ 36 w 254"/>
                  <a:gd name="T19" fmla="*/ 34 h 328"/>
                  <a:gd name="T20" fmla="*/ 94 w 254"/>
                  <a:gd name="T21" fmla="*/ 34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328">
                    <a:moveTo>
                      <a:pt x="94" y="34"/>
                    </a:moveTo>
                    <a:cubicBezTo>
                      <a:pt x="163" y="32"/>
                      <a:pt x="158" y="0"/>
                      <a:pt x="188" y="32"/>
                    </a:cubicBezTo>
                    <a:cubicBezTo>
                      <a:pt x="218" y="64"/>
                      <a:pt x="227" y="135"/>
                      <a:pt x="240" y="170"/>
                    </a:cubicBezTo>
                    <a:cubicBezTo>
                      <a:pt x="252" y="206"/>
                      <a:pt x="247" y="236"/>
                      <a:pt x="250" y="272"/>
                    </a:cubicBezTo>
                    <a:cubicBezTo>
                      <a:pt x="254" y="307"/>
                      <a:pt x="252" y="328"/>
                      <a:pt x="229" y="325"/>
                    </a:cubicBezTo>
                    <a:cubicBezTo>
                      <a:pt x="206" y="321"/>
                      <a:pt x="183" y="307"/>
                      <a:pt x="172" y="293"/>
                    </a:cubicBezTo>
                    <a:cubicBezTo>
                      <a:pt x="162" y="279"/>
                      <a:pt x="131" y="233"/>
                      <a:pt x="128" y="224"/>
                    </a:cubicBezTo>
                    <a:cubicBezTo>
                      <a:pt x="124" y="215"/>
                      <a:pt x="103" y="178"/>
                      <a:pt x="85" y="162"/>
                    </a:cubicBezTo>
                    <a:cubicBezTo>
                      <a:pt x="68" y="146"/>
                      <a:pt x="9" y="114"/>
                      <a:pt x="18" y="85"/>
                    </a:cubicBezTo>
                    <a:cubicBezTo>
                      <a:pt x="27" y="57"/>
                      <a:pt x="0" y="46"/>
                      <a:pt x="36" y="34"/>
                    </a:cubicBezTo>
                    <a:cubicBezTo>
                      <a:pt x="71" y="21"/>
                      <a:pt x="94" y="34"/>
                      <a:pt x="94" y="34"/>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7" name="Freeform 6">
                <a:extLst>
                  <a:ext uri="{FF2B5EF4-FFF2-40B4-BE49-F238E27FC236}">
                    <a16:creationId xmlns:a16="http://schemas.microsoft.com/office/drawing/2014/main" xmlns="" id="{C5FB28BE-87A3-5446-B21C-194E864E0CB0}"/>
                  </a:ext>
                </a:extLst>
              </p:cNvPr>
              <p:cNvSpPr>
                <a:spLocks/>
              </p:cNvSpPr>
              <p:nvPr/>
            </p:nvSpPr>
            <p:spPr bwMode="gray">
              <a:xfrm flipH="1">
                <a:off x="2112269" y="1910180"/>
                <a:ext cx="10975" cy="15261"/>
              </a:xfrm>
              <a:custGeom>
                <a:avLst/>
                <a:gdLst>
                  <a:gd name="T0" fmla="*/ 220 w 365"/>
                  <a:gd name="T1" fmla="*/ 0 h 507"/>
                  <a:gd name="T2" fmla="*/ 74 w 365"/>
                  <a:gd name="T3" fmla="*/ 26 h 507"/>
                  <a:gd name="T4" fmla="*/ 6 w 365"/>
                  <a:gd name="T5" fmla="*/ 83 h 507"/>
                  <a:gd name="T6" fmla="*/ 11 w 365"/>
                  <a:gd name="T7" fmla="*/ 147 h 507"/>
                  <a:gd name="T8" fmla="*/ 42 w 365"/>
                  <a:gd name="T9" fmla="*/ 223 h 507"/>
                  <a:gd name="T10" fmla="*/ 103 w 365"/>
                  <a:gd name="T11" fmla="*/ 317 h 507"/>
                  <a:gd name="T12" fmla="*/ 193 w 365"/>
                  <a:gd name="T13" fmla="*/ 447 h 507"/>
                  <a:gd name="T14" fmla="*/ 264 w 365"/>
                  <a:gd name="T15" fmla="*/ 500 h 507"/>
                  <a:gd name="T16" fmla="*/ 355 w 365"/>
                  <a:gd name="T17" fmla="*/ 408 h 507"/>
                  <a:gd name="T18" fmla="*/ 358 w 365"/>
                  <a:gd name="T19" fmla="*/ 266 h 507"/>
                  <a:gd name="T20" fmla="*/ 344 w 365"/>
                  <a:gd name="T21" fmla="*/ 110 h 507"/>
                  <a:gd name="T22" fmla="*/ 220 w 365"/>
                  <a:gd name="T2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5" h="507">
                    <a:moveTo>
                      <a:pt x="220" y="0"/>
                    </a:moveTo>
                    <a:cubicBezTo>
                      <a:pt x="190" y="3"/>
                      <a:pt x="97" y="10"/>
                      <a:pt x="74" y="26"/>
                    </a:cubicBezTo>
                    <a:cubicBezTo>
                      <a:pt x="51" y="42"/>
                      <a:pt x="7" y="60"/>
                      <a:pt x="6" y="83"/>
                    </a:cubicBezTo>
                    <a:cubicBezTo>
                      <a:pt x="5" y="106"/>
                      <a:pt x="0" y="117"/>
                      <a:pt x="11" y="147"/>
                    </a:cubicBezTo>
                    <a:cubicBezTo>
                      <a:pt x="21" y="177"/>
                      <a:pt x="16" y="191"/>
                      <a:pt x="42" y="223"/>
                    </a:cubicBezTo>
                    <a:cubicBezTo>
                      <a:pt x="69" y="255"/>
                      <a:pt x="42" y="250"/>
                      <a:pt x="103" y="317"/>
                    </a:cubicBezTo>
                    <a:cubicBezTo>
                      <a:pt x="163" y="385"/>
                      <a:pt x="161" y="406"/>
                      <a:pt x="193" y="447"/>
                    </a:cubicBezTo>
                    <a:cubicBezTo>
                      <a:pt x="225" y="488"/>
                      <a:pt x="257" y="507"/>
                      <a:pt x="264" y="500"/>
                    </a:cubicBezTo>
                    <a:cubicBezTo>
                      <a:pt x="271" y="493"/>
                      <a:pt x="344" y="434"/>
                      <a:pt x="355" y="408"/>
                    </a:cubicBezTo>
                    <a:cubicBezTo>
                      <a:pt x="365" y="381"/>
                      <a:pt x="358" y="298"/>
                      <a:pt x="358" y="266"/>
                    </a:cubicBezTo>
                    <a:cubicBezTo>
                      <a:pt x="358" y="234"/>
                      <a:pt x="365" y="133"/>
                      <a:pt x="344" y="110"/>
                    </a:cubicBezTo>
                    <a:cubicBezTo>
                      <a:pt x="323" y="87"/>
                      <a:pt x="220" y="0"/>
                      <a:pt x="220" y="0"/>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8" name="Freeform 7">
                <a:extLst>
                  <a:ext uri="{FF2B5EF4-FFF2-40B4-BE49-F238E27FC236}">
                    <a16:creationId xmlns:a16="http://schemas.microsoft.com/office/drawing/2014/main" xmlns="" id="{2C7BE792-4F81-D4C8-D167-8B79406C4DF8}"/>
                  </a:ext>
                </a:extLst>
              </p:cNvPr>
              <p:cNvSpPr>
                <a:spLocks/>
              </p:cNvSpPr>
              <p:nvPr/>
            </p:nvSpPr>
            <p:spPr bwMode="gray">
              <a:xfrm flipH="1">
                <a:off x="1842282" y="1747540"/>
                <a:ext cx="220024" cy="364477"/>
              </a:xfrm>
              <a:custGeom>
                <a:avLst/>
                <a:gdLst>
                  <a:gd name="T0" fmla="*/ 969 w 7303"/>
                  <a:gd name="T1" fmla="*/ 7779 h 12128"/>
                  <a:gd name="T2" fmla="*/ 1219 w 7303"/>
                  <a:gd name="T3" fmla="*/ 8013 h 12128"/>
                  <a:gd name="T4" fmla="*/ 1644 w 7303"/>
                  <a:gd name="T5" fmla="*/ 8268 h 12128"/>
                  <a:gd name="T6" fmla="*/ 2033 w 7303"/>
                  <a:gd name="T7" fmla="*/ 8497 h 12128"/>
                  <a:gd name="T8" fmla="*/ 2299 w 7303"/>
                  <a:gd name="T9" fmla="*/ 8715 h 12128"/>
                  <a:gd name="T10" fmla="*/ 2597 w 7303"/>
                  <a:gd name="T11" fmla="*/ 8992 h 12128"/>
                  <a:gd name="T12" fmla="*/ 2677 w 7303"/>
                  <a:gd name="T13" fmla="*/ 9290 h 12128"/>
                  <a:gd name="T14" fmla="*/ 2852 w 7303"/>
                  <a:gd name="T15" fmla="*/ 10019 h 12128"/>
                  <a:gd name="T16" fmla="*/ 3124 w 7303"/>
                  <a:gd name="T17" fmla="*/ 10817 h 12128"/>
                  <a:gd name="T18" fmla="*/ 3459 w 7303"/>
                  <a:gd name="T19" fmla="*/ 11876 h 12128"/>
                  <a:gd name="T20" fmla="*/ 3532 w 7303"/>
                  <a:gd name="T21" fmla="*/ 12127 h 12128"/>
                  <a:gd name="T22" fmla="*/ 5044 w 7303"/>
                  <a:gd name="T23" fmla="*/ 12128 h 12128"/>
                  <a:gd name="T24" fmla="*/ 7303 w 7303"/>
                  <a:gd name="T25" fmla="*/ 10507 h 12128"/>
                  <a:gd name="T26" fmla="*/ 6630 w 7303"/>
                  <a:gd name="T27" fmla="*/ 9157 h 12128"/>
                  <a:gd name="T28" fmla="*/ 5970 w 7303"/>
                  <a:gd name="T29" fmla="*/ 7774 h 12128"/>
                  <a:gd name="T30" fmla="*/ 5587 w 7303"/>
                  <a:gd name="T31" fmla="*/ 7039 h 12128"/>
                  <a:gd name="T32" fmla="*/ 5321 w 7303"/>
                  <a:gd name="T33" fmla="*/ 6656 h 12128"/>
                  <a:gd name="T34" fmla="*/ 5289 w 7303"/>
                  <a:gd name="T35" fmla="*/ 6507 h 12128"/>
                  <a:gd name="T36" fmla="*/ 5215 w 7303"/>
                  <a:gd name="T37" fmla="*/ 5571 h 12128"/>
                  <a:gd name="T38" fmla="*/ 5098 w 7303"/>
                  <a:gd name="T39" fmla="*/ 4922 h 12128"/>
                  <a:gd name="T40" fmla="*/ 4821 w 7303"/>
                  <a:gd name="T41" fmla="*/ 3974 h 12128"/>
                  <a:gd name="T42" fmla="*/ 4667 w 7303"/>
                  <a:gd name="T43" fmla="*/ 3421 h 12128"/>
                  <a:gd name="T44" fmla="*/ 4544 w 7303"/>
                  <a:gd name="T45" fmla="*/ 3150 h 12128"/>
                  <a:gd name="T46" fmla="*/ 4321 w 7303"/>
                  <a:gd name="T47" fmla="*/ 2639 h 12128"/>
                  <a:gd name="T48" fmla="*/ 4145 w 7303"/>
                  <a:gd name="T49" fmla="*/ 2027 h 12128"/>
                  <a:gd name="T50" fmla="*/ 3959 w 7303"/>
                  <a:gd name="T51" fmla="*/ 1553 h 12128"/>
                  <a:gd name="T52" fmla="*/ 3682 w 7303"/>
                  <a:gd name="T53" fmla="*/ 1218 h 12128"/>
                  <a:gd name="T54" fmla="*/ 3453 w 7303"/>
                  <a:gd name="T55" fmla="*/ 936 h 12128"/>
                  <a:gd name="T56" fmla="*/ 3326 w 7303"/>
                  <a:gd name="T57" fmla="*/ 755 h 12128"/>
                  <a:gd name="T58" fmla="*/ 3177 w 7303"/>
                  <a:gd name="T59" fmla="*/ 329 h 12128"/>
                  <a:gd name="T60" fmla="*/ 3054 w 7303"/>
                  <a:gd name="T61" fmla="*/ 42 h 12128"/>
                  <a:gd name="T62" fmla="*/ 2943 w 7303"/>
                  <a:gd name="T63" fmla="*/ 10 h 12128"/>
                  <a:gd name="T64" fmla="*/ 2900 w 7303"/>
                  <a:gd name="T65" fmla="*/ 8 h 12128"/>
                  <a:gd name="T66" fmla="*/ 2820 w 7303"/>
                  <a:gd name="T67" fmla="*/ 21 h 12128"/>
                  <a:gd name="T68" fmla="*/ 2591 w 7303"/>
                  <a:gd name="T69" fmla="*/ 319 h 12128"/>
                  <a:gd name="T70" fmla="*/ 2559 w 7303"/>
                  <a:gd name="T71" fmla="*/ 1548 h 12128"/>
                  <a:gd name="T72" fmla="*/ 2767 w 7303"/>
                  <a:gd name="T73" fmla="*/ 2139 h 12128"/>
                  <a:gd name="T74" fmla="*/ 2943 w 7303"/>
                  <a:gd name="T75" fmla="*/ 2293 h 12128"/>
                  <a:gd name="T76" fmla="*/ 2943 w 7303"/>
                  <a:gd name="T77" fmla="*/ 2415 h 12128"/>
                  <a:gd name="T78" fmla="*/ 2953 w 7303"/>
                  <a:gd name="T79" fmla="*/ 2921 h 12128"/>
                  <a:gd name="T80" fmla="*/ 3001 w 7303"/>
                  <a:gd name="T81" fmla="*/ 3139 h 12128"/>
                  <a:gd name="T82" fmla="*/ 2863 w 7303"/>
                  <a:gd name="T83" fmla="*/ 3059 h 12128"/>
                  <a:gd name="T84" fmla="*/ 2629 w 7303"/>
                  <a:gd name="T85" fmla="*/ 2900 h 12128"/>
                  <a:gd name="T86" fmla="*/ 2544 w 7303"/>
                  <a:gd name="T87" fmla="*/ 2852 h 12128"/>
                  <a:gd name="T88" fmla="*/ 511 w 7303"/>
                  <a:gd name="T89" fmla="*/ 3793 h 12128"/>
                  <a:gd name="T90" fmla="*/ 202 w 7303"/>
                  <a:gd name="T91" fmla="*/ 4698 h 12128"/>
                  <a:gd name="T92" fmla="*/ 43 w 7303"/>
                  <a:gd name="T93" fmla="*/ 5879 h 12128"/>
                  <a:gd name="T94" fmla="*/ 149 w 7303"/>
                  <a:gd name="T95" fmla="*/ 6454 h 12128"/>
                  <a:gd name="T96" fmla="*/ 245 w 7303"/>
                  <a:gd name="T97" fmla="*/ 6869 h 12128"/>
                  <a:gd name="T98" fmla="*/ 442 w 7303"/>
                  <a:gd name="T99" fmla="*/ 7215 h 12128"/>
                  <a:gd name="T100" fmla="*/ 532 w 7303"/>
                  <a:gd name="T101" fmla="*/ 7316 h 12128"/>
                  <a:gd name="T102" fmla="*/ 969 w 7303"/>
                  <a:gd name="T103" fmla="*/ 7779 h 12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03" h="12128">
                    <a:moveTo>
                      <a:pt x="969" y="7779"/>
                    </a:moveTo>
                    <a:cubicBezTo>
                      <a:pt x="1107" y="7885"/>
                      <a:pt x="1181" y="7981"/>
                      <a:pt x="1219" y="8013"/>
                    </a:cubicBezTo>
                    <a:cubicBezTo>
                      <a:pt x="1256" y="8045"/>
                      <a:pt x="1458" y="8173"/>
                      <a:pt x="1644" y="8268"/>
                    </a:cubicBezTo>
                    <a:cubicBezTo>
                      <a:pt x="1831" y="8364"/>
                      <a:pt x="1921" y="8417"/>
                      <a:pt x="2033" y="8497"/>
                    </a:cubicBezTo>
                    <a:cubicBezTo>
                      <a:pt x="2144" y="8577"/>
                      <a:pt x="2224" y="8604"/>
                      <a:pt x="2299" y="8715"/>
                    </a:cubicBezTo>
                    <a:cubicBezTo>
                      <a:pt x="2373" y="8827"/>
                      <a:pt x="2559" y="8896"/>
                      <a:pt x="2597" y="8992"/>
                    </a:cubicBezTo>
                    <a:cubicBezTo>
                      <a:pt x="2634" y="9088"/>
                      <a:pt x="2645" y="9200"/>
                      <a:pt x="2677" y="9290"/>
                    </a:cubicBezTo>
                    <a:cubicBezTo>
                      <a:pt x="2708" y="9381"/>
                      <a:pt x="2815" y="9918"/>
                      <a:pt x="2852" y="10019"/>
                    </a:cubicBezTo>
                    <a:cubicBezTo>
                      <a:pt x="2889" y="10120"/>
                      <a:pt x="3108" y="10769"/>
                      <a:pt x="3124" y="10817"/>
                    </a:cubicBezTo>
                    <a:cubicBezTo>
                      <a:pt x="3140" y="10865"/>
                      <a:pt x="3432" y="11823"/>
                      <a:pt x="3459" y="11876"/>
                    </a:cubicBezTo>
                    <a:cubicBezTo>
                      <a:pt x="3468" y="11894"/>
                      <a:pt x="3493" y="11987"/>
                      <a:pt x="3532" y="12127"/>
                    </a:cubicBezTo>
                    <a:cubicBezTo>
                      <a:pt x="3535" y="12127"/>
                      <a:pt x="4775" y="12128"/>
                      <a:pt x="5044" y="12128"/>
                    </a:cubicBezTo>
                    <a:lnTo>
                      <a:pt x="7303" y="10507"/>
                    </a:lnTo>
                    <a:cubicBezTo>
                      <a:pt x="7269" y="10402"/>
                      <a:pt x="6843" y="9593"/>
                      <a:pt x="6630" y="9157"/>
                    </a:cubicBezTo>
                    <a:cubicBezTo>
                      <a:pt x="6417" y="8721"/>
                      <a:pt x="6077" y="8029"/>
                      <a:pt x="5970" y="7774"/>
                    </a:cubicBezTo>
                    <a:cubicBezTo>
                      <a:pt x="5864" y="7518"/>
                      <a:pt x="5640" y="7124"/>
                      <a:pt x="5587" y="7039"/>
                    </a:cubicBezTo>
                    <a:cubicBezTo>
                      <a:pt x="5534" y="6954"/>
                      <a:pt x="5321" y="6656"/>
                      <a:pt x="5321" y="6656"/>
                    </a:cubicBezTo>
                    <a:lnTo>
                      <a:pt x="5289" y="6507"/>
                    </a:lnTo>
                    <a:cubicBezTo>
                      <a:pt x="5289" y="6507"/>
                      <a:pt x="5236" y="5688"/>
                      <a:pt x="5215" y="5571"/>
                    </a:cubicBezTo>
                    <a:cubicBezTo>
                      <a:pt x="5193" y="5454"/>
                      <a:pt x="5183" y="5294"/>
                      <a:pt x="5098" y="4922"/>
                    </a:cubicBezTo>
                    <a:cubicBezTo>
                      <a:pt x="5013" y="4549"/>
                      <a:pt x="4848" y="4070"/>
                      <a:pt x="4821" y="3974"/>
                    </a:cubicBezTo>
                    <a:cubicBezTo>
                      <a:pt x="4794" y="3879"/>
                      <a:pt x="4688" y="3480"/>
                      <a:pt x="4667" y="3421"/>
                    </a:cubicBezTo>
                    <a:cubicBezTo>
                      <a:pt x="4645" y="3362"/>
                      <a:pt x="4576" y="3192"/>
                      <a:pt x="4544" y="3150"/>
                    </a:cubicBezTo>
                    <a:cubicBezTo>
                      <a:pt x="4512" y="3107"/>
                      <a:pt x="4411" y="2916"/>
                      <a:pt x="4321" y="2639"/>
                    </a:cubicBezTo>
                    <a:cubicBezTo>
                      <a:pt x="4230" y="2362"/>
                      <a:pt x="4209" y="2202"/>
                      <a:pt x="4145" y="2027"/>
                    </a:cubicBezTo>
                    <a:cubicBezTo>
                      <a:pt x="4081" y="1851"/>
                      <a:pt x="4023" y="1686"/>
                      <a:pt x="3959" y="1553"/>
                    </a:cubicBezTo>
                    <a:cubicBezTo>
                      <a:pt x="3895" y="1420"/>
                      <a:pt x="3751" y="1314"/>
                      <a:pt x="3682" y="1218"/>
                    </a:cubicBezTo>
                    <a:cubicBezTo>
                      <a:pt x="3613" y="1122"/>
                      <a:pt x="3501" y="995"/>
                      <a:pt x="3453" y="936"/>
                    </a:cubicBezTo>
                    <a:cubicBezTo>
                      <a:pt x="3406" y="878"/>
                      <a:pt x="3352" y="819"/>
                      <a:pt x="3326" y="755"/>
                    </a:cubicBezTo>
                    <a:cubicBezTo>
                      <a:pt x="3299" y="691"/>
                      <a:pt x="3257" y="500"/>
                      <a:pt x="3177" y="329"/>
                    </a:cubicBezTo>
                    <a:cubicBezTo>
                      <a:pt x="3097" y="159"/>
                      <a:pt x="3086" y="58"/>
                      <a:pt x="3054" y="42"/>
                    </a:cubicBezTo>
                    <a:cubicBezTo>
                      <a:pt x="3022" y="26"/>
                      <a:pt x="2975" y="5"/>
                      <a:pt x="2943" y="10"/>
                    </a:cubicBezTo>
                    <a:cubicBezTo>
                      <a:pt x="2931" y="12"/>
                      <a:pt x="2916" y="10"/>
                      <a:pt x="2900" y="8"/>
                    </a:cubicBezTo>
                    <a:cubicBezTo>
                      <a:pt x="2870" y="4"/>
                      <a:pt x="2837" y="0"/>
                      <a:pt x="2820" y="21"/>
                    </a:cubicBezTo>
                    <a:cubicBezTo>
                      <a:pt x="2794" y="53"/>
                      <a:pt x="2655" y="90"/>
                      <a:pt x="2591" y="319"/>
                    </a:cubicBezTo>
                    <a:cubicBezTo>
                      <a:pt x="2528" y="548"/>
                      <a:pt x="2490" y="1303"/>
                      <a:pt x="2559" y="1548"/>
                    </a:cubicBezTo>
                    <a:cubicBezTo>
                      <a:pt x="2629" y="1793"/>
                      <a:pt x="2671" y="2032"/>
                      <a:pt x="2767" y="2139"/>
                    </a:cubicBezTo>
                    <a:cubicBezTo>
                      <a:pt x="2863" y="2245"/>
                      <a:pt x="2932" y="2277"/>
                      <a:pt x="2943" y="2293"/>
                    </a:cubicBezTo>
                    <a:cubicBezTo>
                      <a:pt x="2953" y="2309"/>
                      <a:pt x="2943" y="2415"/>
                      <a:pt x="2943" y="2415"/>
                    </a:cubicBezTo>
                    <a:cubicBezTo>
                      <a:pt x="2943" y="2415"/>
                      <a:pt x="2916" y="2735"/>
                      <a:pt x="2953" y="2921"/>
                    </a:cubicBezTo>
                    <a:cubicBezTo>
                      <a:pt x="2953" y="2921"/>
                      <a:pt x="2996" y="3118"/>
                      <a:pt x="3001" y="3139"/>
                    </a:cubicBezTo>
                    <a:cubicBezTo>
                      <a:pt x="3001" y="3139"/>
                      <a:pt x="2911" y="3091"/>
                      <a:pt x="2863" y="3059"/>
                    </a:cubicBezTo>
                    <a:cubicBezTo>
                      <a:pt x="2815" y="3027"/>
                      <a:pt x="2655" y="2910"/>
                      <a:pt x="2629" y="2900"/>
                    </a:cubicBezTo>
                    <a:cubicBezTo>
                      <a:pt x="2602" y="2889"/>
                      <a:pt x="2570" y="2857"/>
                      <a:pt x="2544" y="2852"/>
                    </a:cubicBezTo>
                    <a:cubicBezTo>
                      <a:pt x="2517" y="2846"/>
                      <a:pt x="543" y="3623"/>
                      <a:pt x="511" y="3793"/>
                    </a:cubicBezTo>
                    <a:cubicBezTo>
                      <a:pt x="479" y="3964"/>
                      <a:pt x="319" y="4294"/>
                      <a:pt x="202" y="4698"/>
                    </a:cubicBezTo>
                    <a:cubicBezTo>
                      <a:pt x="85" y="5102"/>
                      <a:pt x="0" y="5635"/>
                      <a:pt x="43" y="5879"/>
                    </a:cubicBezTo>
                    <a:cubicBezTo>
                      <a:pt x="85" y="6124"/>
                      <a:pt x="149" y="6454"/>
                      <a:pt x="149" y="6454"/>
                    </a:cubicBezTo>
                    <a:lnTo>
                      <a:pt x="245" y="6869"/>
                    </a:lnTo>
                    <a:cubicBezTo>
                      <a:pt x="245" y="6869"/>
                      <a:pt x="426" y="7183"/>
                      <a:pt x="442" y="7215"/>
                    </a:cubicBezTo>
                    <a:cubicBezTo>
                      <a:pt x="458" y="7247"/>
                      <a:pt x="516" y="7284"/>
                      <a:pt x="532" y="7316"/>
                    </a:cubicBezTo>
                    <a:cubicBezTo>
                      <a:pt x="548" y="7348"/>
                      <a:pt x="830" y="7673"/>
                      <a:pt x="969" y="7779"/>
                    </a:cubicBez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9" name="Freeform 8">
                <a:extLst>
                  <a:ext uri="{FF2B5EF4-FFF2-40B4-BE49-F238E27FC236}">
                    <a16:creationId xmlns:a16="http://schemas.microsoft.com/office/drawing/2014/main" xmlns="" id="{024D6C39-F9C8-055A-42EF-83C9E22C0C14}"/>
                  </a:ext>
                </a:extLst>
              </p:cNvPr>
              <p:cNvSpPr>
                <a:spLocks/>
              </p:cNvSpPr>
              <p:nvPr/>
            </p:nvSpPr>
            <p:spPr bwMode="gray">
              <a:xfrm flipH="1">
                <a:off x="1973983" y="1835132"/>
                <a:ext cx="74840" cy="149261"/>
              </a:xfrm>
              <a:custGeom>
                <a:avLst/>
                <a:gdLst>
                  <a:gd name="T0" fmla="*/ 2480 w 2480"/>
                  <a:gd name="T1" fmla="*/ 266 h 4963"/>
                  <a:gd name="T2" fmla="*/ 2192 w 2480"/>
                  <a:gd name="T3" fmla="*/ 2384 h 4963"/>
                  <a:gd name="T4" fmla="*/ 1799 w 2480"/>
                  <a:gd name="T5" fmla="*/ 4118 h 4963"/>
                  <a:gd name="T6" fmla="*/ 1817 w 2480"/>
                  <a:gd name="T7" fmla="*/ 4457 h 4963"/>
                  <a:gd name="T8" fmla="*/ 569 w 2480"/>
                  <a:gd name="T9" fmla="*/ 4963 h 4963"/>
                  <a:gd name="T10" fmla="*/ 85 w 2480"/>
                  <a:gd name="T11" fmla="*/ 4406 h 4963"/>
                  <a:gd name="T12" fmla="*/ 1043 w 2480"/>
                  <a:gd name="T13" fmla="*/ 649 h 4963"/>
                  <a:gd name="T14" fmla="*/ 1564 w 2480"/>
                  <a:gd name="T15" fmla="*/ 0 h 4963"/>
                  <a:gd name="T16" fmla="*/ 2038 w 2480"/>
                  <a:gd name="T17" fmla="*/ 71 h 4963"/>
                  <a:gd name="T18" fmla="*/ 2405 w 2480"/>
                  <a:gd name="T19" fmla="*/ 202 h 4963"/>
                  <a:gd name="T20" fmla="*/ 2480 w 2480"/>
                  <a:gd name="T21" fmla="*/ 266 h 4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0" h="4963">
                    <a:moveTo>
                      <a:pt x="2480" y="266"/>
                    </a:moveTo>
                    <a:cubicBezTo>
                      <a:pt x="2384" y="340"/>
                      <a:pt x="2224" y="628"/>
                      <a:pt x="2192" y="2384"/>
                    </a:cubicBezTo>
                    <a:cubicBezTo>
                      <a:pt x="2160" y="4140"/>
                      <a:pt x="1894" y="4086"/>
                      <a:pt x="1799" y="4118"/>
                    </a:cubicBezTo>
                    <a:cubicBezTo>
                      <a:pt x="1703" y="4150"/>
                      <a:pt x="1995" y="4387"/>
                      <a:pt x="1817" y="4457"/>
                    </a:cubicBezTo>
                    <a:cubicBezTo>
                      <a:pt x="1457" y="4599"/>
                      <a:pt x="580" y="4580"/>
                      <a:pt x="569" y="4963"/>
                    </a:cubicBezTo>
                    <a:cubicBezTo>
                      <a:pt x="569" y="4963"/>
                      <a:pt x="170" y="4576"/>
                      <a:pt x="85" y="4406"/>
                    </a:cubicBezTo>
                    <a:cubicBezTo>
                      <a:pt x="0" y="4235"/>
                      <a:pt x="1000" y="755"/>
                      <a:pt x="1043" y="649"/>
                    </a:cubicBezTo>
                    <a:cubicBezTo>
                      <a:pt x="1086" y="543"/>
                      <a:pt x="1564" y="0"/>
                      <a:pt x="1564" y="0"/>
                    </a:cubicBezTo>
                    <a:cubicBezTo>
                      <a:pt x="1564" y="0"/>
                      <a:pt x="1958" y="58"/>
                      <a:pt x="2038" y="71"/>
                    </a:cubicBezTo>
                    <a:cubicBezTo>
                      <a:pt x="2118" y="85"/>
                      <a:pt x="2363" y="149"/>
                      <a:pt x="2405" y="202"/>
                    </a:cubicBezTo>
                    <a:cubicBezTo>
                      <a:pt x="2448" y="255"/>
                      <a:pt x="2480" y="266"/>
                      <a:pt x="2480" y="26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0" name="Freeform 9">
                <a:extLst>
                  <a:ext uri="{FF2B5EF4-FFF2-40B4-BE49-F238E27FC236}">
                    <a16:creationId xmlns:a16="http://schemas.microsoft.com/office/drawing/2014/main" xmlns="" id="{44834990-7EA0-7822-EBC2-2AB6932344CB}"/>
                  </a:ext>
                </a:extLst>
              </p:cNvPr>
              <p:cNvSpPr>
                <a:spLocks/>
              </p:cNvSpPr>
              <p:nvPr/>
            </p:nvSpPr>
            <p:spPr bwMode="gray">
              <a:xfrm flipH="1">
                <a:off x="1973147" y="1969864"/>
                <a:ext cx="72958" cy="61774"/>
              </a:xfrm>
              <a:custGeom>
                <a:avLst/>
                <a:gdLst>
                  <a:gd name="T0" fmla="*/ 80 w 2422"/>
                  <a:gd name="T1" fmla="*/ 0 h 2058"/>
                  <a:gd name="T2" fmla="*/ 407 w 2422"/>
                  <a:gd name="T3" fmla="*/ 360 h 2058"/>
                  <a:gd name="T4" fmla="*/ 403 w 2422"/>
                  <a:gd name="T5" fmla="*/ 340 h 2058"/>
                  <a:gd name="T6" fmla="*/ 490 w 2422"/>
                  <a:gd name="T7" fmla="*/ 236 h 2058"/>
                  <a:gd name="T8" fmla="*/ 1073 w 2422"/>
                  <a:gd name="T9" fmla="*/ 84 h 2058"/>
                  <a:gd name="T10" fmla="*/ 1554 w 2422"/>
                  <a:gd name="T11" fmla="*/ 1105 h 2058"/>
                  <a:gd name="T12" fmla="*/ 2081 w 2422"/>
                  <a:gd name="T13" fmla="*/ 1589 h 2058"/>
                  <a:gd name="T14" fmla="*/ 2422 w 2422"/>
                  <a:gd name="T15" fmla="*/ 2058 h 2058"/>
                  <a:gd name="T16" fmla="*/ 2019 w 2422"/>
                  <a:gd name="T17" fmla="*/ 1616 h 2058"/>
                  <a:gd name="T18" fmla="*/ 1460 w 2422"/>
                  <a:gd name="T19" fmla="*/ 1201 h 2058"/>
                  <a:gd name="T20" fmla="*/ 747 w 2422"/>
                  <a:gd name="T21" fmla="*/ 756 h 2058"/>
                  <a:gd name="T22" fmla="*/ 0 w 2422"/>
                  <a:gd name="T23" fmla="*/ 0 h 2058"/>
                  <a:gd name="T24" fmla="*/ 80 w 2422"/>
                  <a:gd name="T25" fmla="*/ 0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2" h="2058">
                    <a:moveTo>
                      <a:pt x="80" y="0"/>
                    </a:moveTo>
                    <a:cubicBezTo>
                      <a:pt x="201" y="183"/>
                      <a:pt x="246" y="197"/>
                      <a:pt x="407" y="360"/>
                    </a:cubicBezTo>
                    <a:cubicBezTo>
                      <a:pt x="404" y="353"/>
                      <a:pt x="403" y="345"/>
                      <a:pt x="403" y="340"/>
                    </a:cubicBezTo>
                    <a:cubicBezTo>
                      <a:pt x="403" y="316"/>
                      <a:pt x="466" y="260"/>
                      <a:pt x="490" y="236"/>
                    </a:cubicBezTo>
                    <a:cubicBezTo>
                      <a:pt x="514" y="212"/>
                      <a:pt x="1073" y="84"/>
                      <a:pt x="1073" y="84"/>
                    </a:cubicBezTo>
                    <a:cubicBezTo>
                      <a:pt x="361" y="319"/>
                      <a:pt x="1192" y="875"/>
                      <a:pt x="1554" y="1105"/>
                    </a:cubicBezTo>
                    <a:cubicBezTo>
                      <a:pt x="1834" y="1268"/>
                      <a:pt x="2011" y="1495"/>
                      <a:pt x="2081" y="1589"/>
                    </a:cubicBezTo>
                    <a:cubicBezTo>
                      <a:pt x="2176" y="1720"/>
                      <a:pt x="2230" y="1824"/>
                      <a:pt x="2422" y="2058"/>
                    </a:cubicBezTo>
                    <a:cubicBezTo>
                      <a:pt x="2422" y="2058"/>
                      <a:pt x="2183" y="1792"/>
                      <a:pt x="2019" y="1616"/>
                    </a:cubicBezTo>
                    <a:cubicBezTo>
                      <a:pt x="1832" y="1416"/>
                      <a:pt x="1624" y="1276"/>
                      <a:pt x="1460" y="1201"/>
                    </a:cubicBezTo>
                    <a:cubicBezTo>
                      <a:pt x="1355" y="1153"/>
                      <a:pt x="1078" y="1015"/>
                      <a:pt x="747" y="756"/>
                    </a:cubicBezTo>
                    <a:cubicBezTo>
                      <a:pt x="415" y="496"/>
                      <a:pt x="214" y="323"/>
                      <a:pt x="0" y="0"/>
                    </a:cubicBezTo>
                    <a:lnTo>
                      <a:pt x="80" y="0"/>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1" name="Freeform 10">
                <a:extLst>
                  <a:ext uri="{FF2B5EF4-FFF2-40B4-BE49-F238E27FC236}">
                    <a16:creationId xmlns:a16="http://schemas.microsoft.com/office/drawing/2014/main" xmlns="" id="{578B3181-B783-A9CF-815D-53CF44E75F75}"/>
                  </a:ext>
                </a:extLst>
              </p:cNvPr>
              <p:cNvSpPr>
                <a:spLocks/>
              </p:cNvSpPr>
              <p:nvPr/>
            </p:nvSpPr>
            <p:spPr bwMode="gray">
              <a:xfrm flipH="1">
                <a:off x="2113837" y="1861054"/>
                <a:ext cx="12020" cy="9721"/>
              </a:xfrm>
              <a:custGeom>
                <a:avLst/>
                <a:gdLst>
                  <a:gd name="T0" fmla="*/ 0 w 399"/>
                  <a:gd name="T1" fmla="*/ 42 h 324"/>
                  <a:gd name="T2" fmla="*/ 277 w 399"/>
                  <a:gd name="T3" fmla="*/ 26 h 324"/>
                  <a:gd name="T4" fmla="*/ 372 w 399"/>
                  <a:gd name="T5" fmla="*/ 106 h 324"/>
                  <a:gd name="T6" fmla="*/ 372 w 399"/>
                  <a:gd name="T7" fmla="*/ 234 h 324"/>
                  <a:gd name="T8" fmla="*/ 356 w 399"/>
                  <a:gd name="T9" fmla="*/ 308 h 324"/>
                  <a:gd name="T10" fmla="*/ 266 w 399"/>
                  <a:gd name="T11" fmla="*/ 255 h 324"/>
                  <a:gd name="T12" fmla="*/ 218 w 399"/>
                  <a:gd name="T13" fmla="*/ 202 h 324"/>
                  <a:gd name="T14" fmla="*/ 181 w 399"/>
                  <a:gd name="T15" fmla="*/ 170 h 324"/>
                  <a:gd name="T16" fmla="*/ 128 w 399"/>
                  <a:gd name="T17" fmla="*/ 133 h 324"/>
                  <a:gd name="T18" fmla="*/ 69 w 399"/>
                  <a:gd name="T19" fmla="*/ 111 h 324"/>
                  <a:gd name="T20" fmla="*/ 5 w 399"/>
                  <a:gd name="T21" fmla="*/ 90 h 324"/>
                  <a:gd name="T22" fmla="*/ 0 w 399"/>
                  <a:gd name="T23" fmla="*/ 4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9" h="324">
                    <a:moveTo>
                      <a:pt x="0" y="42"/>
                    </a:moveTo>
                    <a:cubicBezTo>
                      <a:pt x="101" y="37"/>
                      <a:pt x="218" y="0"/>
                      <a:pt x="277" y="26"/>
                    </a:cubicBezTo>
                    <a:cubicBezTo>
                      <a:pt x="335" y="53"/>
                      <a:pt x="378" y="63"/>
                      <a:pt x="372" y="106"/>
                    </a:cubicBezTo>
                    <a:cubicBezTo>
                      <a:pt x="367" y="149"/>
                      <a:pt x="372" y="180"/>
                      <a:pt x="372" y="234"/>
                    </a:cubicBezTo>
                    <a:cubicBezTo>
                      <a:pt x="372" y="287"/>
                      <a:pt x="399" y="324"/>
                      <a:pt x="356" y="308"/>
                    </a:cubicBezTo>
                    <a:cubicBezTo>
                      <a:pt x="314" y="292"/>
                      <a:pt x="282" y="266"/>
                      <a:pt x="266" y="255"/>
                    </a:cubicBezTo>
                    <a:cubicBezTo>
                      <a:pt x="250" y="244"/>
                      <a:pt x="234" y="212"/>
                      <a:pt x="218" y="202"/>
                    </a:cubicBezTo>
                    <a:cubicBezTo>
                      <a:pt x="202" y="191"/>
                      <a:pt x="197" y="180"/>
                      <a:pt x="181" y="170"/>
                    </a:cubicBezTo>
                    <a:cubicBezTo>
                      <a:pt x="165" y="159"/>
                      <a:pt x="144" y="133"/>
                      <a:pt x="128" y="133"/>
                    </a:cubicBezTo>
                    <a:cubicBezTo>
                      <a:pt x="112" y="133"/>
                      <a:pt x="90" y="111"/>
                      <a:pt x="69" y="111"/>
                    </a:cubicBezTo>
                    <a:cubicBezTo>
                      <a:pt x="48" y="111"/>
                      <a:pt x="5" y="90"/>
                      <a:pt x="5" y="90"/>
                    </a:cubicBezTo>
                    <a:lnTo>
                      <a:pt x="0" y="42"/>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2" name="Freeform 11">
                <a:extLst>
                  <a:ext uri="{FF2B5EF4-FFF2-40B4-BE49-F238E27FC236}">
                    <a16:creationId xmlns:a16="http://schemas.microsoft.com/office/drawing/2014/main" xmlns="" id="{7D620C1F-C2B2-2EF5-6147-24DFB11FAC52}"/>
                  </a:ext>
                </a:extLst>
              </p:cNvPr>
              <p:cNvSpPr>
                <a:spLocks/>
              </p:cNvSpPr>
              <p:nvPr/>
            </p:nvSpPr>
            <p:spPr bwMode="gray">
              <a:xfrm flipH="1">
                <a:off x="2116659" y="1765936"/>
                <a:ext cx="36793" cy="40556"/>
              </a:xfrm>
              <a:custGeom>
                <a:avLst/>
                <a:gdLst>
                  <a:gd name="T0" fmla="*/ 1217 w 1220"/>
                  <a:gd name="T1" fmla="*/ 250 h 1348"/>
                  <a:gd name="T2" fmla="*/ 335 w 1220"/>
                  <a:gd name="T3" fmla="*/ 221 h 1348"/>
                  <a:gd name="T4" fmla="*/ 908 w 1220"/>
                  <a:gd name="T5" fmla="*/ 1260 h 1348"/>
                  <a:gd name="T6" fmla="*/ 1220 w 1220"/>
                  <a:gd name="T7" fmla="*/ 1348 h 1348"/>
                  <a:gd name="T8" fmla="*/ 1217 w 1220"/>
                  <a:gd name="T9" fmla="*/ 250 h 1348"/>
                </a:gdLst>
                <a:ahLst/>
                <a:cxnLst>
                  <a:cxn ang="0">
                    <a:pos x="T0" y="T1"/>
                  </a:cxn>
                  <a:cxn ang="0">
                    <a:pos x="T2" y="T3"/>
                  </a:cxn>
                  <a:cxn ang="0">
                    <a:pos x="T4" y="T5"/>
                  </a:cxn>
                  <a:cxn ang="0">
                    <a:pos x="T6" y="T7"/>
                  </a:cxn>
                  <a:cxn ang="0">
                    <a:pos x="T8" y="T9"/>
                  </a:cxn>
                </a:cxnLst>
                <a:rect l="0" t="0" r="r" b="b"/>
                <a:pathLst>
                  <a:path w="1220" h="1348">
                    <a:moveTo>
                      <a:pt x="1217" y="250"/>
                    </a:moveTo>
                    <a:cubicBezTo>
                      <a:pt x="1145" y="229"/>
                      <a:pt x="594" y="0"/>
                      <a:pt x="335" y="221"/>
                    </a:cubicBezTo>
                    <a:cubicBezTo>
                      <a:pt x="76" y="443"/>
                      <a:pt x="0" y="997"/>
                      <a:pt x="908" y="1260"/>
                    </a:cubicBezTo>
                    <a:cubicBezTo>
                      <a:pt x="1027" y="1295"/>
                      <a:pt x="1130" y="1324"/>
                      <a:pt x="1220" y="1348"/>
                    </a:cubicBezTo>
                    <a:lnTo>
                      <a:pt x="1217" y="250"/>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3" name="Freeform 12">
                <a:extLst>
                  <a:ext uri="{FF2B5EF4-FFF2-40B4-BE49-F238E27FC236}">
                    <a16:creationId xmlns:a16="http://schemas.microsoft.com/office/drawing/2014/main" xmlns="" id="{9B31406D-8321-B204-895F-05FE1DDAEE8B}"/>
                  </a:ext>
                </a:extLst>
              </p:cNvPr>
              <p:cNvSpPr>
                <a:spLocks/>
              </p:cNvSpPr>
              <p:nvPr/>
            </p:nvSpPr>
            <p:spPr bwMode="gray">
              <a:xfrm flipH="1">
                <a:off x="2116450" y="1765414"/>
                <a:ext cx="33448" cy="42019"/>
              </a:xfrm>
              <a:custGeom>
                <a:avLst/>
                <a:gdLst>
                  <a:gd name="T0" fmla="*/ 1091 w 1109"/>
                  <a:gd name="T1" fmla="*/ 1398 h 1398"/>
                  <a:gd name="T2" fmla="*/ 1109 w 1109"/>
                  <a:gd name="T3" fmla="*/ 1332 h 1398"/>
                  <a:gd name="T4" fmla="*/ 798 w 1109"/>
                  <a:gd name="T5" fmla="*/ 1244 h 1398"/>
                  <a:gd name="T6" fmla="*/ 278 w 1109"/>
                  <a:gd name="T7" fmla="*/ 990 h 1398"/>
                  <a:gd name="T8" fmla="*/ 87 w 1109"/>
                  <a:gd name="T9" fmla="*/ 694 h 1398"/>
                  <a:gd name="T10" fmla="*/ 238 w 1109"/>
                  <a:gd name="T11" fmla="*/ 264 h 1398"/>
                  <a:gd name="T12" fmla="*/ 666 w 1109"/>
                  <a:gd name="T13" fmla="*/ 187 h 1398"/>
                  <a:gd name="T14" fmla="*/ 1049 w 1109"/>
                  <a:gd name="T15" fmla="*/ 287 h 1398"/>
                  <a:gd name="T16" fmla="*/ 1087 w 1109"/>
                  <a:gd name="T17" fmla="*/ 300 h 1398"/>
                  <a:gd name="T18" fmla="*/ 1107 w 1109"/>
                  <a:gd name="T19" fmla="*/ 234 h 1398"/>
                  <a:gd name="T20" fmla="*/ 1072 w 1109"/>
                  <a:gd name="T21" fmla="*/ 222 h 1398"/>
                  <a:gd name="T22" fmla="*/ 193 w 1109"/>
                  <a:gd name="T23" fmla="*/ 212 h 1398"/>
                  <a:gd name="T24" fmla="*/ 42 w 1109"/>
                  <a:gd name="T25" fmla="*/ 427 h 1398"/>
                  <a:gd name="T26" fmla="*/ 20 w 1109"/>
                  <a:gd name="T27" fmla="*/ 709 h 1398"/>
                  <a:gd name="T28" fmla="*/ 234 w 1109"/>
                  <a:gd name="T29" fmla="*/ 1042 h 1398"/>
                  <a:gd name="T30" fmla="*/ 778 w 1109"/>
                  <a:gd name="T31" fmla="*/ 1310 h 1398"/>
                  <a:gd name="T32" fmla="*/ 1091 w 1109"/>
                  <a:gd name="T33" fmla="*/ 1398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09" h="1398">
                    <a:moveTo>
                      <a:pt x="1091" y="1398"/>
                    </a:moveTo>
                    <a:lnTo>
                      <a:pt x="1109" y="1332"/>
                    </a:lnTo>
                    <a:cubicBezTo>
                      <a:pt x="1015" y="1306"/>
                      <a:pt x="911" y="1277"/>
                      <a:pt x="798" y="1244"/>
                    </a:cubicBezTo>
                    <a:cubicBezTo>
                      <a:pt x="576" y="1180"/>
                      <a:pt x="401" y="1094"/>
                      <a:pt x="278" y="990"/>
                    </a:cubicBezTo>
                    <a:cubicBezTo>
                      <a:pt x="175" y="901"/>
                      <a:pt x="110" y="802"/>
                      <a:pt x="87" y="694"/>
                    </a:cubicBezTo>
                    <a:cubicBezTo>
                      <a:pt x="54" y="540"/>
                      <a:pt x="113" y="371"/>
                      <a:pt x="238" y="264"/>
                    </a:cubicBezTo>
                    <a:cubicBezTo>
                      <a:pt x="329" y="187"/>
                      <a:pt x="473" y="160"/>
                      <a:pt x="666" y="187"/>
                    </a:cubicBezTo>
                    <a:cubicBezTo>
                      <a:pt x="827" y="209"/>
                      <a:pt x="977" y="262"/>
                      <a:pt x="1049" y="287"/>
                    </a:cubicBezTo>
                    <a:cubicBezTo>
                      <a:pt x="1066" y="293"/>
                      <a:pt x="1079" y="298"/>
                      <a:pt x="1087" y="300"/>
                    </a:cubicBezTo>
                    <a:lnTo>
                      <a:pt x="1107" y="234"/>
                    </a:lnTo>
                    <a:cubicBezTo>
                      <a:pt x="1100" y="232"/>
                      <a:pt x="1088" y="228"/>
                      <a:pt x="1072" y="222"/>
                    </a:cubicBezTo>
                    <a:cubicBezTo>
                      <a:pt x="916" y="167"/>
                      <a:pt x="440" y="0"/>
                      <a:pt x="193" y="212"/>
                    </a:cubicBezTo>
                    <a:cubicBezTo>
                      <a:pt x="126" y="269"/>
                      <a:pt x="74" y="344"/>
                      <a:pt x="42" y="427"/>
                    </a:cubicBezTo>
                    <a:cubicBezTo>
                      <a:pt x="7" y="518"/>
                      <a:pt x="0" y="616"/>
                      <a:pt x="20" y="709"/>
                    </a:cubicBezTo>
                    <a:cubicBezTo>
                      <a:pt x="46" y="832"/>
                      <a:pt x="118" y="944"/>
                      <a:pt x="234" y="1042"/>
                    </a:cubicBezTo>
                    <a:cubicBezTo>
                      <a:pt x="364" y="1153"/>
                      <a:pt x="547" y="1243"/>
                      <a:pt x="778" y="1310"/>
                    </a:cubicBezTo>
                    <a:cubicBezTo>
                      <a:pt x="892" y="1343"/>
                      <a:pt x="997" y="1373"/>
                      <a:pt x="1091" y="1398"/>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4" name="Freeform 13">
                <a:extLst>
                  <a:ext uri="{FF2B5EF4-FFF2-40B4-BE49-F238E27FC236}">
                    <a16:creationId xmlns:a16="http://schemas.microsoft.com/office/drawing/2014/main" xmlns="" id="{13DD9F06-D565-E651-C8DD-A9DE5FD31BE3}"/>
                  </a:ext>
                </a:extLst>
              </p:cNvPr>
              <p:cNvSpPr>
                <a:spLocks/>
              </p:cNvSpPr>
              <p:nvPr/>
            </p:nvSpPr>
            <p:spPr bwMode="gray">
              <a:xfrm flipH="1">
                <a:off x="2110074" y="1771790"/>
                <a:ext cx="19442" cy="35225"/>
              </a:xfrm>
              <a:custGeom>
                <a:avLst/>
                <a:gdLst>
                  <a:gd name="T0" fmla="*/ 236 w 647"/>
                  <a:gd name="T1" fmla="*/ 0 h 1172"/>
                  <a:gd name="T2" fmla="*/ 0 w 647"/>
                  <a:gd name="T3" fmla="*/ 1050 h 1172"/>
                  <a:gd name="T4" fmla="*/ 328 w 647"/>
                  <a:gd name="T5" fmla="*/ 1140 h 1172"/>
                  <a:gd name="T6" fmla="*/ 573 w 647"/>
                  <a:gd name="T7" fmla="*/ 1140 h 1172"/>
                  <a:gd name="T8" fmla="*/ 552 w 647"/>
                  <a:gd name="T9" fmla="*/ 821 h 1172"/>
                  <a:gd name="T10" fmla="*/ 584 w 647"/>
                  <a:gd name="T11" fmla="*/ 395 h 1172"/>
                  <a:gd name="T12" fmla="*/ 584 w 647"/>
                  <a:gd name="T13" fmla="*/ 193 h 1172"/>
                  <a:gd name="T14" fmla="*/ 488 w 647"/>
                  <a:gd name="T15" fmla="*/ 54 h 1172"/>
                  <a:gd name="T16" fmla="*/ 236 w 647"/>
                  <a:gd name="T17" fmla="*/ 0 h 1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7" h="1172">
                    <a:moveTo>
                      <a:pt x="236" y="0"/>
                    </a:moveTo>
                    <a:cubicBezTo>
                      <a:pt x="294" y="105"/>
                      <a:pt x="204" y="950"/>
                      <a:pt x="0" y="1050"/>
                    </a:cubicBezTo>
                    <a:cubicBezTo>
                      <a:pt x="0" y="1050"/>
                      <a:pt x="275" y="1108"/>
                      <a:pt x="328" y="1140"/>
                    </a:cubicBezTo>
                    <a:cubicBezTo>
                      <a:pt x="381" y="1172"/>
                      <a:pt x="573" y="1140"/>
                      <a:pt x="573" y="1140"/>
                    </a:cubicBezTo>
                    <a:cubicBezTo>
                      <a:pt x="573" y="1140"/>
                      <a:pt x="562" y="853"/>
                      <a:pt x="552" y="821"/>
                    </a:cubicBezTo>
                    <a:cubicBezTo>
                      <a:pt x="541" y="789"/>
                      <a:pt x="594" y="448"/>
                      <a:pt x="584" y="395"/>
                    </a:cubicBezTo>
                    <a:cubicBezTo>
                      <a:pt x="573" y="342"/>
                      <a:pt x="647" y="246"/>
                      <a:pt x="584" y="193"/>
                    </a:cubicBezTo>
                    <a:cubicBezTo>
                      <a:pt x="520" y="139"/>
                      <a:pt x="552" y="44"/>
                      <a:pt x="488" y="54"/>
                    </a:cubicBezTo>
                    <a:cubicBezTo>
                      <a:pt x="424" y="65"/>
                      <a:pt x="236" y="0"/>
                      <a:pt x="236" y="0"/>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5" name="Freeform 14">
                <a:extLst>
                  <a:ext uri="{FF2B5EF4-FFF2-40B4-BE49-F238E27FC236}">
                    <a16:creationId xmlns:a16="http://schemas.microsoft.com/office/drawing/2014/main" xmlns="" id="{6F79A61E-E6C4-09EE-3445-F395C2F17B46}"/>
                  </a:ext>
                </a:extLst>
              </p:cNvPr>
              <p:cNvSpPr>
                <a:spLocks/>
              </p:cNvSpPr>
              <p:nvPr/>
            </p:nvSpPr>
            <p:spPr bwMode="gray">
              <a:xfrm flipH="1">
                <a:off x="1977641" y="1830532"/>
                <a:ext cx="74735" cy="149156"/>
              </a:xfrm>
              <a:custGeom>
                <a:avLst/>
                <a:gdLst>
                  <a:gd name="T0" fmla="*/ 2480 w 2480"/>
                  <a:gd name="T1" fmla="*/ 266 h 4964"/>
                  <a:gd name="T2" fmla="*/ 2192 w 2480"/>
                  <a:gd name="T3" fmla="*/ 2384 h 4964"/>
                  <a:gd name="T4" fmla="*/ 1799 w 2480"/>
                  <a:gd name="T5" fmla="*/ 4119 h 4964"/>
                  <a:gd name="T6" fmla="*/ 1719 w 2480"/>
                  <a:gd name="T7" fmla="*/ 4485 h 4964"/>
                  <a:gd name="T8" fmla="*/ 569 w 2480"/>
                  <a:gd name="T9" fmla="*/ 4964 h 4964"/>
                  <a:gd name="T10" fmla="*/ 85 w 2480"/>
                  <a:gd name="T11" fmla="*/ 4406 h 4964"/>
                  <a:gd name="T12" fmla="*/ 1043 w 2480"/>
                  <a:gd name="T13" fmla="*/ 649 h 4964"/>
                  <a:gd name="T14" fmla="*/ 1564 w 2480"/>
                  <a:gd name="T15" fmla="*/ 0 h 4964"/>
                  <a:gd name="T16" fmla="*/ 2038 w 2480"/>
                  <a:gd name="T17" fmla="*/ 72 h 4964"/>
                  <a:gd name="T18" fmla="*/ 2405 w 2480"/>
                  <a:gd name="T19" fmla="*/ 202 h 4964"/>
                  <a:gd name="T20" fmla="*/ 2480 w 2480"/>
                  <a:gd name="T21" fmla="*/ 266 h 4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0" h="4964">
                    <a:moveTo>
                      <a:pt x="2480" y="266"/>
                    </a:moveTo>
                    <a:cubicBezTo>
                      <a:pt x="2384" y="341"/>
                      <a:pt x="2224" y="628"/>
                      <a:pt x="2192" y="2384"/>
                    </a:cubicBezTo>
                    <a:cubicBezTo>
                      <a:pt x="2160" y="4140"/>
                      <a:pt x="1894" y="4087"/>
                      <a:pt x="1799" y="4119"/>
                    </a:cubicBezTo>
                    <a:cubicBezTo>
                      <a:pt x="1703" y="4151"/>
                      <a:pt x="1908" y="4453"/>
                      <a:pt x="1719" y="4485"/>
                    </a:cubicBezTo>
                    <a:cubicBezTo>
                      <a:pt x="1455" y="4529"/>
                      <a:pt x="580" y="4581"/>
                      <a:pt x="569" y="4964"/>
                    </a:cubicBezTo>
                    <a:cubicBezTo>
                      <a:pt x="569" y="4964"/>
                      <a:pt x="170" y="4576"/>
                      <a:pt x="85" y="4406"/>
                    </a:cubicBezTo>
                    <a:cubicBezTo>
                      <a:pt x="0" y="4236"/>
                      <a:pt x="1000" y="756"/>
                      <a:pt x="1043" y="649"/>
                    </a:cubicBezTo>
                    <a:cubicBezTo>
                      <a:pt x="1085" y="543"/>
                      <a:pt x="1564" y="0"/>
                      <a:pt x="1564" y="0"/>
                    </a:cubicBezTo>
                    <a:cubicBezTo>
                      <a:pt x="1564" y="0"/>
                      <a:pt x="1958" y="58"/>
                      <a:pt x="2038" y="72"/>
                    </a:cubicBezTo>
                    <a:cubicBezTo>
                      <a:pt x="2118" y="85"/>
                      <a:pt x="2363" y="149"/>
                      <a:pt x="2405" y="202"/>
                    </a:cubicBezTo>
                    <a:cubicBezTo>
                      <a:pt x="2448" y="256"/>
                      <a:pt x="2480" y="266"/>
                      <a:pt x="2480" y="26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6" name="Freeform 15">
                <a:extLst>
                  <a:ext uri="{FF2B5EF4-FFF2-40B4-BE49-F238E27FC236}">
                    <a16:creationId xmlns:a16="http://schemas.microsoft.com/office/drawing/2014/main" xmlns="" id="{B9D95322-D7BD-64A5-A03A-60D744F41E77}"/>
                  </a:ext>
                </a:extLst>
              </p:cNvPr>
              <p:cNvSpPr>
                <a:spLocks/>
              </p:cNvSpPr>
              <p:nvPr/>
            </p:nvSpPr>
            <p:spPr bwMode="gray">
              <a:xfrm flipH="1">
                <a:off x="2093350" y="1812032"/>
                <a:ext cx="60833" cy="40660"/>
              </a:xfrm>
              <a:custGeom>
                <a:avLst/>
                <a:gdLst>
                  <a:gd name="T0" fmla="*/ 1377 w 2018"/>
                  <a:gd name="T1" fmla="*/ 199 h 1352"/>
                  <a:gd name="T2" fmla="*/ 423 w 2018"/>
                  <a:gd name="T3" fmla="*/ 125 h 1352"/>
                  <a:gd name="T4" fmla="*/ 51 w 2018"/>
                  <a:gd name="T5" fmla="*/ 822 h 1352"/>
                  <a:gd name="T6" fmla="*/ 1050 w 2018"/>
                  <a:gd name="T7" fmla="*/ 1269 h 1352"/>
                  <a:gd name="T8" fmla="*/ 2018 w 2018"/>
                  <a:gd name="T9" fmla="*/ 1305 h 1352"/>
                  <a:gd name="T10" fmla="*/ 1377 w 2018"/>
                  <a:gd name="T11" fmla="*/ 199 h 1352"/>
                </a:gdLst>
                <a:ahLst/>
                <a:cxnLst>
                  <a:cxn ang="0">
                    <a:pos x="T0" y="T1"/>
                  </a:cxn>
                  <a:cxn ang="0">
                    <a:pos x="T2" y="T3"/>
                  </a:cxn>
                  <a:cxn ang="0">
                    <a:pos x="T4" y="T5"/>
                  </a:cxn>
                  <a:cxn ang="0">
                    <a:pos x="T6" y="T7"/>
                  </a:cxn>
                  <a:cxn ang="0">
                    <a:pos x="T8" y="T9"/>
                  </a:cxn>
                  <a:cxn ang="0">
                    <a:pos x="T10" y="T11"/>
                  </a:cxn>
                </a:cxnLst>
                <a:rect l="0" t="0" r="r" b="b"/>
                <a:pathLst>
                  <a:path w="2018" h="1352">
                    <a:moveTo>
                      <a:pt x="1377" y="199"/>
                    </a:moveTo>
                    <a:cubicBezTo>
                      <a:pt x="1135" y="94"/>
                      <a:pt x="772" y="0"/>
                      <a:pt x="423" y="125"/>
                    </a:cubicBezTo>
                    <a:cubicBezTo>
                      <a:pt x="35" y="264"/>
                      <a:pt x="0" y="703"/>
                      <a:pt x="51" y="822"/>
                    </a:cubicBezTo>
                    <a:cubicBezTo>
                      <a:pt x="138" y="1023"/>
                      <a:pt x="303" y="1187"/>
                      <a:pt x="1050" y="1269"/>
                    </a:cubicBezTo>
                    <a:cubicBezTo>
                      <a:pt x="1797" y="1352"/>
                      <a:pt x="2018" y="1305"/>
                      <a:pt x="2018" y="1305"/>
                    </a:cubicBezTo>
                    <a:lnTo>
                      <a:pt x="1377" y="199"/>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7" name="Freeform 16">
                <a:extLst>
                  <a:ext uri="{FF2B5EF4-FFF2-40B4-BE49-F238E27FC236}">
                    <a16:creationId xmlns:a16="http://schemas.microsoft.com/office/drawing/2014/main" xmlns="" id="{8146AE52-D1E6-5AB0-89E4-623D794100C2}"/>
                  </a:ext>
                </a:extLst>
              </p:cNvPr>
              <p:cNvSpPr>
                <a:spLocks/>
              </p:cNvSpPr>
              <p:nvPr/>
            </p:nvSpPr>
            <p:spPr bwMode="gray">
              <a:xfrm flipH="1">
                <a:off x="2093141" y="1812554"/>
                <a:ext cx="61147" cy="40137"/>
              </a:xfrm>
              <a:custGeom>
                <a:avLst/>
                <a:gdLst>
                  <a:gd name="T0" fmla="*/ 1789 w 2030"/>
                  <a:gd name="T1" fmla="*/ 1336 h 1336"/>
                  <a:gd name="T2" fmla="*/ 2030 w 2030"/>
                  <a:gd name="T3" fmla="*/ 1322 h 1336"/>
                  <a:gd name="T4" fmla="*/ 2016 w 2030"/>
                  <a:gd name="T5" fmla="*/ 1254 h 1336"/>
                  <a:gd name="T6" fmla="*/ 1059 w 2030"/>
                  <a:gd name="T7" fmla="*/ 1218 h 1336"/>
                  <a:gd name="T8" fmla="*/ 324 w 2030"/>
                  <a:gd name="T9" fmla="*/ 1042 h 1336"/>
                  <a:gd name="T10" fmla="*/ 88 w 2030"/>
                  <a:gd name="T11" fmla="*/ 791 h 1336"/>
                  <a:gd name="T12" fmla="*/ 125 w 2030"/>
                  <a:gd name="T13" fmla="*/ 438 h 1336"/>
                  <a:gd name="T14" fmla="*/ 440 w 2030"/>
                  <a:gd name="T15" fmla="*/ 140 h 1336"/>
                  <a:gd name="T16" fmla="*/ 941 w 2030"/>
                  <a:gd name="T17" fmla="*/ 93 h 1336"/>
                  <a:gd name="T18" fmla="*/ 1369 w 2030"/>
                  <a:gd name="T19" fmla="*/ 213 h 1336"/>
                  <a:gd name="T20" fmla="*/ 1396 w 2030"/>
                  <a:gd name="T21" fmla="*/ 150 h 1336"/>
                  <a:gd name="T22" fmla="*/ 949 w 2030"/>
                  <a:gd name="T23" fmla="*/ 24 h 1336"/>
                  <a:gd name="T24" fmla="*/ 416 w 2030"/>
                  <a:gd name="T25" fmla="*/ 75 h 1336"/>
                  <a:gd name="T26" fmla="*/ 62 w 2030"/>
                  <a:gd name="T27" fmla="*/ 410 h 1336"/>
                  <a:gd name="T28" fmla="*/ 5 w 2030"/>
                  <a:gd name="T29" fmla="*/ 646 h 1336"/>
                  <a:gd name="T30" fmla="*/ 25 w 2030"/>
                  <a:gd name="T31" fmla="*/ 819 h 1336"/>
                  <a:gd name="T32" fmla="*/ 292 w 2030"/>
                  <a:gd name="T33" fmla="*/ 1104 h 1336"/>
                  <a:gd name="T34" fmla="*/ 1051 w 2030"/>
                  <a:gd name="T35" fmla="*/ 1287 h 1336"/>
                  <a:gd name="T36" fmla="*/ 1789 w 2030"/>
                  <a:gd name="T37"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30" h="1336">
                    <a:moveTo>
                      <a:pt x="1789" y="1336"/>
                    </a:moveTo>
                    <a:cubicBezTo>
                      <a:pt x="1960" y="1336"/>
                      <a:pt x="2025" y="1323"/>
                      <a:pt x="2030" y="1322"/>
                    </a:cubicBezTo>
                    <a:lnTo>
                      <a:pt x="2016" y="1254"/>
                    </a:lnTo>
                    <a:cubicBezTo>
                      <a:pt x="2014" y="1255"/>
                      <a:pt x="1787" y="1298"/>
                      <a:pt x="1059" y="1218"/>
                    </a:cubicBezTo>
                    <a:cubicBezTo>
                      <a:pt x="717" y="1180"/>
                      <a:pt x="477" y="1123"/>
                      <a:pt x="324" y="1042"/>
                    </a:cubicBezTo>
                    <a:cubicBezTo>
                      <a:pt x="179" y="966"/>
                      <a:pt x="125" y="877"/>
                      <a:pt x="88" y="791"/>
                    </a:cubicBezTo>
                    <a:cubicBezTo>
                      <a:pt x="65" y="737"/>
                      <a:pt x="60" y="587"/>
                      <a:pt x="125" y="438"/>
                    </a:cubicBezTo>
                    <a:cubicBezTo>
                      <a:pt x="168" y="338"/>
                      <a:pt x="258" y="206"/>
                      <a:pt x="440" y="140"/>
                    </a:cubicBezTo>
                    <a:cubicBezTo>
                      <a:pt x="592" y="86"/>
                      <a:pt x="760" y="70"/>
                      <a:pt x="941" y="93"/>
                    </a:cubicBezTo>
                    <a:cubicBezTo>
                      <a:pt x="1081" y="111"/>
                      <a:pt x="1225" y="151"/>
                      <a:pt x="1369" y="213"/>
                    </a:cubicBezTo>
                    <a:lnTo>
                      <a:pt x="1396" y="150"/>
                    </a:lnTo>
                    <a:cubicBezTo>
                      <a:pt x="1246" y="85"/>
                      <a:pt x="1096" y="43"/>
                      <a:pt x="949" y="24"/>
                    </a:cubicBezTo>
                    <a:cubicBezTo>
                      <a:pt x="758" y="0"/>
                      <a:pt x="579" y="17"/>
                      <a:pt x="416" y="75"/>
                    </a:cubicBezTo>
                    <a:cubicBezTo>
                      <a:pt x="211" y="149"/>
                      <a:pt x="110" y="298"/>
                      <a:pt x="62" y="410"/>
                    </a:cubicBezTo>
                    <a:cubicBezTo>
                      <a:pt x="21" y="504"/>
                      <a:pt x="8" y="590"/>
                      <a:pt x="5" y="646"/>
                    </a:cubicBezTo>
                    <a:cubicBezTo>
                      <a:pt x="0" y="716"/>
                      <a:pt x="8" y="779"/>
                      <a:pt x="25" y="819"/>
                    </a:cubicBezTo>
                    <a:cubicBezTo>
                      <a:pt x="65" y="911"/>
                      <a:pt x="128" y="1017"/>
                      <a:pt x="292" y="1104"/>
                    </a:cubicBezTo>
                    <a:cubicBezTo>
                      <a:pt x="453" y="1188"/>
                      <a:pt x="701" y="1248"/>
                      <a:pt x="1051" y="1287"/>
                    </a:cubicBezTo>
                    <a:cubicBezTo>
                      <a:pt x="1401" y="1325"/>
                      <a:pt x="1637" y="1336"/>
                      <a:pt x="1789" y="133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8" name="Freeform 17">
                <a:extLst>
                  <a:ext uri="{FF2B5EF4-FFF2-40B4-BE49-F238E27FC236}">
                    <a16:creationId xmlns:a16="http://schemas.microsoft.com/office/drawing/2014/main" xmlns="" id="{249F94EB-1068-BC3C-91A9-3365F66E3C22}"/>
                  </a:ext>
                </a:extLst>
              </p:cNvPr>
              <p:cNvSpPr>
                <a:spLocks/>
              </p:cNvSpPr>
              <p:nvPr/>
            </p:nvSpPr>
            <p:spPr bwMode="gray">
              <a:xfrm flipH="1">
                <a:off x="1840401" y="1746495"/>
                <a:ext cx="147275" cy="316814"/>
              </a:xfrm>
              <a:custGeom>
                <a:avLst/>
                <a:gdLst>
                  <a:gd name="T0" fmla="*/ 4826 w 4886"/>
                  <a:gd name="T1" fmla="*/ 10540 h 10540"/>
                  <a:gd name="T2" fmla="*/ 4886 w 4886"/>
                  <a:gd name="T3" fmla="*/ 10505 h 10540"/>
                  <a:gd name="T4" fmla="*/ 3578 w 4886"/>
                  <a:gd name="T5" fmla="*/ 7929 h 10540"/>
                  <a:gd name="T6" fmla="*/ 3176 w 4886"/>
                  <a:gd name="T7" fmla="*/ 7118 h 10540"/>
                  <a:gd name="T8" fmla="*/ 2853 w 4886"/>
                  <a:gd name="T9" fmla="*/ 6621 h 10540"/>
                  <a:gd name="T10" fmla="*/ 2813 w 4886"/>
                  <a:gd name="T11" fmla="*/ 6064 h 10540"/>
                  <a:gd name="T12" fmla="*/ 2766 w 4886"/>
                  <a:gd name="T13" fmla="*/ 5423 h 10540"/>
                  <a:gd name="T14" fmla="*/ 2340 w 4886"/>
                  <a:gd name="T15" fmla="*/ 3857 h 10540"/>
                  <a:gd name="T16" fmla="*/ 2235 w 4886"/>
                  <a:gd name="T17" fmla="*/ 3507 h 10540"/>
                  <a:gd name="T18" fmla="*/ 2097 w 4886"/>
                  <a:gd name="T19" fmla="*/ 3195 h 10540"/>
                  <a:gd name="T20" fmla="*/ 1838 w 4886"/>
                  <a:gd name="T21" fmla="*/ 2581 h 10540"/>
                  <a:gd name="T22" fmla="*/ 1777 w 4886"/>
                  <a:gd name="T23" fmla="*/ 2363 h 10540"/>
                  <a:gd name="T24" fmla="*/ 1506 w 4886"/>
                  <a:gd name="T25" fmla="*/ 1574 h 10540"/>
                  <a:gd name="T26" fmla="*/ 1064 w 4886"/>
                  <a:gd name="T27" fmla="*/ 1021 h 10540"/>
                  <a:gd name="T28" fmla="*/ 963 w 4886"/>
                  <a:gd name="T29" fmla="*/ 903 h 10540"/>
                  <a:gd name="T30" fmla="*/ 895 w 4886"/>
                  <a:gd name="T31" fmla="*/ 803 h 10540"/>
                  <a:gd name="T32" fmla="*/ 894 w 4886"/>
                  <a:gd name="T33" fmla="*/ 797 h 10540"/>
                  <a:gd name="T34" fmla="*/ 602 w 4886"/>
                  <a:gd name="T35" fmla="*/ 69 h 10540"/>
                  <a:gd name="T36" fmla="*/ 597 w 4886"/>
                  <a:gd name="T37" fmla="*/ 64 h 10540"/>
                  <a:gd name="T38" fmla="*/ 514 w 4886"/>
                  <a:gd name="T39" fmla="*/ 34 h 10540"/>
                  <a:gd name="T40" fmla="*/ 416 w 4886"/>
                  <a:gd name="T41" fmla="*/ 4 h 10540"/>
                  <a:gd name="T42" fmla="*/ 27 w 4886"/>
                  <a:gd name="T43" fmla="*/ 695 h 10540"/>
                  <a:gd name="T44" fmla="*/ 52 w 4886"/>
                  <a:gd name="T45" fmla="*/ 1623 h 10540"/>
                  <a:gd name="T46" fmla="*/ 443 w 4886"/>
                  <a:gd name="T47" fmla="*/ 2364 h 10540"/>
                  <a:gd name="T48" fmla="*/ 422 w 4886"/>
                  <a:gd name="T49" fmla="*/ 2764 h 10540"/>
                  <a:gd name="T50" fmla="*/ 689 w 4886"/>
                  <a:gd name="T51" fmla="*/ 3540 h 10540"/>
                  <a:gd name="T52" fmla="*/ 742 w 4886"/>
                  <a:gd name="T53" fmla="*/ 3496 h 10540"/>
                  <a:gd name="T54" fmla="*/ 491 w 4886"/>
                  <a:gd name="T55" fmla="*/ 2761 h 10540"/>
                  <a:gd name="T56" fmla="*/ 514 w 4886"/>
                  <a:gd name="T57" fmla="*/ 2357 h 10540"/>
                  <a:gd name="T58" fmla="*/ 502 w 4886"/>
                  <a:gd name="T59" fmla="*/ 2323 h 10540"/>
                  <a:gd name="T60" fmla="*/ 120 w 4886"/>
                  <a:gd name="T61" fmla="*/ 1611 h 10540"/>
                  <a:gd name="T62" fmla="*/ 96 w 4886"/>
                  <a:gd name="T63" fmla="*/ 699 h 10540"/>
                  <a:gd name="T64" fmla="*/ 259 w 4886"/>
                  <a:gd name="T65" fmla="*/ 165 h 10540"/>
                  <a:gd name="T66" fmla="*/ 423 w 4886"/>
                  <a:gd name="T67" fmla="*/ 73 h 10540"/>
                  <a:gd name="T68" fmla="*/ 478 w 4886"/>
                  <a:gd name="T69" fmla="*/ 95 h 10540"/>
                  <a:gd name="T70" fmla="*/ 502 w 4886"/>
                  <a:gd name="T71" fmla="*/ 109 h 10540"/>
                  <a:gd name="T72" fmla="*/ 528 w 4886"/>
                  <a:gd name="T73" fmla="*/ 101 h 10540"/>
                  <a:gd name="T74" fmla="*/ 547 w 4886"/>
                  <a:gd name="T75" fmla="*/ 112 h 10540"/>
                  <a:gd name="T76" fmla="*/ 828 w 4886"/>
                  <a:gd name="T77" fmla="*/ 818 h 10540"/>
                  <a:gd name="T78" fmla="*/ 910 w 4886"/>
                  <a:gd name="T79" fmla="*/ 946 h 10540"/>
                  <a:gd name="T80" fmla="*/ 1011 w 4886"/>
                  <a:gd name="T81" fmla="*/ 1066 h 10540"/>
                  <a:gd name="T82" fmla="*/ 1447 w 4886"/>
                  <a:gd name="T83" fmla="*/ 1610 h 10540"/>
                  <a:gd name="T84" fmla="*/ 1711 w 4886"/>
                  <a:gd name="T85" fmla="*/ 2382 h 10540"/>
                  <a:gd name="T86" fmla="*/ 1772 w 4886"/>
                  <a:gd name="T87" fmla="*/ 2600 h 10540"/>
                  <a:gd name="T88" fmla="*/ 2036 w 4886"/>
                  <a:gd name="T89" fmla="*/ 3227 h 10540"/>
                  <a:gd name="T90" fmla="*/ 2169 w 4886"/>
                  <a:gd name="T91" fmla="*/ 3525 h 10540"/>
                  <a:gd name="T92" fmla="*/ 2275 w 4886"/>
                  <a:gd name="T93" fmla="*/ 3877 h 10540"/>
                  <a:gd name="T94" fmla="*/ 2698 w 4886"/>
                  <a:gd name="T95" fmla="*/ 5431 h 10540"/>
                  <a:gd name="T96" fmla="*/ 2744 w 4886"/>
                  <a:gd name="T97" fmla="*/ 6067 h 10540"/>
                  <a:gd name="T98" fmla="*/ 2786 w 4886"/>
                  <a:gd name="T99" fmla="*/ 6637 h 10540"/>
                  <a:gd name="T100" fmla="*/ 2790 w 4886"/>
                  <a:gd name="T101" fmla="*/ 6650 h 10540"/>
                  <a:gd name="T102" fmla="*/ 3120 w 4886"/>
                  <a:gd name="T103" fmla="*/ 7158 h 10540"/>
                  <a:gd name="T104" fmla="*/ 3516 w 4886"/>
                  <a:gd name="T105" fmla="*/ 7958 h 10540"/>
                  <a:gd name="T106" fmla="*/ 4826 w 4886"/>
                  <a:gd name="T107" fmla="*/ 10540 h 10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86" h="10540">
                    <a:moveTo>
                      <a:pt x="4826" y="10540"/>
                    </a:moveTo>
                    <a:lnTo>
                      <a:pt x="4886" y="10505"/>
                    </a:lnTo>
                    <a:cubicBezTo>
                      <a:pt x="4387" y="9648"/>
                      <a:pt x="3901" y="8613"/>
                      <a:pt x="3578" y="7929"/>
                    </a:cubicBezTo>
                    <a:cubicBezTo>
                      <a:pt x="3380" y="7508"/>
                      <a:pt x="3238" y="7204"/>
                      <a:pt x="3176" y="7118"/>
                    </a:cubicBezTo>
                    <a:cubicBezTo>
                      <a:pt x="3032" y="6917"/>
                      <a:pt x="2879" y="6663"/>
                      <a:pt x="2853" y="6621"/>
                    </a:cubicBezTo>
                    <a:cubicBezTo>
                      <a:pt x="2833" y="6457"/>
                      <a:pt x="2824" y="6266"/>
                      <a:pt x="2813" y="6064"/>
                    </a:cubicBezTo>
                    <a:cubicBezTo>
                      <a:pt x="2802" y="5850"/>
                      <a:pt x="2791" y="5628"/>
                      <a:pt x="2766" y="5423"/>
                    </a:cubicBezTo>
                    <a:cubicBezTo>
                      <a:pt x="2731" y="5126"/>
                      <a:pt x="2486" y="4331"/>
                      <a:pt x="2340" y="3857"/>
                    </a:cubicBezTo>
                    <a:cubicBezTo>
                      <a:pt x="2289" y="3690"/>
                      <a:pt x="2249" y="3559"/>
                      <a:pt x="2235" y="3507"/>
                    </a:cubicBezTo>
                    <a:cubicBezTo>
                      <a:pt x="2213" y="3420"/>
                      <a:pt x="2159" y="3316"/>
                      <a:pt x="2097" y="3195"/>
                    </a:cubicBezTo>
                    <a:cubicBezTo>
                      <a:pt x="2013" y="3030"/>
                      <a:pt x="1908" y="2826"/>
                      <a:pt x="1838" y="2581"/>
                    </a:cubicBezTo>
                    <a:cubicBezTo>
                      <a:pt x="1817" y="2508"/>
                      <a:pt x="1797" y="2434"/>
                      <a:pt x="1777" y="2363"/>
                    </a:cubicBezTo>
                    <a:cubicBezTo>
                      <a:pt x="1681" y="2020"/>
                      <a:pt x="1599" y="1724"/>
                      <a:pt x="1506" y="1574"/>
                    </a:cubicBezTo>
                    <a:cubicBezTo>
                      <a:pt x="1422" y="1440"/>
                      <a:pt x="1207" y="1188"/>
                      <a:pt x="1064" y="1021"/>
                    </a:cubicBezTo>
                    <a:cubicBezTo>
                      <a:pt x="1018" y="968"/>
                      <a:pt x="982" y="926"/>
                      <a:pt x="963" y="903"/>
                    </a:cubicBezTo>
                    <a:cubicBezTo>
                      <a:pt x="907" y="833"/>
                      <a:pt x="897" y="807"/>
                      <a:pt x="895" y="803"/>
                    </a:cubicBezTo>
                    <a:cubicBezTo>
                      <a:pt x="895" y="801"/>
                      <a:pt x="895" y="799"/>
                      <a:pt x="894" y="797"/>
                    </a:cubicBezTo>
                    <a:cubicBezTo>
                      <a:pt x="885" y="772"/>
                      <a:pt x="680" y="182"/>
                      <a:pt x="602" y="69"/>
                    </a:cubicBezTo>
                    <a:cubicBezTo>
                      <a:pt x="600" y="67"/>
                      <a:pt x="599" y="66"/>
                      <a:pt x="597" y="64"/>
                    </a:cubicBezTo>
                    <a:cubicBezTo>
                      <a:pt x="576" y="43"/>
                      <a:pt x="543" y="28"/>
                      <a:pt x="514" y="34"/>
                    </a:cubicBezTo>
                    <a:cubicBezTo>
                      <a:pt x="492" y="16"/>
                      <a:pt x="458" y="0"/>
                      <a:pt x="416" y="4"/>
                    </a:cubicBezTo>
                    <a:cubicBezTo>
                      <a:pt x="310" y="16"/>
                      <a:pt x="62" y="107"/>
                      <a:pt x="27" y="695"/>
                    </a:cubicBezTo>
                    <a:cubicBezTo>
                      <a:pt x="9" y="1004"/>
                      <a:pt x="0" y="1329"/>
                      <a:pt x="52" y="1623"/>
                    </a:cubicBezTo>
                    <a:cubicBezTo>
                      <a:pt x="111" y="1953"/>
                      <a:pt x="239" y="2196"/>
                      <a:pt x="443" y="2364"/>
                    </a:cubicBezTo>
                    <a:cubicBezTo>
                      <a:pt x="434" y="2418"/>
                      <a:pt x="412" y="2572"/>
                      <a:pt x="422" y="2764"/>
                    </a:cubicBezTo>
                    <a:cubicBezTo>
                      <a:pt x="432" y="2984"/>
                      <a:pt x="487" y="3296"/>
                      <a:pt x="689" y="3540"/>
                    </a:cubicBezTo>
                    <a:lnTo>
                      <a:pt x="742" y="3496"/>
                    </a:lnTo>
                    <a:cubicBezTo>
                      <a:pt x="638" y="3369"/>
                      <a:pt x="509" y="3139"/>
                      <a:pt x="491" y="2761"/>
                    </a:cubicBezTo>
                    <a:cubicBezTo>
                      <a:pt x="479" y="2533"/>
                      <a:pt x="514" y="2359"/>
                      <a:pt x="514" y="2357"/>
                    </a:cubicBezTo>
                    <a:cubicBezTo>
                      <a:pt x="517" y="2344"/>
                      <a:pt x="512" y="2331"/>
                      <a:pt x="502" y="2323"/>
                    </a:cubicBezTo>
                    <a:cubicBezTo>
                      <a:pt x="302" y="2165"/>
                      <a:pt x="177" y="1932"/>
                      <a:pt x="120" y="1611"/>
                    </a:cubicBezTo>
                    <a:cubicBezTo>
                      <a:pt x="69" y="1324"/>
                      <a:pt x="79" y="1003"/>
                      <a:pt x="96" y="699"/>
                    </a:cubicBezTo>
                    <a:cubicBezTo>
                      <a:pt x="111" y="450"/>
                      <a:pt x="166" y="270"/>
                      <a:pt x="259" y="165"/>
                    </a:cubicBezTo>
                    <a:cubicBezTo>
                      <a:pt x="307" y="111"/>
                      <a:pt x="364" y="80"/>
                      <a:pt x="423" y="73"/>
                    </a:cubicBezTo>
                    <a:cubicBezTo>
                      <a:pt x="457" y="69"/>
                      <a:pt x="478" y="95"/>
                      <a:pt x="478" y="95"/>
                    </a:cubicBezTo>
                    <a:cubicBezTo>
                      <a:pt x="484" y="103"/>
                      <a:pt x="493" y="108"/>
                      <a:pt x="502" y="109"/>
                    </a:cubicBezTo>
                    <a:cubicBezTo>
                      <a:pt x="511" y="110"/>
                      <a:pt x="520" y="107"/>
                      <a:pt x="528" y="101"/>
                    </a:cubicBezTo>
                    <a:cubicBezTo>
                      <a:pt x="531" y="101"/>
                      <a:pt x="541" y="106"/>
                      <a:pt x="547" y="112"/>
                    </a:cubicBezTo>
                    <a:cubicBezTo>
                      <a:pt x="609" y="206"/>
                      <a:pt x="770" y="650"/>
                      <a:pt x="828" y="818"/>
                    </a:cubicBezTo>
                    <a:cubicBezTo>
                      <a:pt x="834" y="843"/>
                      <a:pt x="861" y="886"/>
                      <a:pt x="910" y="946"/>
                    </a:cubicBezTo>
                    <a:cubicBezTo>
                      <a:pt x="929" y="970"/>
                      <a:pt x="965" y="1012"/>
                      <a:pt x="1011" y="1066"/>
                    </a:cubicBezTo>
                    <a:cubicBezTo>
                      <a:pt x="1144" y="1221"/>
                      <a:pt x="1367" y="1481"/>
                      <a:pt x="1447" y="1610"/>
                    </a:cubicBezTo>
                    <a:cubicBezTo>
                      <a:pt x="1535" y="1752"/>
                      <a:pt x="1616" y="2044"/>
                      <a:pt x="1711" y="2382"/>
                    </a:cubicBezTo>
                    <a:cubicBezTo>
                      <a:pt x="1730" y="2453"/>
                      <a:pt x="1751" y="2526"/>
                      <a:pt x="1772" y="2600"/>
                    </a:cubicBezTo>
                    <a:cubicBezTo>
                      <a:pt x="1843" y="2851"/>
                      <a:pt x="1950" y="3059"/>
                      <a:pt x="2036" y="3227"/>
                    </a:cubicBezTo>
                    <a:cubicBezTo>
                      <a:pt x="2096" y="3344"/>
                      <a:pt x="2148" y="3445"/>
                      <a:pt x="2169" y="3525"/>
                    </a:cubicBezTo>
                    <a:cubicBezTo>
                      <a:pt x="2182" y="3578"/>
                      <a:pt x="2221" y="3703"/>
                      <a:pt x="2275" y="3877"/>
                    </a:cubicBezTo>
                    <a:cubicBezTo>
                      <a:pt x="2420" y="4350"/>
                      <a:pt x="2663" y="5140"/>
                      <a:pt x="2698" y="5431"/>
                    </a:cubicBezTo>
                    <a:cubicBezTo>
                      <a:pt x="2722" y="5634"/>
                      <a:pt x="2733" y="5854"/>
                      <a:pt x="2744" y="6067"/>
                    </a:cubicBezTo>
                    <a:cubicBezTo>
                      <a:pt x="2755" y="6274"/>
                      <a:pt x="2765" y="6469"/>
                      <a:pt x="2786" y="6637"/>
                    </a:cubicBezTo>
                    <a:cubicBezTo>
                      <a:pt x="2786" y="6641"/>
                      <a:pt x="2788" y="6646"/>
                      <a:pt x="2790" y="6650"/>
                    </a:cubicBezTo>
                    <a:cubicBezTo>
                      <a:pt x="2792" y="6653"/>
                      <a:pt x="2961" y="6936"/>
                      <a:pt x="3120" y="7158"/>
                    </a:cubicBezTo>
                    <a:cubicBezTo>
                      <a:pt x="3178" y="7239"/>
                      <a:pt x="3320" y="7541"/>
                      <a:pt x="3516" y="7958"/>
                    </a:cubicBezTo>
                    <a:cubicBezTo>
                      <a:pt x="3839" y="8644"/>
                      <a:pt x="4326" y="9680"/>
                      <a:pt x="4826" y="10540"/>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39" name="Freeform 18">
                <a:extLst>
                  <a:ext uri="{FF2B5EF4-FFF2-40B4-BE49-F238E27FC236}">
                    <a16:creationId xmlns:a16="http://schemas.microsoft.com/office/drawing/2014/main" xmlns="" id="{61E3E516-AE20-D2B5-CD10-8B787407C196}"/>
                  </a:ext>
                </a:extLst>
              </p:cNvPr>
              <p:cNvSpPr>
                <a:spLocks/>
              </p:cNvSpPr>
              <p:nvPr/>
            </p:nvSpPr>
            <p:spPr bwMode="gray">
              <a:xfrm flipH="1">
                <a:off x="1970743" y="1830742"/>
                <a:ext cx="20173" cy="12752"/>
              </a:xfrm>
              <a:custGeom>
                <a:avLst/>
                <a:gdLst>
                  <a:gd name="T0" fmla="*/ 629 w 671"/>
                  <a:gd name="T1" fmla="*/ 426 h 426"/>
                  <a:gd name="T2" fmla="*/ 671 w 671"/>
                  <a:gd name="T3" fmla="*/ 371 h 426"/>
                  <a:gd name="T4" fmla="*/ 450 w 671"/>
                  <a:gd name="T5" fmla="*/ 219 h 426"/>
                  <a:gd name="T6" fmla="*/ 21 w 671"/>
                  <a:gd name="T7" fmla="*/ 0 h 426"/>
                  <a:gd name="T8" fmla="*/ 0 w 671"/>
                  <a:gd name="T9" fmla="*/ 66 h 426"/>
                  <a:gd name="T10" fmla="*/ 629 w 671"/>
                  <a:gd name="T11" fmla="*/ 426 h 426"/>
                </a:gdLst>
                <a:ahLst/>
                <a:cxnLst>
                  <a:cxn ang="0">
                    <a:pos x="T0" y="T1"/>
                  </a:cxn>
                  <a:cxn ang="0">
                    <a:pos x="T2" y="T3"/>
                  </a:cxn>
                  <a:cxn ang="0">
                    <a:pos x="T4" y="T5"/>
                  </a:cxn>
                  <a:cxn ang="0">
                    <a:pos x="T6" y="T7"/>
                  </a:cxn>
                  <a:cxn ang="0">
                    <a:pos x="T8" y="T9"/>
                  </a:cxn>
                  <a:cxn ang="0">
                    <a:pos x="T10" y="T11"/>
                  </a:cxn>
                </a:cxnLst>
                <a:rect l="0" t="0" r="r" b="b"/>
                <a:pathLst>
                  <a:path w="671" h="426">
                    <a:moveTo>
                      <a:pt x="629" y="426"/>
                    </a:moveTo>
                    <a:lnTo>
                      <a:pt x="671" y="371"/>
                    </a:lnTo>
                    <a:cubicBezTo>
                      <a:pt x="670" y="370"/>
                      <a:pt x="576" y="299"/>
                      <a:pt x="450" y="219"/>
                    </a:cubicBezTo>
                    <a:cubicBezTo>
                      <a:pt x="280" y="111"/>
                      <a:pt x="136" y="37"/>
                      <a:pt x="21" y="0"/>
                    </a:cubicBezTo>
                    <a:lnTo>
                      <a:pt x="0" y="66"/>
                    </a:lnTo>
                    <a:cubicBezTo>
                      <a:pt x="261" y="150"/>
                      <a:pt x="626" y="423"/>
                      <a:pt x="629" y="42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0" name="Freeform 19">
                <a:extLst>
                  <a:ext uri="{FF2B5EF4-FFF2-40B4-BE49-F238E27FC236}">
                    <a16:creationId xmlns:a16="http://schemas.microsoft.com/office/drawing/2014/main" xmlns="" id="{E886DCEC-E476-CE30-7346-53D57605E742}"/>
                  </a:ext>
                </a:extLst>
              </p:cNvPr>
              <p:cNvSpPr>
                <a:spLocks/>
              </p:cNvSpPr>
              <p:nvPr/>
            </p:nvSpPr>
            <p:spPr bwMode="gray">
              <a:xfrm flipH="1">
                <a:off x="1960081" y="1747749"/>
                <a:ext cx="14947" cy="25609"/>
              </a:xfrm>
              <a:custGeom>
                <a:avLst/>
                <a:gdLst>
                  <a:gd name="T0" fmla="*/ 460 w 498"/>
                  <a:gd name="T1" fmla="*/ 851 h 851"/>
                  <a:gd name="T2" fmla="*/ 449 w 498"/>
                  <a:gd name="T3" fmla="*/ 834 h 851"/>
                  <a:gd name="T4" fmla="*/ 437 w 498"/>
                  <a:gd name="T5" fmla="*/ 828 h 851"/>
                  <a:gd name="T6" fmla="*/ 288 w 498"/>
                  <a:gd name="T7" fmla="*/ 691 h 851"/>
                  <a:gd name="T8" fmla="*/ 68 w 498"/>
                  <a:gd name="T9" fmla="*/ 19 h 851"/>
                  <a:gd name="T10" fmla="*/ 82 w 498"/>
                  <a:gd name="T11" fmla="*/ 0 h 851"/>
                  <a:gd name="T12" fmla="*/ 119 w 498"/>
                  <a:gd name="T13" fmla="*/ 28 h 851"/>
                  <a:gd name="T14" fmla="*/ 105 w 498"/>
                  <a:gd name="T15" fmla="*/ 46 h 851"/>
                  <a:gd name="T16" fmla="*/ 328 w 498"/>
                  <a:gd name="T17" fmla="*/ 667 h 851"/>
                  <a:gd name="T18" fmla="*/ 457 w 498"/>
                  <a:gd name="T19" fmla="*/ 787 h 851"/>
                  <a:gd name="T20" fmla="*/ 486 w 498"/>
                  <a:gd name="T21" fmla="*/ 806 h 851"/>
                  <a:gd name="T22" fmla="*/ 498 w 498"/>
                  <a:gd name="T23" fmla="*/ 826 h 851"/>
                  <a:gd name="T24" fmla="*/ 460 w 498"/>
                  <a:gd name="T25" fmla="*/ 851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8" h="851">
                    <a:moveTo>
                      <a:pt x="460" y="851"/>
                    </a:moveTo>
                    <a:lnTo>
                      <a:pt x="449" y="834"/>
                    </a:lnTo>
                    <a:cubicBezTo>
                      <a:pt x="446" y="832"/>
                      <a:pt x="441" y="830"/>
                      <a:pt x="437" y="828"/>
                    </a:cubicBezTo>
                    <a:cubicBezTo>
                      <a:pt x="407" y="813"/>
                      <a:pt x="344" y="783"/>
                      <a:pt x="288" y="691"/>
                    </a:cubicBezTo>
                    <a:cubicBezTo>
                      <a:pt x="74" y="338"/>
                      <a:pt x="0" y="112"/>
                      <a:pt x="68" y="19"/>
                    </a:cubicBezTo>
                    <a:lnTo>
                      <a:pt x="82" y="0"/>
                    </a:lnTo>
                    <a:lnTo>
                      <a:pt x="119" y="28"/>
                    </a:lnTo>
                    <a:lnTo>
                      <a:pt x="105" y="46"/>
                    </a:lnTo>
                    <a:cubicBezTo>
                      <a:pt x="51" y="119"/>
                      <a:pt x="132" y="346"/>
                      <a:pt x="328" y="667"/>
                    </a:cubicBezTo>
                    <a:cubicBezTo>
                      <a:pt x="376" y="747"/>
                      <a:pt x="429" y="773"/>
                      <a:pt x="457" y="787"/>
                    </a:cubicBezTo>
                    <a:cubicBezTo>
                      <a:pt x="471" y="793"/>
                      <a:pt x="480" y="797"/>
                      <a:pt x="486" y="806"/>
                    </a:cubicBezTo>
                    <a:lnTo>
                      <a:pt x="498" y="826"/>
                    </a:lnTo>
                    <a:lnTo>
                      <a:pt x="460" y="851"/>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1" name="Freeform 20">
                <a:extLst>
                  <a:ext uri="{FF2B5EF4-FFF2-40B4-BE49-F238E27FC236}">
                    <a16:creationId xmlns:a16="http://schemas.microsoft.com/office/drawing/2014/main" xmlns="" id="{5204B291-F390-D2F2-55DA-A6F64F1F8910}"/>
                  </a:ext>
                </a:extLst>
              </p:cNvPr>
              <p:cNvSpPr>
                <a:spLocks/>
              </p:cNvSpPr>
              <p:nvPr/>
            </p:nvSpPr>
            <p:spPr bwMode="gray">
              <a:xfrm flipH="1">
                <a:off x="1957782" y="1812136"/>
                <a:ext cx="15470" cy="6271"/>
              </a:xfrm>
              <a:custGeom>
                <a:avLst/>
                <a:gdLst>
                  <a:gd name="T0" fmla="*/ 0 w 512"/>
                  <a:gd name="T1" fmla="*/ 197 h 209"/>
                  <a:gd name="T2" fmla="*/ 512 w 512"/>
                  <a:gd name="T3" fmla="*/ 0 h 209"/>
                  <a:gd name="T4" fmla="*/ 14 w 512"/>
                  <a:gd name="T5" fmla="*/ 129 h 209"/>
                  <a:gd name="T6" fmla="*/ 0 w 512"/>
                  <a:gd name="T7" fmla="*/ 197 h 209"/>
                </a:gdLst>
                <a:ahLst/>
                <a:cxnLst>
                  <a:cxn ang="0">
                    <a:pos x="T0" y="T1"/>
                  </a:cxn>
                  <a:cxn ang="0">
                    <a:pos x="T2" y="T3"/>
                  </a:cxn>
                  <a:cxn ang="0">
                    <a:pos x="T4" y="T5"/>
                  </a:cxn>
                  <a:cxn ang="0">
                    <a:pos x="T6" y="T7"/>
                  </a:cxn>
                </a:cxnLst>
                <a:rect l="0" t="0" r="r" b="b"/>
                <a:pathLst>
                  <a:path w="512" h="209">
                    <a:moveTo>
                      <a:pt x="0" y="197"/>
                    </a:moveTo>
                    <a:cubicBezTo>
                      <a:pt x="56" y="209"/>
                      <a:pt x="444" y="33"/>
                      <a:pt x="512" y="0"/>
                    </a:cubicBezTo>
                    <a:cubicBezTo>
                      <a:pt x="512" y="0"/>
                      <a:pt x="92" y="152"/>
                      <a:pt x="14" y="129"/>
                    </a:cubicBezTo>
                    <a:lnTo>
                      <a:pt x="0" y="197"/>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2" name="Freeform 21">
                <a:extLst>
                  <a:ext uri="{FF2B5EF4-FFF2-40B4-BE49-F238E27FC236}">
                    <a16:creationId xmlns:a16="http://schemas.microsoft.com/office/drawing/2014/main" xmlns="" id="{5A90CFC2-B533-217E-167C-6CA247EE3A52}"/>
                  </a:ext>
                </a:extLst>
              </p:cNvPr>
              <p:cNvSpPr>
                <a:spLocks/>
              </p:cNvSpPr>
              <p:nvPr/>
            </p:nvSpPr>
            <p:spPr bwMode="gray">
              <a:xfrm flipH="1">
                <a:off x="2113523" y="1814540"/>
                <a:ext cx="16201" cy="35852"/>
              </a:xfrm>
              <a:custGeom>
                <a:avLst/>
                <a:gdLst>
                  <a:gd name="T0" fmla="*/ 0 w 537"/>
                  <a:gd name="T1" fmla="*/ 11 h 1192"/>
                  <a:gd name="T2" fmla="*/ 255 w 537"/>
                  <a:gd name="T3" fmla="*/ 628 h 1192"/>
                  <a:gd name="T4" fmla="*/ 32 w 537"/>
                  <a:gd name="T5" fmla="*/ 1160 h 1192"/>
                  <a:gd name="T6" fmla="*/ 346 w 537"/>
                  <a:gd name="T7" fmla="*/ 1192 h 1192"/>
                  <a:gd name="T8" fmla="*/ 506 w 537"/>
                  <a:gd name="T9" fmla="*/ 1192 h 1192"/>
                  <a:gd name="T10" fmla="*/ 537 w 537"/>
                  <a:gd name="T11" fmla="*/ 255 h 1192"/>
                  <a:gd name="T12" fmla="*/ 325 w 537"/>
                  <a:gd name="T13" fmla="*/ 32 h 1192"/>
                  <a:gd name="T14" fmla="*/ 0 w 537"/>
                  <a:gd name="T15" fmla="*/ 11 h 11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7" h="1192">
                    <a:moveTo>
                      <a:pt x="0" y="11"/>
                    </a:moveTo>
                    <a:cubicBezTo>
                      <a:pt x="234" y="91"/>
                      <a:pt x="266" y="414"/>
                      <a:pt x="255" y="628"/>
                    </a:cubicBezTo>
                    <a:cubicBezTo>
                      <a:pt x="234" y="1043"/>
                      <a:pt x="32" y="1160"/>
                      <a:pt x="32" y="1160"/>
                    </a:cubicBezTo>
                    <a:lnTo>
                      <a:pt x="346" y="1192"/>
                    </a:lnTo>
                    <a:lnTo>
                      <a:pt x="506" y="1192"/>
                    </a:lnTo>
                    <a:lnTo>
                      <a:pt x="537" y="255"/>
                    </a:lnTo>
                    <a:cubicBezTo>
                      <a:pt x="537" y="255"/>
                      <a:pt x="506" y="64"/>
                      <a:pt x="325" y="32"/>
                    </a:cubicBezTo>
                    <a:cubicBezTo>
                      <a:pt x="144" y="0"/>
                      <a:pt x="0" y="11"/>
                      <a:pt x="0" y="11"/>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3" name="Freeform 22">
                <a:extLst>
                  <a:ext uri="{FF2B5EF4-FFF2-40B4-BE49-F238E27FC236}">
                    <a16:creationId xmlns:a16="http://schemas.microsoft.com/office/drawing/2014/main" xmlns="" id="{FCD76E13-DC5E-8549-D686-5B4A911FF5F0}"/>
                  </a:ext>
                </a:extLst>
              </p:cNvPr>
              <p:cNvSpPr>
                <a:spLocks/>
              </p:cNvSpPr>
              <p:nvPr/>
            </p:nvSpPr>
            <p:spPr bwMode="gray">
              <a:xfrm flipH="1">
                <a:off x="2112269" y="1864294"/>
                <a:ext cx="30417" cy="36270"/>
              </a:xfrm>
              <a:custGeom>
                <a:avLst/>
                <a:gdLst>
                  <a:gd name="T0" fmla="*/ 538 w 1011"/>
                  <a:gd name="T1" fmla="*/ 48 h 1208"/>
                  <a:gd name="T2" fmla="*/ 820 w 1011"/>
                  <a:gd name="T3" fmla="*/ 117 h 1208"/>
                  <a:gd name="T4" fmla="*/ 1006 w 1011"/>
                  <a:gd name="T5" fmla="*/ 458 h 1208"/>
                  <a:gd name="T6" fmla="*/ 963 w 1011"/>
                  <a:gd name="T7" fmla="*/ 766 h 1208"/>
                  <a:gd name="T8" fmla="*/ 442 w 1011"/>
                  <a:gd name="T9" fmla="*/ 1208 h 1208"/>
                  <a:gd name="T10" fmla="*/ 16 w 1011"/>
                  <a:gd name="T11" fmla="*/ 920 h 1208"/>
                  <a:gd name="T12" fmla="*/ 38 w 1011"/>
                  <a:gd name="T13" fmla="*/ 559 h 1208"/>
                  <a:gd name="T14" fmla="*/ 208 w 1011"/>
                  <a:gd name="T15" fmla="*/ 197 h 1208"/>
                  <a:gd name="T16" fmla="*/ 373 w 1011"/>
                  <a:gd name="T17" fmla="*/ 21 h 1208"/>
                  <a:gd name="T18" fmla="*/ 543 w 1011"/>
                  <a:gd name="T19" fmla="*/ 27 h 1208"/>
                  <a:gd name="T20" fmla="*/ 538 w 1011"/>
                  <a:gd name="T21" fmla="*/ 48 h 1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1" h="1208">
                    <a:moveTo>
                      <a:pt x="538" y="48"/>
                    </a:moveTo>
                    <a:cubicBezTo>
                      <a:pt x="639" y="37"/>
                      <a:pt x="740" y="32"/>
                      <a:pt x="820" y="117"/>
                    </a:cubicBezTo>
                    <a:cubicBezTo>
                      <a:pt x="899" y="202"/>
                      <a:pt x="1001" y="362"/>
                      <a:pt x="1006" y="458"/>
                    </a:cubicBezTo>
                    <a:cubicBezTo>
                      <a:pt x="1011" y="553"/>
                      <a:pt x="1001" y="713"/>
                      <a:pt x="963" y="766"/>
                    </a:cubicBezTo>
                    <a:cubicBezTo>
                      <a:pt x="926" y="819"/>
                      <a:pt x="724" y="1208"/>
                      <a:pt x="442" y="1208"/>
                    </a:cubicBezTo>
                    <a:cubicBezTo>
                      <a:pt x="160" y="1208"/>
                      <a:pt x="32" y="1038"/>
                      <a:pt x="16" y="920"/>
                    </a:cubicBezTo>
                    <a:cubicBezTo>
                      <a:pt x="0" y="803"/>
                      <a:pt x="6" y="692"/>
                      <a:pt x="38" y="559"/>
                    </a:cubicBezTo>
                    <a:cubicBezTo>
                      <a:pt x="69" y="426"/>
                      <a:pt x="139" y="271"/>
                      <a:pt x="208" y="197"/>
                    </a:cubicBezTo>
                    <a:cubicBezTo>
                      <a:pt x="277" y="122"/>
                      <a:pt x="314" y="43"/>
                      <a:pt x="373" y="21"/>
                    </a:cubicBezTo>
                    <a:cubicBezTo>
                      <a:pt x="431" y="0"/>
                      <a:pt x="548" y="5"/>
                      <a:pt x="543" y="27"/>
                    </a:cubicBezTo>
                    <a:lnTo>
                      <a:pt x="538" y="48"/>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4" name="Freeform 23">
                <a:extLst>
                  <a:ext uri="{FF2B5EF4-FFF2-40B4-BE49-F238E27FC236}">
                    <a16:creationId xmlns:a16="http://schemas.microsoft.com/office/drawing/2014/main" xmlns="" id="{9CB8232D-3553-AA3B-CB2B-D29D71FFB3E1}"/>
                  </a:ext>
                </a:extLst>
              </p:cNvPr>
              <p:cNvSpPr>
                <a:spLocks/>
              </p:cNvSpPr>
              <p:nvPr/>
            </p:nvSpPr>
            <p:spPr bwMode="gray">
              <a:xfrm flipH="1">
                <a:off x="2110492" y="1859799"/>
                <a:ext cx="34075" cy="42228"/>
              </a:xfrm>
              <a:custGeom>
                <a:avLst/>
                <a:gdLst>
                  <a:gd name="T0" fmla="*/ 447 w 1131"/>
                  <a:gd name="T1" fmla="*/ 1402 h 1402"/>
                  <a:gd name="T2" fmla="*/ 910 w 1131"/>
                  <a:gd name="T3" fmla="*/ 1162 h 1402"/>
                  <a:gd name="T4" fmla="*/ 1087 w 1131"/>
                  <a:gd name="T5" fmla="*/ 829 h 1402"/>
                  <a:gd name="T6" fmla="*/ 1027 w 1131"/>
                  <a:gd name="T7" fmla="*/ 394 h 1402"/>
                  <a:gd name="T8" fmla="*/ 762 w 1131"/>
                  <a:gd name="T9" fmla="*/ 155 h 1402"/>
                  <a:gd name="T10" fmla="*/ 568 w 1131"/>
                  <a:gd name="T11" fmla="*/ 161 h 1402"/>
                  <a:gd name="T12" fmla="*/ 583 w 1131"/>
                  <a:gd name="T13" fmla="*/ 195 h 1402"/>
                  <a:gd name="T14" fmla="*/ 967 w 1131"/>
                  <a:gd name="T15" fmla="*/ 429 h 1402"/>
                  <a:gd name="T16" fmla="*/ 857 w 1131"/>
                  <a:gd name="T17" fmla="*/ 1118 h 1402"/>
                  <a:gd name="T18" fmla="*/ 422 w 1131"/>
                  <a:gd name="T19" fmla="*/ 1332 h 1402"/>
                  <a:gd name="T20" fmla="*/ 130 w 1131"/>
                  <a:gd name="T21" fmla="*/ 1126 h 1402"/>
                  <a:gd name="T22" fmla="*/ 127 w 1131"/>
                  <a:gd name="T23" fmla="*/ 1120 h 1402"/>
                  <a:gd name="T24" fmla="*/ 122 w 1131"/>
                  <a:gd name="T25" fmla="*/ 1117 h 1402"/>
                  <a:gd name="T26" fmla="*/ 73 w 1131"/>
                  <a:gd name="T27" fmla="*/ 939 h 1402"/>
                  <a:gd name="T28" fmla="*/ 201 w 1131"/>
                  <a:gd name="T29" fmla="*/ 552 h 1402"/>
                  <a:gd name="T30" fmla="*/ 202 w 1131"/>
                  <a:gd name="T31" fmla="*/ 551 h 1402"/>
                  <a:gd name="T32" fmla="*/ 207 w 1131"/>
                  <a:gd name="T33" fmla="*/ 541 h 1402"/>
                  <a:gd name="T34" fmla="*/ 501 w 1131"/>
                  <a:gd name="T35" fmla="*/ 170 h 1402"/>
                  <a:gd name="T36" fmla="*/ 870 w 1131"/>
                  <a:gd name="T37" fmla="*/ 110 h 1402"/>
                  <a:gd name="T38" fmla="*/ 871 w 1131"/>
                  <a:gd name="T39" fmla="*/ 42 h 1402"/>
                  <a:gd name="T40" fmla="*/ 462 w 1131"/>
                  <a:gd name="T41" fmla="*/ 113 h 1402"/>
                  <a:gd name="T42" fmla="*/ 143 w 1131"/>
                  <a:gd name="T43" fmla="*/ 513 h 1402"/>
                  <a:gd name="T44" fmla="*/ 140 w 1131"/>
                  <a:gd name="T45" fmla="*/ 520 h 1402"/>
                  <a:gd name="T46" fmla="*/ 139 w 1131"/>
                  <a:gd name="T47" fmla="*/ 522 h 1402"/>
                  <a:gd name="T48" fmla="*/ 4 w 1131"/>
                  <a:gd name="T49" fmla="*/ 935 h 1402"/>
                  <a:gd name="T50" fmla="*/ 36 w 1131"/>
                  <a:gd name="T51" fmla="*/ 1112 h 1402"/>
                  <a:gd name="T52" fmla="*/ 74 w 1131"/>
                  <a:gd name="T53" fmla="*/ 1166 h 1402"/>
                  <a:gd name="T54" fmla="*/ 417 w 1131"/>
                  <a:gd name="T55" fmla="*/ 1401 h 1402"/>
                  <a:gd name="T56" fmla="*/ 447 w 1131"/>
                  <a:gd name="T57" fmla="*/ 1402 h 1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1" h="1402">
                    <a:moveTo>
                      <a:pt x="447" y="1402"/>
                    </a:moveTo>
                    <a:cubicBezTo>
                      <a:pt x="657" y="1402"/>
                      <a:pt x="840" y="1247"/>
                      <a:pt x="910" y="1162"/>
                    </a:cubicBezTo>
                    <a:cubicBezTo>
                      <a:pt x="971" y="1088"/>
                      <a:pt x="1050" y="970"/>
                      <a:pt x="1087" y="829"/>
                    </a:cubicBezTo>
                    <a:cubicBezTo>
                      <a:pt x="1126" y="676"/>
                      <a:pt x="1106" y="530"/>
                      <a:pt x="1027" y="394"/>
                    </a:cubicBezTo>
                    <a:cubicBezTo>
                      <a:pt x="952" y="265"/>
                      <a:pt x="863" y="184"/>
                      <a:pt x="762" y="155"/>
                    </a:cubicBezTo>
                    <a:cubicBezTo>
                      <a:pt x="682" y="131"/>
                      <a:pt x="612" y="145"/>
                      <a:pt x="568" y="161"/>
                    </a:cubicBezTo>
                    <a:lnTo>
                      <a:pt x="583" y="195"/>
                    </a:lnTo>
                    <a:cubicBezTo>
                      <a:pt x="663" y="166"/>
                      <a:pt x="826" y="186"/>
                      <a:pt x="967" y="429"/>
                    </a:cubicBezTo>
                    <a:cubicBezTo>
                      <a:pt x="1131" y="711"/>
                      <a:pt x="968" y="982"/>
                      <a:pt x="857" y="1118"/>
                    </a:cubicBezTo>
                    <a:cubicBezTo>
                      <a:pt x="780" y="1211"/>
                      <a:pt x="602" y="1345"/>
                      <a:pt x="422" y="1332"/>
                    </a:cubicBezTo>
                    <a:cubicBezTo>
                      <a:pt x="306" y="1324"/>
                      <a:pt x="208" y="1255"/>
                      <a:pt x="130" y="1126"/>
                    </a:cubicBezTo>
                    <a:lnTo>
                      <a:pt x="127" y="1120"/>
                    </a:lnTo>
                    <a:lnTo>
                      <a:pt x="122" y="1117"/>
                    </a:lnTo>
                    <a:cubicBezTo>
                      <a:pt x="118" y="1113"/>
                      <a:pt x="66" y="1064"/>
                      <a:pt x="73" y="939"/>
                    </a:cubicBezTo>
                    <a:cubicBezTo>
                      <a:pt x="81" y="808"/>
                      <a:pt x="173" y="610"/>
                      <a:pt x="201" y="552"/>
                    </a:cubicBezTo>
                    <a:lnTo>
                      <a:pt x="202" y="551"/>
                    </a:lnTo>
                    <a:cubicBezTo>
                      <a:pt x="203" y="549"/>
                      <a:pt x="205" y="546"/>
                      <a:pt x="207" y="541"/>
                    </a:cubicBezTo>
                    <a:cubicBezTo>
                      <a:pt x="294" y="343"/>
                      <a:pt x="415" y="230"/>
                      <a:pt x="501" y="170"/>
                    </a:cubicBezTo>
                    <a:cubicBezTo>
                      <a:pt x="549" y="137"/>
                      <a:pt x="632" y="66"/>
                      <a:pt x="870" y="110"/>
                    </a:cubicBezTo>
                    <a:lnTo>
                      <a:pt x="871" y="42"/>
                    </a:lnTo>
                    <a:cubicBezTo>
                      <a:pt x="783" y="26"/>
                      <a:pt x="625" y="0"/>
                      <a:pt x="462" y="113"/>
                    </a:cubicBezTo>
                    <a:cubicBezTo>
                      <a:pt x="368" y="178"/>
                      <a:pt x="237" y="301"/>
                      <a:pt x="143" y="513"/>
                    </a:cubicBezTo>
                    <a:cubicBezTo>
                      <a:pt x="142" y="517"/>
                      <a:pt x="141" y="519"/>
                      <a:pt x="140" y="520"/>
                    </a:cubicBezTo>
                    <a:lnTo>
                      <a:pt x="139" y="522"/>
                    </a:lnTo>
                    <a:cubicBezTo>
                      <a:pt x="101" y="600"/>
                      <a:pt x="12" y="795"/>
                      <a:pt x="4" y="935"/>
                    </a:cubicBezTo>
                    <a:cubicBezTo>
                      <a:pt x="0" y="1003"/>
                      <a:pt x="11" y="1063"/>
                      <a:pt x="36" y="1112"/>
                    </a:cubicBezTo>
                    <a:cubicBezTo>
                      <a:pt x="50" y="1141"/>
                      <a:pt x="66" y="1158"/>
                      <a:pt x="74" y="1166"/>
                    </a:cubicBezTo>
                    <a:cubicBezTo>
                      <a:pt x="163" y="1312"/>
                      <a:pt x="279" y="1391"/>
                      <a:pt x="417" y="1401"/>
                    </a:cubicBezTo>
                    <a:cubicBezTo>
                      <a:pt x="427" y="1402"/>
                      <a:pt x="437" y="1402"/>
                      <a:pt x="447" y="1402"/>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5" name="Freeform 24">
                <a:extLst>
                  <a:ext uri="{FF2B5EF4-FFF2-40B4-BE49-F238E27FC236}">
                    <a16:creationId xmlns:a16="http://schemas.microsoft.com/office/drawing/2014/main" xmlns="" id="{FCFEFE05-5B8F-4995-94DC-7658249D21BF}"/>
                  </a:ext>
                </a:extLst>
              </p:cNvPr>
              <p:cNvSpPr>
                <a:spLocks/>
              </p:cNvSpPr>
              <p:nvPr/>
            </p:nvSpPr>
            <p:spPr bwMode="gray">
              <a:xfrm flipH="1">
                <a:off x="2111746" y="1913839"/>
                <a:ext cx="27072" cy="28744"/>
              </a:xfrm>
              <a:custGeom>
                <a:avLst/>
                <a:gdLst>
                  <a:gd name="T0" fmla="*/ 255 w 899"/>
                  <a:gd name="T1" fmla="*/ 123 h 958"/>
                  <a:gd name="T2" fmla="*/ 53 w 899"/>
                  <a:gd name="T3" fmla="*/ 304 h 958"/>
                  <a:gd name="T4" fmla="*/ 42 w 899"/>
                  <a:gd name="T5" fmla="*/ 511 h 958"/>
                  <a:gd name="T6" fmla="*/ 176 w 899"/>
                  <a:gd name="T7" fmla="*/ 777 h 958"/>
                  <a:gd name="T8" fmla="*/ 362 w 899"/>
                  <a:gd name="T9" fmla="*/ 921 h 958"/>
                  <a:gd name="T10" fmla="*/ 591 w 899"/>
                  <a:gd name="T11" fmla="*/ 948 h 958"/>
                  <a:gd name="T12" fmla="*/ 798 w 899"/>
                  <a:gd name="T13" fmla="*/ 847 h 958"/>
                  <a:gd name="T14" fmla="*/ 878 w 899"/>
                  <a:gd name="T15" fmla="*/ 485 h 958"/>
                  <a:gd name="T16" fmla="*/ 745 w 899"/>
                  <a:gd name="T17" fmla="*/ 139 h 958"/>
                  <a:gd name="T18" fmla="*/ 399 w 899"/>
                  <a:gd name="T19" fmla="*/ 0 h 958"/>
                  <a:gd name="T20" fmla="*/ 255 w 899"/>
                  <a:gd name="T21" fmla="*/ 123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9" h="958">
                    <a:moveTo>
                      <a:pt x="255" y="123"/>
                    </a:moveTo>
                    <a:cubicBezTo>
                      <a:pt x="192" y="187"/>
                      <a:pt x="80" y="219"/>
                      <a:pt x="53" y="304"/>
                    </a:cubicBezTo>
                    <a:cubicBezTo>
                      <a:pt x="27" y="389"/>
                      <a:pt x="0" y="405"/>
                      <a:pt x="42" y="511"/>
                    </a:cubicBezTo>
                    <a:cubicBezTo>
                      <a:pt x="85" y="618"/>
                      <a:pt x="133" y="724"/>
                      <a:pt x="176" y="777"/>
                    </a:cubicBezTo>
                    <a:cubicBezTo>
                      <a:pt x="218" y="831"/>
                      <a:pt x="298" y="889"/>
                      <a:pt x="362" y="921"/>
                    </a:cubicBezTo>
                    <a:cubicBezTo>
                      <a:pt x="426" y="953"/>
                      <a:pt x="548" y="958"/>
                      <a:pt x="591" y="948"/>
                    </a:cubicBezTo>
                    <a:cubicBezTo>
                      <a:pt x="633" y="937"/>
                      <a:pt x="766" y="905"/>
                      <a:pt x="798" y="847"/>
                    </a:cubicBezTo>
                    <a:cubicBezTo>
                      <a:pt x="830" y="788"/>
                      <a:pt x="857" y="554"/>
                      <a:pt x="878" y="485"/>
                    </a:cubicBezTo>
                    <a:cubicBezTo>
                      <a:pt x="899" y="416"/>
                      <a:pt x="777" y="160"/>
                      <a:pt x="745" y="139"/>
                    </a:cubicBezTo>
                    <a:cubicBezTo>
                      <a:pt x="713" y="118"/>
                      <a:pt x="399" y="0"/>
                      <a:pt x="399" y="0"/>
                    </a:cubicBezTo>
                    <a:lnTo>
                      <a:pt x="255" y="123"/>
                    </a:ln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6" name="Freeform 25">
                <a:extLst>
                  <a:ext uri="{FF2B5EF4-FFF2-40B4-BE49-F238E27FC236}">
                    <a16:creationId xmlns:a16="http://schemas.microsoft.com/office/drawing/2014/main" xmlns="" id="{E3D647C5-E99D-9173-D590-558F8571CC28}"/>
                  </a:ext>
                </a:extLst>
              </p:cNvPr>
              <p:cNvSpPr>
                <a:spLocks/>
              </p:cNvSpPr>
              <p:nvPr/>
            </p:nvSpPr>
            <p:spPr bwMode="gray">
              <a:xfrm flipH="1">
                <a:off x="2111015" y="1910076"/>
                <a:ext cx="29580" cy="33448"/>
              </a:xfrm>
              <a:custGeom>
                <a:avLst/>
                <a:gdLst>
                  <a:gd name="T0" fmla="*/ 599 w 981"/>
                  <a:gd name="T1" fmla="*/ 1113 h 1113"/>
                  <a:gd name="T2" fmla="*/ 977 w 981"/>
                  <a:gd name="T3" fmla="*/ 604 h 1113"/>
                  <a:gd name="T4" fmla="*/ 762 w 981"/>
                  <a:gd name="T5" fmla="*/ 202 h 1113"/>
                  <a:gd name="T6" fmla="*/ 727 w 981"/>
                  <a:gd name="T7" fmla="*/ 261 h 1113"/>
                  <a:gd name="T8" fmla="*/ 876 w 981"/>
                  <a:gd name="T9" fmla="*/ 605 h 1113"/>
                  <a:gd name="T10" fmla="*/ 631 w 981"/>
                  <a:gd name="T11" fmla="*/ 1058 h 1113"/>
                  <a:gd name="T12" fmla="*/ 479 w 981"/>
                  <a:gd name="T13" fmla="*/ 1045 h 1113"/>
                  <a:gd name="T14" fmla="*/ 190 w 981"/>
                  <a:gd name="T15" fmla="*/ 818 h 1113"/>
                  <a:gd name="T16" fmla="*/ 177 w 981"/>
                  <a:gd name="T17" fmla="*/ 790 h 1113"/>
                  <a:gd name="T18" fmla="*/ 132 w 981"/>
                  <a:gd name="T19" fmla="*/ 474 h 1113"/>
                  <a:gd name="T20" fmla="*/ 347 w 981"/>
                  <a:gd name="T21" fmla="*/ 267 h 1113"/>
                  <a:gd name="T22" fmla="*/ 357 w 981"/>
                  <a:gd name="T23" fmla="*/ 262 h 1113"/>
                  <a:gd name="T24" fmla="*/ 362 w 981"/>
                  <a:gd name="T25" fmla="*/ 252 h 1113"/>
                  <a:gd name="T26" fmla="*/ 582 w 981"/>
                  <a:gd name="T27" fmla="*/ 88 h 1113"/>
                  <a:gd name="T28" fmla="*/ 739 w 981"/>
                  <a:gd name="T29" fmla="*/ 69 h 1113"/>
                  <a:gd name="T30" fmla="*/ 739 w 981"/>
                  <a:gd name="T31" fmla="*/ 0 h 1113"/>
                  <a:gd name="T32" fmla="*/ 568 w 981"/>
                  <a:gd name="T33" fmla="*/ 21 h 1113"/>
                  <a:gd name="T34" fmla="*/ 304 w 981"/>
                  <a:gd name="T35" fmla="*/ 213 h 1113"/>
                  <a:gd name="T36" fmla="*/ 70 w 981"/>
                  <a:gd name="T37" fmla="*/ 444 h 1113"/>
                  <a:gd name="T38" fmla="*/ 115 w 981"/>
                  <a:gd name="T39" fmla="*/ 820 h 1113"/>
                  <a:gd name="T40" fmla="*/ 125 w 981"/>
                  <a:gd name="T41" fmla="*/ 841 h 1113"/>
                  <a:gd name="T42" fmla="*/ 599 w 981"/>
                  <a:gd name="T43" fmla="*/ 111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81" h="1113">
                    <a:moveTo>
                      <a:pt x="599" y="1113"/>
                    </a:moveTo>
                    <a:cubicBezTo>
                      <a:pt x="677" y="1113"/>
                      <a:pt x="961" y="1071"/>
                      <a:pt x="977" y="604"/>
                    </a:cubicBezTo>
                    <a:cubicBezTo>
                      <a:pt x="981" y="479"/>
                      <a:pt x="936" y="307"/>
                      <a:pt x="762" y="202"/>
                    </a:cubicBezTo>
                    <a:lnTo>
                      <a:pt x="727" y="261"/>
                    </a:lnTo>
                    <a:cubicBezTo>
                      <a:pt x="873" y="350"/>
                      <a:pt x="877" y="497"/>
                      <a:pt x="876" y="605"/>
                    </a:cubicBezTo>
                    <a:cubicBezTo>
                      <a:pt x="872" y="925"/>
                      <a:pt x="663" y="1053"/>
                      <a:pt x="631" y="1058"/>
                    </a:cubicBezTo>
                    <a:cubicBezTo>
                      <a:pt x="586" y="1065"/>
                      <a:pt x="536" y="1062"/>
                      <a:pt x="479" y="1045"/>
                    </a:cubicBezTo>
                    <a:cubicBezTo>
                      <a:pt x="287" y="988"/>
                      <a:pt x="198" y="843"/>
                      <a:pt x="190" y="818"/>
                    </a:cubicBezTo>
                    <a:cubicBezTo>
                      <a:pt x="187" y="811"/>
                      <a:pt x="183" y="803"/>
                      <a:pt x="177" y="790"/>
                    </a:cubicBezTo>
                    <a:cubicBezTo>
                      <a:pt x="147" y="730"/>
                      <a:pt x="77" y="590"/>
                      <a:pt x="132" y="474"/>
                    </a:cubicBezTo>
                    <a:cubicBezTo>
                      <a:pt x="186" y="360"/>
                      <a:pt x="346" y="268"/>
                      <a:pt x="347" y="267"/>
                    </a:cubicBezTo>
                    <a:lnTo>
                      <a:pt x="357" y="262"/>
                    </a:lnTo>
                    <a:lnTo>
                      <a:pt x="362" y="252"/>
                    </a:lnTo>
                    <a:cubicBezTo>
                      <a:pt x="364" y="247"/>
                      <a:pt x="424" y="122"/>
                      <a:pt x="582" y="88"/>
                    </a:cubicBezTo>
                    <a:cubicBezTo>
                      <a:pt x="641" y="75"/>
                      <a:pt x="662" y="71"/>
                      <a:pt x="739" y="69"/>
                    </a:cubicBezTo>
                    <a:lnTo>
                      <a:pt x="739" y="0"/>
                    </a:lnTo>
                    <a:cubicBezTo>
                      <a:pt x="658" y="2"/>
                      <a:pt x="631" y="7"/>
                      <a:pt x="568" y="21"/>
                    </a:cubicBezTo>
                    <a:cubicBezTo>
                      <a:pt x="401" y="56"/>
                      <a:pt x="324" y="176"/>
                      <a:pt x="304" y="213"/>
                    </a:cubicBezTo>
                    <a:cubicBezTo>
                      <a:pt x="267" y="236"/>
                      <a:pt x="126" y="327"/>
                      <a:pt x="70" y="444"/>
                    </a:cubicBezTo>
                    <a:cubicBezTo>
                      <a:pt x="0" y="590"/>
                      <a:pt x="80" y="752"/>
                      <a:pt x="115" y="820"/>
                    </a:cubicBezTo>
                    <a:cubicBezTo>
                      <a:pt x="119" y="829"/>
                      <a:pt x="124" y="838"/>
                      <a:pt x="125" y="841"/>
                    </a:cubicBezTo>
                    <a:cubicBezTo>
                      <a:pt x="138" y="879"/>
                      <a:pt x="290" y="1099"/>
                      <a:pt x="599" y="1113"/>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7" name="Freeform 26">
                <a:extLst>
                  <a:ext uri="{FF2B5EF4-FFF2-40B4-BE49-F238E27FC236}">
                    <a16:creationId xmlns:a16="http://schemas.microsoft.com/office/drawing/2014/main" xmlns="" id="{811F9C1C-16B1-1BCB-7E0C-CE3D1160E50C}"/>
                  </a:ext>
                </a:extLst>
              </p:cNvPr>
              <p:cNvSpPr>
                <a:spLocks/>
              </p:cNvSpPr>
              <p:nvPr/>
            </p:nvSpPr>
            <p:spPr bwMode="gray">
              <a:xfrm flipH="1">
                <a:off x="2129934" y="1870565"/>
                <a:ext cx="14006" cy="22995"/>
              </a:xfrm>
              <a:custGeom>
                <a:avLst/>
                <a:gdLst>
                  <a:gd name="T0" fmla="*/ 56 w 464"/>
                  <a:gd name="T1" fmla="*/ 764 h 764"/>
                  <a:gd name="T2" fmla="*/ 52 w 464"/>
                  <a:gd name="T3" fmla="*/ 741 h 764"/>
                  <a:gd name="T4" fmla="*/ 280 w 464"/>
                  <a:gd name="T5" fmla="*/ 170 h 764"/>
                  <a:gd name="T6" fmla="*/ 358 w 464"/>
                  <a:gd name="T7" fmla="*/ 125 h 764"/>
                  <a:gd name="T8" fmla="*/ 418 w 464"/>
                  <a:gd name="T9" fmla="*/ 87 h 764"/>
                  <a:gd name="T10" fmla="*/ 398 w 464"/>
                  <a:gd name="T11" fmla="*/ 57 h 764"/>
                  <a:gd name="T12" fmla="*/ 337 w 464"/>
                  <a:gd name="T13" fmla="*/ 57 h 764"/>
                  <a:gd name="T14" fmla="*/ 180 w 464"/>
                  <a:gd name="T15" fmla="*/ 182 h 764"/>
                  <a:gd name="T16" fmla="*/ 171 w 464"/>
                  <a:gd name="T17" fmla="*/ 203 h 764"/>
                  <a:gd name="T18" fmla="*/ 129 w 464"/>
                  <a:gd name="T19" fmla="*/ 185 h 764"/>
                  <a:gd name="T20" fmla="*/ 138 w 464"/>
                  <a:gd name="T21" fmla="*/ 164 h 764"/>
                  <a:gd name="T22" fmla="*/ 323 w 464"/>
                  <a:gd name="T23" fmla="*/ 13 h 764"/>
                  <a:gd name="T24" fmla="*/ 423 w 464"/>
                  <a:gd name="T25" fmla="*/ 19 h 764"/>
                  <a:gd name="T26" fmla="*/ 464 w 464"/>
                  <a:gd name="T27" fmla="*/ 85 h 764"/>
                  <a:gd name="T28" fmla="*/ 464 w 464"/>
                  <a:gd name="T29" fmla="*/ 88 h 764"/>
                  <a:gd name="T30" fmla="*/ 380 w 464"/>
                  <a:gd name="T31" fmla="*/ 165 h 764"/>
                  <a:gd name="T32" fmla="*/ 305 w 464"/>
                  <a:gd name="T33" fmla="*/ 209 h 764"/>
                  <a:gd name="T34" fmla="*/ 97 w 464"/>
                  <a:gd name="T35" fmla="*/ 733 h 764"/>
                  <a:gd name="T36" fmla="*/ 101 w 464"/>
                  <a:gd name="T37" fmla="*/ 755 h 764"/>
                  <a:gd name="T38" fmla="*/ 56 w 464"/>
                  <a:gd name="T39" fmla="*/ 764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764">
                    <a:moveTo>
                      <a:pt x="56" y="764"/>
                    </a:moveTo>
                    <a:lnTo>
                      <a:pt x="52" y="741"/>
                    </a:lnTo>
                    <a:cubicBezTo>
                      <a:pt x="0" y="478"/>
                      <a:pt x="154" y="248"/>
                      <a:pt x="280" y="170"/>
                    </a:cubicBezTo>
                    <a:cubicBezTo>
                      <a:pt x="309" y="152"/>
                      <a:pt x="335" y="137"/>
                      <a:pt x="358" y="125"/>
                    </a:cubicBezTo>
                    <a:cubicBezTo>
                      <a:pt x="382" y="112"/>
                      <a:pt x="411" y="96"/>
                      <a:pt x="418" y="87"/>
                    </a:cubicBezTo>
                    <a:cubicBezTo>
                      <a:pt x="416" y="81"/>
                      <a:pt x="411" y="66"/>
                      <a:pt x="398" y="57"/>
                    </a:cubicBezTo>
                    <a:cubicBezTo>
                      <a:pt x="384" y="48"/>
                      <a:pt x="363" y="48"/>
                      <a:pt x="337" y="57"/>
                    </a:cubicBezTo>
                    <a:cubicBezTo>
                      <a:pt x="243" y="86"/>
                      <a:pt x="194" y="149"/>
                      <a:pt x="180" y="182"/>
                    </a:cubicBezTo>
                    <a:lnTo>
                      <a:pt x="171" y="203"/>
                    </a:lnTo>
                    <a:lnTo>
                      <a:pt x="129" y="185"/>
                    </a:lnTo>
                    <a:lnTo>
                      <a:pt x="138" y="164"/>
                    </a:lnTo>
                    <a:cubicBezTo>
                      <a:pt x="159" y="114"/>
                      <a:pt x="221" y="45"/>
                      <a:pt x="323" y="13"/>
                    </a:cubicBezTo>
                    <a:cubicBezTo>
                      <a:pt x="363" y="0"/>
                      <a:pt x="397" y="2"/>
                      <a:pt x="423" y="19"/>
                    </a:cubicBezTo>
                    <a:cubicBezTo>
                      <a:pt x="458" y="41"/>
                      <a:pt x="464" y="81"/>
                      <a:pt x="464" y="85"/>
                    </a:cubicBezTo>
                    <a:lnTo>
                      <a:pt x="464" y="88"/>
                    </a:lnTo>
                    <a:cubicBezTo>
                      <a:pt x="464" y="119"/>
                      <a:pt x="432" y="137"/>
                      <a:pt x="380" y="165"/>
                    </a:cubicBezTo>
                    <a:cubicBezTo>
                      <a:pt x="357" y="178"/>
                      <a:pt x="332" y="191"/>
                      <a:pt x="305" y="209"/>
                    </a:cubicBezTo>
                    <a:cubicBezTo>
                      <a:pt x="190" y="280"/>
                      <a:pt x="49" y="490"/>
                      <a:pt x="97" y="733"/>
                    </a:cubicBezTo>
                    <a:lnTo>
                      <a:pt x="101" y="755"/>
                    </a:lnTo>
                    <a:lnTo>
                      <a:pt x="56" y="764"/>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8" name="Freeform 27">
                <a:extLst>
                  <a:ext uri="{FF2B5EF4-FFF2-40B4-BE49-F238E27FC236}">
                    <a16:creationId xmlns:a16="http://schemas.microsoft.com/office/drawing/2014/main" xmlns="" id="{CBE9E3DB-0AD4-900B-F443-BB30E8A34E22}"/>
                  </a:ext>
                </a:extLst>
              </p:cNvPr>
              <p:cNvSpPr>
                <a:spLocks/>
              </p:cNvSpPr>
              <p:nvPr/>
            </p:nvSpPr>
            <p:spPr bwMode="gray">
              <a:xfrm flipH="1">
                <a:off x="1976805" y="1965160"/>
                <a:ext cx="72958" cy="61878"/>
              </a:xfrm>
              <a:custGeom>
                <a:avLst/>
                <a:gdLst>
                  <a:gd name="T0" fmla="*/ 80 w 2422"/>
                  <a:gd name="T1" fmla="*/ 0 h 2058"/>
                  <a:gd name="T2" fmla="*/ 407 w 2422"/>
                  <a:gd name="T3" fmla="*/ 360 h 2058"/>
                  <a:gd name="T4" fmla="*/ 403 w 2422"/>
                  <a:gd name="T5" fmla="*/ 339 h 2058"/>
                  <a:gd name="T6" fmla="*/ 490 w 2422"/>
                  <a:gd name="T7" fmla="*/ 235 h 2058"/>
                  <a:gd name="T8" fmla="*/ 1073 w 2422"/>
                  <a:gd name="T9" fmla="*/ 84 h 2058"/>
                  <a:gd name="T10" fmla="*/ 1554 w 2422"/>
                  <a:gd name="T11" fmla="*/ 1105 h 2058"/>
                  <a:gd name="T12" fmla="*/ 2080 w 2422"/>
                  <a:gd name="T13" fmla="*/ 1589 h 2058"/>
                  <a:gd name="T14" fmla="*/ 2422 w 2422"/>
                  <a:gd name="T15" fmla="*/ 2058 h 2058"/>
                  <a:gd name="T16" fmla="*/ 2018 w 2422"/>
                  <a:gd name="T17" fmla="*/ 1615 h 2058"/>
                  <a:gd name="T18" fmla="*/ 1459 w 2422"/>
                  <a:gd name="T19" fmla="*/ 1200 h 2058"/>
                  <a:gd name="T20" fmla="*/ 747 w 2422"/>
                  <a:gd name="T21" fmla="*/ 755 h 2058"/>
                  <a:gd name="T22" fmla="*/ 0 w 2422"/>
                  <a:gd name="T23" fmla="*/ 0 h 2058"/>
                  <a:gd name="T24" fmla="*/ 80 w 2422"/>
                  <a:gd name="T25" fmla="*/ 0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2" h="2058">
                    <a:moveTo>
                      <a:pt x="80" y="0"/>
                    </a:moveTo>
                    <a:cubicBezTo>
                      <a:pt x="201" y="183"/>
                      <a:pt x="246" y="196"/>
                      <a:pt x="407" y="360"/>
                    </a:cubicBezTo>
                    <a:cubicBezTo>
                      <a:pt x="404" y="352"/>
                      <a:pt x="403" y="345"/>
                      <a:pt x="403" y="339"/>
                    </a:cubicBezTo>
                    <a:cubicBezTo>
                      <a:pt x="403" y="315"/>
                      <a:pt x="466" y="259"/>
                      <a:pt x="490" y="235"/>
                    </a:cubicBezTo>
                    <a:cubicBezTo>
                      <a:pt x="514" y="211"/>
                      <a:pt x="1073" y="84"/>
                      <a:pt x="1073" y="84"/>
                    </a:cubicBezTo>
                    <a:cubicBezTo>
                      <a:pt x="361" y="318"/>
                      <a:pt x="1192" y="875"/>
                      <a:pt x="1554" y="1105"/>
                    </a:cubicBezTo>
                    <a:cubicBezTo>
                      <a:pt x="1834" y="1268"/>
                      <a:pt x="2011" y="1494"/>
                      <a:pt x="2080" y="1589"/>
                    </a:cubicBezTo>
                    <a:cubicBezTo>
                      <a:pt x="2176" y="1720"/>
                      <a:pt x="2230" y="1824"/>
                      <a:pt x="2422" y="2058"/>
                    </a:cubicBezTo>
                    <a:cubicBezTo>
                      <a:pt x="2422" y="2058"/>
                      <a:pt x="2183" y="1792"/>
                      <a:pt x="2018" y="1615"/>
                    </a:cubicBezTo>
                    <a:cubicBezTo>
                      <a:pt x="1832" y="1416"/>
                      <a:pt x="1624" y="1276"/>
                      <a:pt x="1459" y="1200"/>
                    </a:cubicBezTo>
                    <a:cubicBezTo>
                      <a:pt x="1355" y="1153"/>
                      <a:pt x="1078" y="1014"/>
                      <a:pt x="747" y="755"/>
                    </a:cubicBezTo>
                    <a:cubicBezTo>
                      <a:pt x="415" y="495"/>
                      <a:pt x="214" y="322"/>
                      <a:pt x="0" y="0"/>
                    </a:cubicBezTo>
                    <a:lnTo>
                      <a:pt x="80" y="0"/>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49" name="Freeform 28">
                <a:extLst>
                  <a:ext uri="{FF2B5EF4-FFF2-40B4-BE49-F238E27FC236}">
                    <a16:creationId xmlns:a16="http://schemas.microsoft.com/office/drawing/2014/main" xmlns="" id="{D381C0D1-398D-9AAE-26D5-4A294C854CA0}"/>
                  </a:ext>
                </a:extLst>
              </p:cNvPr>
              <p:cNvSpPr>
                <a:spLocks/>
              </p:cNvSpPr>
              <p:nvPr/>
            </p:nvSpPr>
            <p:spPr bwMode="gray">
              <a:xfrm flipH="1">
                <a:off x="2113628" y="1861472"/>
                <a:ext cx="23204" cy="38465"/>
              </a:xfrm>
              <a:custGeom>
                <a:avLst/>
                <a:gdLst>
                  <a:gd name="T0" fmla="*/ 168 w 772"/>
                  <a:gd name="T1" fmla="*/ 1277 h 1277"/>
                  <a:gd name="T2" fmla="*/ 505 w 772"/>
                  <a:gd name="T3" fmla="*/ 769 h 1277"/>
                  <a:gd name="T4" fmla="*/ 144 w 772"/>
                  <a:gd name="T5" fmla="*/ 198 h 1277"/>
                  <a:gd name="T6" fmla="*/ 0 w 772"/>
                  <a:gd name="T7" fmla="*/ 337 h 1277"/>
                  <a:gd name="T8" fmla="*/ 96 w 772"/>
                  <a:gd name="T9" fmla="*/ 166 h 1277"/>
                  <a:gd name="T10" fmla="*/ 250 w 772"/>
                  <a:gd name="T11" fmla="*/ 44 h 1277"/>
                  <a:gd name="T12" fmla="*/ 474 w 772"/>
                  <a:gd name="T13" fmla="*/ 23 h 1277"/>
                  <a:gd name="T14" fmla="*/ 580 w 772"/>
                  <a:gd name="T15" fmla="*/ 172 h 1277"/>
                  <a:gd name="T16" fmla="*/ 708 w 772"/>
                  <a:gd name="T17" fmla="*/ 342 h 1277"/>
                  <a:gd name="T18" fmla="*/ 772 w 772"/>
                  <a:gd name="T19" fmla="*/ 528 h 1277"/>
                  <a:gd name="T20" fmla="*/ 767 w 772"/>
                  <a:gd name="T21" fmla="*/ 730 h 1277"/>
                  <a:gd name="T22" fmla="*/ 703 w 772"/>
                  <a:gd name="T23" fmla="*/ 938 h 1277"/>
                  <a:gd name="T24" fmla="*/ 618 w 772"/>
                  <a:gd name="T25" fmla="*/ 1060 h 1277"/>
                  <a:gd name="T26" fmla="*/ 457 w 772"/>
                  <a:gd name="T27" fmla="*/ 1230 h 1277"/>
                  <a:gd name="T28" fmla="*/ 168 w 772"/>
                  <a:gd name="T29" fmla="*/ 1277 h 1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2" h="1277">
                    <a:moveTo>
                      <a:pt x="168" y="1277"/>
                    </a:moveTo>
                    <a:cubicBezTo>
                      <a:pt x="457" y="1187"/>
                      <a:pt x="457" y="1108"/>
                      <a:pt x="505" y="769"/>
                    </a:cubicBezTo>
                    <a:cubicBezTo>
                      <a:pt x="528" y="605"/>
                      <a:pt x="497" y="0"/>
                      <a:pt x="144" y="198"/>
                    </a:cubicBezTo>
                    <a:cubicBezTo>
                      <a:pt x="59" y="246"/>
                      <a:pt x="59" y="283"/>
                      <a:pt x="0" y="337"/>
                    </a:cubicBezTo>
                    <a:cubicBezTo>
                      <a:pt x="0" y="337"/>
                      <a:pt x="32" y="247"/>
                      <a:pt x="96" y="166"/>
                    </a:cubicBezTo>
                    <a:cubicBezTo>
                      <a:pt x="146" y="105"/>
                      <a:pt x="227" y="49"/>
                      <a:pt x="250" y="44"/>
                    </a:cubicBezTo>
                    <a:cubicBezTo>
                      <a:pt x="304" y="33"/>
                      <a:pt x="474" y="23"/>
                      <a:pt x="474" y="23"/>
                    </a:cubicBezTo>
                    <a:lnTo>
                      <a:pt x="580" y="172"/>
                    </a:lnTo>
                    <a:lnTo>
                      <a:pt x="708" y="342"/>
                    </a:lnTo>
                    <a:lnTo>
                      <a:pt x="772" y="528"/>
                    </a:lnTo>
                    <a:lnTo>
                      <a:pt x="767" y="730"/>
                    </a:lnTo>
                    <a:cubicBezTo>
                      <a:pt x="767" y="730"/>
                      <a:pt x="740" y="895"/>
                      <a:pt x="703" y="938"/>
                    </a:cubicBezTo>
                    <a:cubicBezTo>
                      <a:pt x="665" y="981"/>
                      <a:pt x="623" y="1050"/>
                      <a:pt x="618" y="1060"/>
                    </a:cubicBezTo>
                    <a:cubicBezTo>
                      <a:pt x="612" y="1071"/>
                      <a:pt x="462" y="1219"/>
                      <a:pt x="457" y="1230"/>
                    </a:cubicBezTo>
                    <a:cubicBezTo>
                      <a:pt x="452" y="1240"/>
                      <a:pt x="168" y="1277"/>
                      <a:pt x="168" y="1277"/>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0" name="Freeform 29">
                <a:extLst>
                  <a:ext uri="{FF2B5EF4-FFF2-40B4-BE49-F238E27FC236}">
                    <a16:creationId xmlns:a16="http://schemas.microsoft.com/office/drawing/2014/main" xmlns="" id="{844D2074-FD54-4340-69E5-964A36B92AA6}"/>
                  </a:ext>
                </a:extLst>
              </p:cNvPr>
              <p:cNvSpPr>
                <a:spLocks/>
              </p:cNvSpPr>
              <p:nvPr/>
            </p:nvSpPr>
            <p:spPr bwMode="gray">
              <a:xfrm flipH="1">
                <a:off x="2113837" y="1910807"/>
                <a:ext cx="15679" cy="10871"/>
              </a:xfrm>
              <a:custGeom>
                <a:avLst/>
                <a:gdLst>
                  <a:gd name="T0" fmla="*/ 521 w 521"/>
                  <a:gd name="T1" fmla="*/ 362 h 362"/>
                  <a:gd name="T2" fmla="*/ 362 w 521"/>
                  <a:gd name="T3" fmla="*/ 238 h 362"/>
                  <a:gd name="T4" fmla="*/ 176 w 521"/>
                  <a:gd name="T5" fmla="*/ 146 h 362"/>
                  <a:gd name="T6" fmla="*/ 0 w 521"/>
                  <a:gd name="T7" fmla="*/ 208 h 362"/>
                  <a:gd name="T8" fmla="*/ 138 w 521"/>
                  <a:gd name="T9" fmla="*/ 43 h 362"/>
                  <a:gd name="T10" fmla="*/ 298 w 521"/>
                  <a:gd name="T11" fmla="*/ 16 h 362"/>
                  <a:gd name="T12" fmla="*/ 356 w 521"/>
                  <a:gd name="T13" fmla="*/ 0 h 362"/>
                  <a:gd name="T14" fmla="*/ 371 w 521"/>
                  <a:gd name="T15" fmla="*/ 39 h 362"/>
                  <a:gd name="T16" fmla="*/ 371 w 521"/>
                  <a:gd name="T17" fmla="*/ 143 h 362"/>
                  <a:gd name="T18" fmla="*/ 441 w 521"/>
                  <a:gd name="T19" fmla="*/ 224 h 362"/>
                  <a:gd name="T20" fmla="*/ 521 w 521"/>
                  <a:gd name="T21" fmla="*/ 36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1" h="362">
                    <a:moveTo>
                      <a:pt x="521" y="362"/>
                    </a:moveTo>
                    <a:cubicBezTo>
                      <a:pt x="484" y="293"/>
                      <a:pt x="398" y="261"/>
                      <a:pt x="362" y="238"/>
                    </a:cubicBezTo>
                    <a:cubicBezTo>
                      <a:pt x="318" y="210"/>
                      <a:pt x="252" y="158"/>
                      <a:pt x="176" y="146"/>
                    </a:cubicBezTo>
                    <a:cubicBezTo>
                      <a:pt x="121" y="137"/>
                      <a:pt x="60" y="150"/>
                      <a:pt x="0" y="208"/>
                    </a:cubicBezTo>
                    <a:cubicBezTo>
                      <a:pt x="0" y="208"/>
                      <a:pt x="74" y="48"/>
                      <a:pt x="138" y="43"/>
                    </a:cubicBezTo>
                    <a:cubicBezTo>
                      <a:pt x="202" y="38"/>
                      <a:pt x="250" y="16"/>
                      <a:pt x="298" y="16"/>
                    </a:cubicBezTo>
                    <a:cubicBezTo>
                      <a:pt x="345" y="16"/>
                      <a:pt x="330" y="4"/>
                      <a:pt x="356" y="0"/>
                    </a:cubicBezTo>
                    <a:lnTo>
                      <a:pt x="371" y="39"/>
                    </a:lnTo>
                    <a:lnTo>
                      <a:pt x="371" y="143"/>
                    </a:lnTo>
                    <a:cubicBezTo>
                      <a:pt x="371" y="143"/>
                      <a:pt x="431" y="219"/>
                      <a:pt x="441" y="224"/>
                    </a:cubicBezTo>
                    <a:cubicBezTo>
                      <a:pt x="452" y="229"/>
                      <a:pt x="521" y="362"/>
                      <a:pt x="521" y="362"/>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1" name="Freeform 30">
                <a:extLst>
                  <a:ext uri="{FF2B5EF4-FFF2-40B4-BE49-F238E27FC236}">
                    <a16:creationId xmlns:a16="http://schemas.microsoft.com/office/drawing/2014/main" xmlns="" id="{3923045D-8FBF-C5E5-DC4D-4DD101738843}"/>
                  </a:ext>
                </a:extLst>
              </p:cNvPr>
              <p:cNvSpPr>
                <a:spLocks/>
              </p:cNvSpPr>
              <p:nvPr/>
            </p:nvSpPr>
            <p:spPr bwMode="gray">
              <a:xfrm flipH="1">
                <a:off x="2114569" y="1912584"/>
                <a:ext cx="12857" cy="30103"/>
              </a:xfrm>
              <a:custGeom>
                <a:avLst/>
                <a:gdLst>
                  <a:gd name="T0" fmla="*/ 0 w 426"/>
                  <a:gd name="T1" fmla="*/ 949 h 1004"/>
                  <a:gd name="T2" fmla="*/ 191 w 426"/>
                  <a:gd name="T3" fmla="*/ 520 h 1004"/>
                  <a:gd name="T4" fmla="*/ 106 w 426"/>
                  <a:gd name="T5" fmla="*/ 88 h 1004"/>
                  <a:gd name="T6" fmla="*/ 145 w 426"/>
                  <a:gd name="T7" fmla="*/ 6 h 1004"/>
                  <a:gd name="T8" fmla="*/ 242 w 426"/>
                  <a:gd name="T9" fmla="*/ 26 h 1004"/>
                  <a:gd name="T10" fmla="*/ 355 w 426"/>
                  <a:gd name="T11" fmla="*/ 163 h 1004"/>
                  <a:gd name="T12" fmla="*/ 412 w 426"/>
                  <a:gd name="T13" fmla="*/ 321 h 1004"/>
                  <a:gd name="T14" fmla="*/ 397 w 426"/>
                  <a:gd name="T15" fmla="*/ 520 h 1004"/>
                  <a:gd name="T16" fmla="*/ 364 w 426"/>
                  <a:gd name="T17" fmla="*/ 720 h 1004"/>
                  <a:gd name="T18" fmla="*/ 321 w 426"/>
                  <a:gd name="T19" fmla="*/ 875 h 1004"/>
                  <a:gd name="T20" fmla="*/ 194 w 426"/>
                  <a:gd name="T21" fmla="*/ 976 h 1004"/>
                  <a:gd name="T22" fmla="*/ 14 w 426"/>
                  <a:gd name="T23" fmla="*/ 976 h 1004"/>
                  <a:gd name="T24" fmla="*/ 0 w 426"/>
                  <a:gd name="T25" fmla="*/ 949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6" h="1004">
                    <a:moveTo>
                      <a:pt x="0" y="949"/>
                    </a:moveTo>
                    <a:cubicBezTo>
                      <a:pt x="119" y="940"/>
                      <a:pt x="187" y="821"/>
                      <a:pt x="191" y="520"/>
                    </a:cubicBezTo>
                    <a:cubicBezTo>
                      <a:pt x="195" y="218"/>
                      <a:pt x="154" y="125"/>
                      <a:pt x="106" y="88"/>
                    </a:cubicBezTo>
                    <a:cubicBezTo>
                      <a:pt x="58" y="51"/>
                      <a:pt x="145" y="6"/>
                      <a:pt x="145" y="6"/>
                    </a:cubicBezTo>
                    <a:cubicBezTo>
                      <a:pt x="145" y="6"/>
                      <a:pt x="230" y="0"/>
                      <a:pt x="242" y="26"/>
                    </a:cubicBezTo>
                    <a:cubicBezTo>
                      <a:pt x="254" y="51"/>
                      <a:pt x="346" y="61"/>
                      <a:pt x="355" y="163"/>
                    </a:cubicBezTo>
                    <a:cubicBezTo>
                      <a:pt x="364" y="265"/>
                      <a:pt x="397" y="181"/>
                      <a:pt x="412" y="321"/>
                    </a:cubicBezTo>
                    <a:cubicBezTo>
                      <a:pt x="426" y="461"/>
                      <a:pt x="409" y="410"/>
                      <a:pt x="397" y="520"/>
                    </a:cubicBezTo>
                    <a:cubicBezTo>
                      <a:pt x="385" y="629"/>
                      <a:pt x="374" y="659"/>
                      <a:pt x="364" y="720"/>
                    </a:cubicBezTo>
                    <a:cubicBezTo>
                      <a:pt x="354" y="781"/>
                      <a:pt x="388" y="809"/>
                      <a:pt x="321" y="875"/>
                    </a:cubicBezTo>
                    <a:cubicBezTo>
                      <a:pt x="254" y="941"/>
                      <a:pt x="232" y="973"/>
                      <a:pt x="194" y="976"/>
                    </a:cubicBezTo>
                    <a:cubicBezTo>
                      <a:pt x="157" y="980"/>
                      <a:pt x="28" y="1004"/>
                      <a:pt x="14" y="976"/>
                    </a:cubicBezTo>
                    <a:lnTo>
                      <a:pt x="0" y="949"/>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2" name="Freeform 31">
                <a:extLst>
                  <a:ext uri="{FF2B5EF4-FFF2-40B4-BE49-F238E27FC236}">
                    <a16:creationId xmlns:a16="http://schemas.microsoft.com/office/drawing/2014/main" xmlns="" id="{2DE67EF9-3230-AC65-F5C8-F3D1F59D07AE}"/>
                  </a:ext>
                </a:extLst>
              </p:cNvPr>
              <p:cNvSpPr>
                <a:spLocks/>
              </p:cNvSpPr>
              <p:nvPr/>
            </p:nvSpPr>
            <p:spPr bwMode="gray">
              <a:xfrm flipH="1">
                <a:off x="1954437" y="2014391"/>
                <a:ext cx="32716" cy="97835"/>
              </a:xfrm>
              <a:custGeom>
                <a:avLst/>
                <a:gdLst>
                  <a:gd name="T0" fmla="*/ 1006 w 1084"/>
                  <a:gd name="T1" fmla="*/ 3244 h 3252"/>
                  <a:gd name="T2" fmla="*/ 1045 w 1084"/>
                  <a:gd name="T3" fmla="*/ 3248 h 3252"/>
                  <a:gd name="T4" fmla="*/ 1084 w 1084"/>
                  <a:gd name="T5" fmla="*/ 3252 h 3252"/>
                  <a:gd name="T6" fmla="*/ 444 w 1084"/>
                  <a:gd name="T7" fmla="*/ 1139 h 3252"/>
                  <a:gd name="T8" fmla="*/ 83 w 1084"/>
                  <a:gd name="T9" fmla="*/ 89 h 3252"/>
                  <a:gd name="T10" fmla="*/ 0 w 1084"/>
                  <a:gd name="T11" fmla="*/ 0 h 3252"/>
                  <a:gd name="T12" fmla="*/ 362 w 1084"/>
                  <a:gd name="T13" fmla="*/ 1159 h 3252"/>
                  <a:gd name="T14" fmla="*/ 1006 w 1084"/>
                  <a:gd name="T15" fmla="*/ 3244 h 32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4" h="3252">
                    <a:moveTo>
                      <a:pt x="1006" y="3244"/>
                    </a:moveTo>
                    <a:cubicBezTo>
                      <a:pt x="1019" y="3246"/>
                      <a:pt x="1032" y="3247"/>
                      <a:pt x="1045" y="3248"/>
                    </a:cubicBezTo>
                    <a:cubicBezTo>
                      <a:pt x="1058" y="3249"/>
                      <a:pt x="1071" y="3250"/>
                      <a:pt x="1084" y="3252"/>
                    </a:cubicBezTo>
                    <a:cubicBezTo>
                      <a:pt x="889" y="2563"/>
                      <a:pt x="644" y="1778"/>
                      <a:pt x="444" y="1139"/>
                    </a:cubicBezTo>
                    <a:cubicBezTo>
                      <a:pt x="278" y="609"/>
                      <a:pt x="179" y="256"/>
                      <a:pt x="83" y="89"/>
                    </a:cubicBezTo>
                    <a:lnTo>
                      <a:pt x="0" y="0"/>
                    </a:lnTo>
                    <a:cubicBezTo>
                      <a:pt x="4" y="65"/>
                      <a:pt x="158" y="505"/>
                      <a:pt x="362" y="1159"/>
                    </a:cubicBezTo>
                    <a:cubicBezTo>
                      <a:pt x="560" y="1790"/>
                      <a:pt x="808" y="2563"/>
                      <a:pt x="1006" y="3244"/>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3" name="Freeform 32">
                <a:extLst>
                  <a:ext uri="{FF2B5EF4-FFF2-40B4-BE49-F238E27FC236}">
                    <a16:creationId xmlns:a16="http://schemas.microsoft.com/office/drawing/2014/main" xmlns="" id="{2ACC9DBF-64AF-D1DC-5DC3-B44EF2FEDE19}"/>
                  </a:ext>
                </a:extLst>
              </p:cNvPr>
              <p:cNvSpPr>
                <a:spLocks/>
              </p:cNvSpPr>
              <p:nvPr/>
            </p:nvSpPr>
            <p:spPr bwMode="gray">
              <a:xfrm flipH="1">
                <a:off x="1983704" y="1699041"/>
                <a:ext cx="136091" cy="275108"/>
              </a:xfrm>
              <a:custGeom>
                <a:avLst/>
                <a:gdLst>
                  <a:gd name="T0" fmla="*/ 353 w 4513"/>
                  <a:gd name="T1" fmla="*/ 127 h 9154"/>
                  <a:gd name="T2" fmla="*/ 2257 w 4513"/>
                  <a:gd name="T3" fmla="*/ 0 h 9154"/>
                  <a:gd name="T4" fmla="*/ 4160 w 4513"/>
                  <a:gd name="T5" fmla="*/ 127 h 9154"/>
                  <a:gd name="T6" fmla="*/ 4513 w 4513"/>
                  <a:gd name="T7" fmla="*/ 594 h 9154"/>
                  <a:gd name="T8" fmla="*/ 4513 w 4513"/>
                  <a:gd name="T9" fmla="*/ 8507 h 9154"/>
                  <a:gd name="T10" fmla="*/ 4160 w 4513"/>
                  <a:gd name="T11" fmla="*/ 8973 h 9154"/>
                  <a:gd name="T12" fmla="*/ 2257 w 4513"/>
                  <a:gd name="T13" fmla="*/ 9154 h 9154"/>
                  <a:gd name="T14" fmla="*/ 353 w 4513"/>
                  <a:gd name="T15" fmla="*/ 8974 h 9154"/>
                  <a:gd name="T16" fmla="*/ 0 w 4513"/>
                  <a:gd name="T17" fmla="*/ 8507 h 9154"/>
                  <a:gd name="T18" fmla="*/ 0 w 4513"/>
                  <a:gd name="T19" fmla="*/ 594 h 9154"/>
                  <a:gd name="T20" fmla="*/ 353 w 4513"/>
                  <a:gd name="T21" fmla="*/ 127 h 9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13" h="9154">
                    <a:moveTo>
                      <a:pt x="353" y="127"/>
                    </a:moveTo>
                    <a:cubicBezTo>
                      <a:pt x="648" y="70"/>
                      <a:pt x="1297" y="0"/>
                      <a:pt x="2257" y="0"/>
                    </a:cubicBezTo>
                    <a:cubicBezTo>
                      <a:pt x="3216" y="0"/>
                      <a:pt x="3865" y="70"/>
                      <a:pt x="4160" y="127"/>
                    </a:cubicBezTo>
                    <a:cubicBezTo>
                      <a:pt x="4466" y="186"/>
                      <a:pt x="4513" y="330"/>
                      <a:pt x="4513" y="594"/>
                    </a:cubicBezTo>
                    <a:lnTo>
                      <a:pt x="4513" y="8507"/>
                    </a:lnTo>
                    <a:cubicBezTo>
                      <a:pt x="4513" y="8770"/>
                      <a:pt x="4466" y="8914"/>
                      <a:pt x="4160" y="8973"/>
                    </a:cubicBezTo>
                    <a:cubicBezTo>
                      <a:pt x="3865" y="9031"/>
                      <a:pt x="3216" y="9154"/>
                      <a:pt x="2257" y="9154"/>
                    </a:cubicBezTo>
                    <a:cubicBezTo>
                      <a:pt x="1297" y="9154"/>
                      <a:pt x="648" y="9031"/>
                      <a:pt x="353" y="8974"/>
                    </a:cubicBezTo>
                    <a:cubicBezTo>
                      <a:pt x="47" y="8914"/>
                      <a:pt x="0" y="8770"/>
                      <a:pt x="0" y="8507"/>
                    </a:cubicBezTo>
                    <a:lnTo>
                      <a:pt x="0" y="594"/>
                    </a:lnTo>
                    <a:cubicBezTo>
                      <a:pt x="0" y="330"/>
                      <a:pt x="47" y="186"/>
                      <a:pt x="353" y="127"/>
                    </a:cubicBezTo>
                  </a:path>
                </a:pathLst>
              </a:custGeom>
              <a:solidFill>
                <a:srgbClr val="1E1C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4" name="Freeform 33">
                <a:extLst>
                  <a:ext uri="{FF2B5EF4-FFF2-40B4-BE49-F238E27FC236}">
                    <a16:creationId xmlns:a16="http://schemas.microsoft.com/office/drawing/2014/main" xmlns="" id="{760D2517-EB92-1DC0-AB2A-607286BFD6F9}"/>
                  </a:ext>
                </a:extLst>
              </p:cNvPr>
              <p:cNvSpPr>
                <a:spLocks/>
              </p:cNvSpPr>
              <p:nvPr/>
            </p:nvSpPr>
            <p:spPr bwMode="gray">
              <a:xfrm flipH="1">
                <a:off x="1983704" y="1691933"/>
                <a:ext cx="136091" cy="275213"/>
              </a:xfrm>
              <a:custGeom>
                <a:avLst/>
                <a:gdLst>
                  <a:gd name="T0" fmla="*/ 353 w 4513"/>
                  <a:gd name="T1" fmla="*/ 127 h 9155"/>
                  <a:gd name="T2" fmla="*/ 2257 w 4513"/>
                  <a:gd name="T3" fmla="*/ 0 h 9155"/>
                  <a:gd name="T4" fmla="*/ 4160 w 4513"/>
                  <a:gd name="T5" fmla="*/ 127 h 9155"/>
                  <a:gd name="T6" fmla="*/ 4513 w 4513"/>
                  <a:gd name="T7" fmla="*/ 594 h 9155"/>
                  <a:gd name="T8" fmla="*/ 4513 w 4513"/>
                  <a:gd name="T9" fmla="*/ 8560 h 9155"/>
                  <a:gd name="T10" fmla="*/ 4160 w 4513"/>
                  <a:gd name="T11" fmla="*/ 9027 h 9155"/>
                  <a:gd name="T12" fmla="*/ 2257 w 4513"/>
                  <a:gd name="T13" fmla="*/ 9155 h 9155"/>
                  <a:gd name="T14" fmla="*/ 353 w 4513"/>
                  <a:gd name="T15" fmla="*/ 9028 h 9155"/>
                  <a:gd name="T16" fmla="*/ 0 w 4513"/>
                  <a:gd name="T17" fmla="*/ 8561 h 9155"/>
                  <a:gd name="T18" fmla="*/ 0 w 4513"/>
                  <a:gd name="T19" fmla="*/ 594 h 9155"/>
                  <a:gd name="T20" fmla="*/ 353 w 4513"/>
                  <a:gd name="T21" fmla="*/ 127 h 9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13" h="9155">
                    <a:moveTo>
                      <a:pt x="353" y="127"/>
                    </a:moveTo>
                    <a:cubicBezTo>
                      <a:pt x="648" y="70"/>
                      <a:pt x="1297" y="0"/>
                      <a:pt x="2257" y="0"/>
                    </a:cubicBezTo>
                    <a:cubicBezTo>
                      <a:pt x="3216" y="0"/>
                      <a:pt x="3865" y="70"/>
                      <a:pt x="4160" y="127"/>
                    </a:cubicBezTo>
                    <a:cubicBezTo>
                      <a:pt x="4466" y="187"/>
                      <a:pt x="4513" y="331"/>
                      <a:pt x="4513" y="594"/>
                    </a:cubicBezTo>
                    <a:lnTo>
                      <a:pt x="4513" y="8560"/>
                    </a:lnTo>
                    <a:cubicBezTo>
                      <a:pt x="4513" y="8824"/>
                      <a:pt x="4466" y="8968"/>
                      <a:pt x="4160" y="9027"/>
                    </a:cubicBezTo>
                    <a:cubicBezTo>
                      <a:pt x="3865" y="9085"/>
                      <a:pt x="3216" y="9155"/>
                      <a:pt x="2257" y="9155"/>
                    </a:cubicBezTo>
                    <a:cubicBezTo>
                      <a:pt x="1297" y="9155"/>
                      <a:pt x="648" y="9085"/>
                      <a:pt x="353" y="9028"/>
                    </a:cubicBezTo>
                    <a:cubicBezTo>
                      <a:pt x="47" y="8968"/>
                      <a:pt x="0" y="8824"/>
                      <a:pt x="0" y="8561"/>
                    </a:cubicBezTo>
                    <a:lnTo>
                      <a:pt x="0" y="594"/>
                    </a:lnTo>
                    <a:cubicBezTo>
                      <a:pt x="0" y="331"/>
                      <a:pt x="47" y="187"/>
                      <a:pt x="353" y="127"/>
                    </a:cubicBezTo>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5" name="Rectangle 34">
                <a:extLst>
                  <a:ext uri="{FF2B5EF4-FFF2-40B4-BE49-F238E27FC236}">
                    <a16:creationId xmlns:a16="http://schemas.microsoft.com/office/drawing/2014/main" xmlns="" id="{F3095BC4-AA41-26D1-A868-F135D0E48624}"/>
                  </a:ext>
                </a:extLst>
              </p:cNvPr>
              <p:cNvSpPr>
                <a:spLocks noChangeArrowheads="1"/>
              </p:cNvSpPr>
              <p:nvPr/>
            </p:nvSpPr>
            <p:spPr bwMode="gray">
              <a:xfrm flipH="1">
                <a:off x="1989035" y="1715346"/>
                <a:ext cx="125534" cy="2200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6" name="Oval 35">
                <a:extLst>
                  <a:ext uri="{FF2B5EF4-FFF2-40B4-BE49-F238E27FC236}">
                    <a16:creationId xmlns:a16="http://schemas.microsoft.com/office/drawing/2014/main" xmlns="" id="{DD50A1C4-C11E-58E4-7CAD-56F8B22C3C5C}"/>
                  </a:ext>
                </a:extLst>
              </p:cNvPr>
              <p:cNvSpPr>
                <a:spLocks noChangeArrowheads="1"/>
              </p:cNvSpPr>
              <p:nvPr/>
            </p:nvSpPr>
            <p:spPr bwMode="gray">
              <a:xfrm flipH="1">
                <a:off x="2047986" y="1702072"/>
                <a:ext cx="7526" cy="7526"/>
              </a:xfrm>
              <a:prstGeom prst="ellipse">
                <a:avLst/>
              </a:prstGeom>
              <a:solidFill>
                <a:srgbClr val="4848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7" name="Freeform 36">
                <a:extLst>
                  <a:ext uri="{FF2B5EF4-FFF2-40B4-BE49-F238E27FC236}">
                    <a16:creationId xmlns:a16="http://schemas.microsoft.com/office/drawing/2014/main" xmlns="" id="{93DF5BD4-3A06-5E8A-AD91-F9CD2348A631}"/>
                  </a:ext>
                </a:extLst>
              </p:cNvPr>
              <p:cNvSpPr>
                <a:spLocks noEditPoints="1"/>
              </p:cNvSpPr>
              <p:nvPr/>
            </p:nvSpPr>
            <p:spPr bwMode="gray">
              <a:xfrm flipH="1">
                <a:off x="2047046" y="1701131"/>
                <a:ext cx="9303" cy="9303"/>
              </a:xfrm>
              <a:custGeom>
                <a:avLst/>
                <a:gdLst>
                  <a:gd name="T0" fmla="*/ 154 w 309"/>
                  <a:gd name="T1" fmla="*/ 309 h 309"/>
                  <a:gd name="T2" fmla="*/ 0 w 309"/>
                  <a:gd name="T3" fmla="*/ 155 h 309"/>
                  <a:gd name="T4" fmla="*/ 154 w 309"/>
                  <a:gd name="T5" fmla="*/ 0 h 309"/>
                  <a:gd name="T6" fmla="*/ 309 w 309"/>
                  <a:gd name="T7" fmla="*/ 155 h 309"/>
                  <a:gd name="T8" fmla="*/ 154 w 309"/>
                  <a:gd name="T9" fmla="*/ 309 h 309"/>
                  <a:gd name="T10" fmla="*/ 30 w 309"/>
                  <a:gd name="T11" fmla="*/ 155 h 309"/>
                  <a:gd name="T12" fmla="*/ 30 w 309"/>
                  <a:gd name="T13" fmla="*/ 155 h 309"/>
                  <a:gd name="T14" fmla="*/ 154 w 309"/>
                  <a:gd name="T15" fmla="*/ 279 h 309"/>
                  <a:gd name="T16" fmla="*/ 279 w 309"/>
                  <a:gd name="T17" fmla="*/ 155 h 309"/>
                  <a:gd name="T18" fmla="*/ 279 w 309"/>
                  <a:gd name="T19" fmla="*/ 155 h 309"/>
                  <a:gd name="T20" fmla="*/ 154 w 309"/>
                  <a:gd name="T21" fmla="*/ 30 h 309"/>
                  <a:gd name="T22" fmla="*/ 30 w 309"/>
                  <a:gd name="T23" fmla="*/ 155 h 309"/>
                  <a:gd name="T24" fmla="*/ 30 w 309"/>
                  <a:gd name="T25" fmla="*/ 15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9" h="309">
                    <a:moveTo>
                      <a:pt x="154" y="309"/>
                    </a:moveTo>
                    <a:cubicBezTo>
                      <a:pt x="69" y="309"/>
                      <a:pt x="0" y="240"/>
                      <a:pt x="0" y="155"/>
                    </a:cubicBezTo>
                    <a:cubicBezTo>
                      <a:pt x="0" y="69"/>
                      <a:pt x="69" y="0"/>
                      <a:pt x="154" y="0"/>
                    </a:cubicBezTo>
                    <a:cubicBezTo>
                      <a:pt x="240" y="0"/>
                      <a:pt x="309" y="69"/>
                      <a:pt x="309" y="155"/>
                    </a:cubicBezTo>
                    <a:cubicBezTo>
                      <a:pt x="309" y="240"/>
                      <a:pt x="240" y="309"/>
                      <a:pt x="154" y="309"/>
                    </a:cubicBezTo>
                    <a:moveTo>
                      <a:pt x="30" y="155"/>
                    </a:moveTo>
                    <a:lnTo>
                      <a:pt x="30" y="155"/>
                    </a:lnTo>
                    <a:cubicBezTo>
                      <a:pt x="30" y="223"/>
                      <a:pt x="86" y="279"/>
                      <a:pt x="154" y="279"/>
                    </a:cubicBezTo>
                    <a:cubicBezTo>
                      <a:pt x="223" y="279"/>
                      <a:pt x="279" y="223"/>
                      <a:pt x="279" y="155"/>
                    </a:cubicBezTo>
                    <a:lnTo>
                      <a:pt x="279" y="155"/>
                    </a:lnTo>
                    <a:cubicBezTo>
                      <a:pt x="279" y="86"/>
                      <a:pt x="223" y="30"/>
                      <a:pt x="154" y="30"/>
                    </a:cubicBezTo>
                    <a:cubicBezTo>
                      <a:pt x="86" y="30"/>
                      <a:pt x="30" y="86"/>
                      <a:pt x="30" y="155"/>
                    </a:cubicBezTo>
                    <a:lnTo>
                      <a:pt x="30" y="155"/>
                    </a:lnTo>
                  </a:path>
                </a:pathLst>
              </a:custGeom>
              <a:solidFill>
                <a:srgbClr val="2423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8" name="Oval 57">
                <a:extLst>
                  <a:ext uri="{FF2B5EF4-FFF2-40B4-BE49-F238E27FC236}">
                    <a16:creationId xmlns:a16="http://schemas.microsoft.com/office/drawing/2014/main" xmlns="" id="{AAAFC956-5610-B736-859C-655DC48C74B9}"/>
                  </a:ext>
                </a:extLst>
              </p:cNvPr>
              <p:cNvSpPr>
                <a:spLocks noChangeArrowheads="1"/>
              </p:cNvSpPr>
              <p:nvPr/>
            </p:nvSpPr>
            <p:spPr bwMode="gray">
              <a:xfrm flipH="1">
                <a:off x="2000114" y="1703535"/>
                <a:ext cx="4599" cy="4599"/>
              </a:xfrm>
              <a:prstGeom prst="ellipse">
                <a:avLst/>
              </a:prstGeom>
              <a:solidFill>
                <a:srgbClr val="5655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59" name="Freeform 58">
                <a:extLst>
                  <a:ext uri="{FF2B5EF4-FFF2-40B4-BE49-F238E27FC236}">
                    <a16:creationId xmlns:a16="http://schemas.microsoft.com/office/drawing/2014/main" xmlns="" id="{C319E639-D52A-55E5-D482-62EE25F198DA}"/>
                  </a:ext>
                </a:extLst>
              </p:cNvPr>
              <p:cNvSpPr>
                <a:spLocks/>
              </p:cNvSpPr>
              <p:nvPr/>
            </p:nvSpPr>
            <p:spPr bwMode="gray">
              <a:xfrm flipH="1">
                <a:off x="1954542" y="1856036"/>
                <a:ext cx="42332" cy="117067"/>
              </a:xfrm>
              <a:custGeom>
                <a:avLst/>
                <a:gdLst>
                  <a:gd name="T0" fmla="*/ 703 w 1405"/>
                  <a:gd name="T1" fmla="*/ 0 h 3895"/>
                  <a:gd name="T2" fmla="*/ 225 w 1405"/>
                  <a:gd name="T3" fmla="*/ 2481 h 3895"/>
                  <a:gd name="T4" fmla="*/ 176 w 1405"/>
                  <a:gd name="T5" fmla="*/ 3560 h 3895"/>
                  <a:gd name="T6" fmla="*/ 447 w 1405"/>
                  <a:gd name="T7" fmla="*/ 3831 h 3895"/>
                  <a:gd name="T8" fmla="*/ 1134 w 1405"/>
                  <a:gd name="T9" fmla="*/ 3528 h 3895"/>
                  <a:gd name="T10" fmla="*/ 1357 w 1405"/>
                  <a:gd name="T11" fmla="*/ 2570 h 3895"/>
                  <a:gd name="T12" fmla="*/ 1405 w 1405"/>
                  <a:gd name="T13" fmla="*/ 1549 h 3895"/>
                  <a:gd name="T14" fmla="*/ 1182 w 1405"/>
                  <a:gd name="T15" fmla="*/ 878 h 3895"/>
                  <a:gd name="T16" fmla="*/ 703 w 1405"/>
                  <a:gd name="T17" fmla="*/ 0 h 3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5" h="3895">
                    <a:moveTo>
                      <a:pt x="703" y="0"/>
                    </a:moveTo>
                    <a:cubicBezTo>
                      <a:pt x="645" y="286"/>
                      <a:pt x="362" y="1447"/>
                      <a:pt x="225" y="2481"/>
                    </a:cubicBezTo>
                    <a:cubicBezTo>
                      <a:pt x="171" y="2888"/>
                      <a:pt x="185" y="3231"/>
                      <a:pt x="176" y="3560"/>
                    </a:cubicBezTo>
                    <a:cubicBezTo>
                      <a:pt x="176" y="3560"/>
                      <a:pt x="0" y="3895"/>
                      <a:pt x="447" y="3831"/>
                    </a:cubicBezTo>
                    <a:cubicBezTo>
                      <a:pt x="894" y="3768"/>
                      <a:pt x="1070" y="3768"/>
                      <a:pt x="1134" y="3528"/>
                    </a:cubicBezTo>
                    <a:cubicBezTo>
                      <a:pt x="1198" y="3289"/>
                      <a:pt x="1309" y="2762"/>
                      <a:pt x="1357" y="2570"/>
                    </a:cubicBezTo>
                    <a:cubicBezTo>
                      <a:pt x="1405" y="2379"/>
                      <a:pt x="1405" y="1676"/>
                      <a:pt x="1405" y="1549"/>
                    </a:cubicBezTo>
                    <a:cubicBezTo>
                      <a:pt x="1405" y="1421"/>
                      <a:pt x="1293" y="1006"/>
                      <a:pt x="1182" y="878"/>
                    </a:cubicBezTo>
                    <a:cubicBezTo>
                      <a:pt x="1070" y="750"/>
                      <a:pt x="703" y="0"/>
                      <a:pt x="703" y="0"/>
                    </a:cubicBezTo>
                  </a:path>
                </a:pathLst>
              </a:custGeom>
              <a:solidFill>
                <a:srgbClr val="FAB7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0" name="Freeform 60">
                <a:extLst>
                  <a:ext uri="{FF2B5EF4-FFF2-40B4-BE49-F238E27FC236}">
                    <a16:creationId xmlns:a16="http://schemas.microsoft.com/office/drawing/2014/main" xmlns="" id="{F56E5E28-4C60-4D83-9709-A4D77C171D18}"/>
                  </a:ext>
                </a:extLst>
              </p:cNvPr>
              <p:cNvSpPr>
                <a:spLocks/>
              </p:cNvSpPr>
              <p:nvPr/>
            </p:nvSpPr>
            <p:spPr bwMode="gray">
              <a:xfrm flipH="1">
                <a:off x="1996874" y="1997458"/>
                <a:ext cx="13275" cy="8257"/>
              </a:xfrm>
              <a:custGeom>
                <a:avLst/>
                <a:gdLst>
                  <a:gd name="T0" fmla="*/ 301 w 440"/>
                  <a:gd name="T1" fmla="*/ 183 h 275"/>
                  <a:gd name="T2" fmla="*/ 0 w 440"/>
                  <a:gd name="T3" fmla="*/ 0 h 275"/>
                  <a:gd name="T4" fmla="*/ 440 w 440"/>
                  <a:gd name="T5" fmla="*/ 275 h 275"/>
                  <a:gd name="T6" fmla="*/ 301 w 440"/>
                  <a:gd name="T7" fmla="*/ 183 h 275"/>
                </a:gdLst>
                <a:ahLst/>
                <a:cxnLst>
                  <a:cxn ang="0">
                    <a:pos x="T0" y="T1"/>
                  </a:cxn>
                  <a:cxn ang="0">
                    <a:pos x="T2" y="T3"/>
                  </a:cxn>
                  <a:cxn ang="0">
                    <a:pos x="T4" y="T5"/>
                  </a:cxn>
                  <a:cxn ang="0">
                    <a:pos x="T6" y="T7"/>
                  </a:cxn>
                </a:cxnLst>
                <a:rect l="0" t="0" r="r" b="b"/>
                <a:pathLst>
                  <a:path w="440" h="275">
                    <a:moveTo>
                      <a:pt x="301" y="183"/>
                    </a:moveTo>
                    <a:cubicBezTo>
                      <a:pt x="208" y="117"/>
                      <a:pt x="130" y="69"/>
                      <a:pt x="0" y="0"/>
                    </a:cubicBezTo>
                    <a:cubicBezTo>
                      <a:pt x="112" y="38"/>
                      <a:pt x="257" y="125"/>
                      <a:pt x="440" y="275"/>
                    </a:cubicBezTo>
                    <a:cubicBezTo>
                      <a:pt x="399" y="247"/>
                      <a:pt x="353" y="221"/>
                      <a:pt x="301" y="183"/>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1" name="Freeform 61">
                <a:extLst>
                  <a:ext uri="{FF2B5EF4-FFF2-40B4-BE49-F238E27FC236}">
                    <a16:creationId xmlns:a16="http://schemas.microsoft.com/office/drawing/2014/main" xmlns="" id="{2E9118BE-6D79-6BCC-9565-784E1966715A}"/>
                  </a:ext>
                </a:extLst>
              </p:cNvPr>
              <p:cNvSpPr>
                <a:spLocks/>
              </p:cNvSpPr>
              <p:nvPr/>
            </p:nvSpPr>
            <p:spPr bwMode="gray">
              <a:xfrm flipH="1">
                <a:off x="1988303" y="2007806"/>
                <a:ext cx="6062" cy="5853"/>
              </a:xfrm>
              <a:custGeom>
                <a:avLst/>
                <a:gdLst>
                  <a:gd name="T0" fmla="*/ 200 w 200"/>
                  <a:gd name="T1" fmla="*/ 196 h 196"/>
                  <a:gd name="T2" fmla="*/ 43 w 200"/>
                  <a:gd name="T3" fmla="*/ 55 h 196"/>
                  <a:gd name="T4" fmla="*/ 0 w 200"/>
                  <a:gd name="T5" fmla="*/ 0 h 196"/>
                  <a:gd name="T6" fmla="*/ 200 w 200"/>
                  <a:gd name="T7" fmla="*/ 196 h 196"/>
                </a:gdLst>
                <a:ahLst/>
                <a:cxnLst>
                  <a:cxn ang="0">
                    <a:pos x="T0" y="T1"/>
                  </a:cxn>
                  <a:cxn ang="0">
                    <a:pos x="T2" y="T3"/>
                  </a:cxn>
                  <a:cxn ang="0">
                    <a:pos x="T4" y="T5"/>
                  </a:cxn>
                  <a:cxn ang="0">
                    <a:pos x="T6" y="T7"/>
                  </a:cxn>
                </a:cxnLst>
                <a:rect l="0" t="0" r="r" b="b"/>
                <a:pathLst>
                  <a:path w="200" h="196">
                    <a:moveTo>
                      <a:pt x="200" y="196"/>
                    </a:moveTo>
                    <a:cubicBezTo>
                      <a:pt x="141" y="154"/>
                      <a:pt x="79" y="110"/>
                      <a:pt x="43" y="55"/>
                    </a:cubicBezTo>
                    <a:cubicBezTo>
                      <a:pt x="29" y="34"/>
                      <a:pt x="14" y="16"/>
                      <a:pt x="0" y="0"/>
                    </a:cubicBezTo>
                    <a:cubicBezTo>
                      <a:pt x="68" y="61"/>
                      <a:pt x="135" y="126"/>
                      <a:pt x="200" y="196"/>
                    </a:cubicBez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2" name="Freeform 62">
                <a:extLst>
                  <a:ext uri="{FF2B5EF4-FFF2-40B4-BE49-F238E27FC236}">
                    <a16:creationId xmlns:a16="http://schemas.microsoft.com/office/drawing/2014/main" xmlns="" id="{0357E301-9730-52EE-6F42-908C964C9FCB}"/>
                  </a:ext>
                </a:extLst>
              </p:cNvPr>
              <p:cNvSpPr>
                <a:spLocks/>
              </p:cNvSpPr>
              <p:nvPr/>
            </p:nvSpPr>
            <p:spPr bwMode="gray">
              <a:xfrm flipH="1">
                <a:off x="2098994" y="1703953"/>
                <a:ext cx="4495" cy="4181"/>
              </a:xfrm>
              <a:custGeom>
                <a:avLst/>
                <a:gdLst>
                  <a:gd name="T0" fmla="*/ 73 w 150"/>
                  <a:gd name="T1" fmla="*/ 140 h 140"/>
                  <a:gd name="T2" fmla="*/ 0 w 150"/>
                  <a:gd name="T3" fmla="*/ 86 h 140"/>
                  <a:gd name="T4" fmla="*/ 43 w 150"/>
                  <a:gd name="T5" fmla="*/ 99 h 140"/>
                  <a:gd name="T6" fmla="*/ 63 w 150"/>
                  <a:gd name="T7" fmla="*/ 96 h 140"/>
                  <a:gd name="T8" fmla="*/ 73 w 150"/>
                  <a:gd name="T9" fmla="*/ 98 h 140"/>
                  <a:gd name="T10" fmla="*/ 74 w 150"/>
                  <a:gd name="T11" fmla="*/ 98 h 140"/>
                  <a:gd name="T12" fmla="*/ 108 w 150"/>
                  <a:gd name="T13" fmla="*/ 64 h 140"/>
                  <a:gd name="T14" fmla="*/ 120 w 150"/>
                  <a:gd name="T15" fmla="*/ 22 h 140"/>
                  <a:gd name="T16" fmla="*/ 116 w 150"/>
                  <a:gd name="T17" fmla="*/ 0 h 140"/>
                  <a:gd name="T18" fmla="*/ 150 w 150"/>
                  <a:gd name="T19" fmla="*/ 64 h 140"/>
                  <a:gd name="T20" fmla="*/ 73 w 150"/>
                  <a:gd name="T21"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0" h="140">
                    <a:moveTo>
                      <a:pt x="73" y="140"/>
                    </a:moveTo>
                    <a:cubicBezTo>
                      <a:pt x="39" y="140"/>
                      <a:pt x="10" y="117"/>
                      <a:pt x="0" y="86"/>
                    </a:cubicBezTo>
                    <a:cubicBezTo>
                      <a:pt x="13" y="94"/>
                      <a:pt x="27" y="99"/>
                      <a:pt x="43" y="99"/>
                    </a:cubicBezTo>
                    <a:cubicBezTo>
                      <a:pt x="50" y="99"/>
                      <a:pt x="57" y="98"/>
                      <a:pt x="63" y="96"/>
                    </a:cubicBezTo>
                    <a:cubicBezTo>
                      <a:pt x="66" y="97"/>
                      <a:pt x="70" y="98"/>
                      <a:pt x="73" y="98"/>
                    </a:cubicBezTo>
                    <a:lnTo>
                      <a:pt x="74" y="98"/>
                    </a:lnTo>
                    <a:cubicBezTo>
                      <a:pt x="92" y="98"/>
                      <a:pt x="108" y="82"/>
                      <a:pt x="108" y="64"/>
                    </a:cubicBezTo>
                    <a:cubicBezTo>
                      <a:pt x="115" y="52"/>
                      <a:pt x="120" y="37"/>
                      <a:pt x="120" y="22"/>
                    </a:cubicBezTo>
                    <a:cubicBezTo>
                      <a:pt x="120" y="14"/>
                      <a:pt x="118" y="7"/>
                      <a:pt x="116" y="0"/>
                    </a:cubicBezTo>
                    <a:cubicBezTo>
                      <a:pt x="137" y="14"/>
                      <a:pt x="150" y="37"/>
                      <a:pt x="150" y="64"/>
                    </a:cubicBezTo>
                    <a:cubicBezTo>
                      <a:pt x="150" y="106"/>
                      <a:pt x="116" y="140"/>
                      <a:pt x="73" y="140"/>
                    </a:cubicBezTo>
                  </a:path>
                </a:pathLst>
              </a:custGeom>
              <a:solidFill>
                <a:srgbClr val="4D4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3" name="Oval 63">
                <a:extLst>
                  <a:ext uri="{FF2B5EF4-FFF2-40B4-BE49-F238E27FC236}">
                    <a16:creationId xmlns:a16="http://schemas.microsoft.com/office/drawing/2014/main" xmlns="" id="{43B066E9-B832-E130-6A5A-4B6C666C701E}"/>
                  </a:ext>
                </a:extLst>
              </p:cNvPr>
              <p:cNvSpPr>
                <a:spLocks noChangeArrowheads="1"/>
              </p:cNvSpPr>
              <p:nvPr/>
            </p:nvSpPr>
            <p:spPr bwMode="gray">
              <a:xfrm flipH="1">
                <a:off x="2100249" y="1704790"/>
                <a:ext cx="2090" cy="2090"/>
              </a:xfrm>
              <a:prstGeom prst="ellipse">
                <a:avLst/>
              </a:pr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4" name="Freeform 64">
                <a:extLst>
                  <a:ext uri="{FF2B5EF4-FFF2-40B4-BE49-F238E27FC236}">
                    <a16:creationId xmlns:a16="http://schemas.microsoft.com/office/drawing/2014/main" xmlns="" id="{55CE706F-C70F-06A4-7B34-423D6AF17D73}"/>
                  </a:ext>
                </a:extLst>
              </p:cNvPr>
              <p:cNvSpPr>
                <a:spLocks/>
              </p:cNvSpPr>
              <p:nvPr/>
            </p:nvSpPr>
            <p:spPr bwMode="gray">
              <a:xfrm flipH="1">
                <a:off x="2101399" y="1704162"/>
                <a:ext cx="1150" cy="1150"/>
              </a:xfrm>
              <a:custGeom>
                <a:avLst/>
                <a:gdLst>
                  <a:gd name="T0" fmla="*/ 12 w 40"/>
                  <a:gd name="T1" fmla="*/ 38 h 38"/>
                  <a:gd name="T2" fmla="*/ 0 w 40"/>
                  <a:gd name="T3" fmla="*/ 20 h 38"/>
                  <a:gd name="T4" fmla="*/ 20 w 40"/>
                  <a:gd name="T5" fmla="*/ 0 h 38"/>
                  <a:gd name="T6" fmla="*/ 40 w 40"/>
                  <a:gd name="T7" fmla="*/ 20 h 38"/>
                  <a:gd name="T8" fmla="*/ 40 w 40"/>
                  <a:gd name="T9" fmla="*/ 20 h 38"/>
                  <a:gd name="T10" fmla="*/ 12 w 40"/>
                  <a:gd name="T11" fmla="*/ 38 h 38"/>
                </a:gdLst>
                <a:ahLst/>
                <a:cxnLst>
                  <a:cxn ang="0">
                    <a:pos x="T0" y="T1"/>
                  </a:cxn>
                  <a:cxn ang="0">
                    <a:pos x="T2" y="T3"/>
                  </a:cxn>
                  <a:cxn ang="0">
                    <a:pos x="T4" y="T5"/>
                  </a:cxn>
                  <a:cxn ang="0">
                    <a:pos x="T6" y="T7"/>
                  </a:cxn>
                  <a:cxn ang="0">
                    <a:pos x="T8" y="T9"/>
                  </a:cxn>
                  <a:cxn ang="0">
                    <a:pos x="T10" y="T11"/>
                  </a:cxn>
                </a:cxnLst>
                <a:rect l="0" t="0" r="r" b="b"/>
                <a:pathLst>
                  <a:path w="40" h="38">
                    <a:moveTo>
                      <a:pt x="12" y="38"/>
                    </a:moveTo>
                    <a:cubicBezTo>
                      <a:pt x="5" y="35"/>
                      <a:pt x="0" y="28"/>
                      <a:pt x="0" y="20"/>
                    </a:cubicBezTo>
                    <a:cubicBezTo>
                      <a:pt x="0" y="9"/>
                      <a:pt x="9" y="0"/>
                      <a:pt x="20" y="0"/>
                    </a:cubicBezTo>
                    <a:cubicBezTo>
                      <a:pt x="31" y="0"/>
                      <a:pt x="40" y="9"/>
                      <a:pt x="40" y="20"/>
                    </a:cubicBezTo>
                    <a:lnTo>
                      <a:pt x="40" y="20"/>
                    </a:lnTo>
                    <a:cubicBezTo>
                      <a:pt x="28" y="20"/>
                      <a:pt x="18" y="28"/>
                      <a:pt x="12" y="38"/>
                    </a:cubicBezTo>
                  </a:path>
                </a:pathLst>
              </a:custGeom>
              <a:solidFill>
                <a:srgbClr val="BEBD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5" name="Freeform 65">
                <a:extLst>
                  <a:ext uri="{FF2B5EF4-FFF2-40B4-BE49-F238E27FC236}">
                    <a16:creationId xmlns:a16="http://schemas.microsoft.com/office/drawing/2014/main" xmlns="" id="{5238F446-C83A-C267-F83B-FC4043B54F48}"/>
                  </a:ext>
                </a:extLst>
              </p:cNvPr>
              <p:cNvSpPr>
                <a:spLocks/>
              </p:cNvSpPr>
              <p:nvPr/>
            </p:nvSpPr>
            <p:spPr bwMode="gray">
              <a:xfrm flipH="1">
                <a:off x="2101399" y="1704790"/>
                <a:ext cx="836" cy="627"/>
              </a:xfrm>
              <a:custGeom>
                <a:avLst/>
                <a:gdLst>
                  <a:gd name="T0" fmla="*/ 8 w 28"/>
                  <a:gd name="T1" fmla="*/ 20 h 20"/>
                  <a:gd name="T2" fmla="*/ 0 w 28"/>
                  <a:gd name="T3" fmla="*/ 18 h 20"/>
                  <a:gd name="T4" fmla="*/ 28 w 28"/>
                  <a:gd name="T5" fmla="*/ 0 h 20"/>
                  <a:gd name="T6" fmla="*/ 8 w 28"/>
                  <a:gd name="T7" fmla="*/ 20 h 20"/>
                </a:gdLst>
                <a:ahLst/>
                <a:cxnLst>
                  <a:cxn ang="0">
                    <a:pos x="T0" y="T1"/>
                  </a:cxn>
                  <a:cxn ang="0">
                    <a:pos x="T2" y="T3"/>
                  </a:cxn>
                  <a:cxn ang="0">
                    <a:pos x="T4" y="T5"/>
                  </a:cxn>
                  <a:cxn ang="0">
                    <a:pos x="T6" y="T7"/>
                  </a:cxn>
                </a:cxnLst>
                <a:rect l="0" t="0" r="r" b="b"/>
                <a:pathLst>
                  <a:path w="28" h="20">
                    <a:moveTo>
                      <a:pt x="8" y="20"/>
                    </a:moveTo>
                    <a:cubicBezTo>
                      <a:pt x="6" y="20"/>
                      <a:pt x="3" y="19"/>
                      <a:pt x="0" y="18"/>
                    </a:cubicBezTo>
                    <a:cubicBezTo>
                      <a:pt x="6" y="8"/>
                      <a:pt x="16" y="0"/>
                      <a:pt x="28" y="0"/>
                    </a:cubicBezTo>
                    <a:cubicBezTo>
                      <a:pt x="28" y="11"/>
                      <a:pt x="19" y="20"/>
                      <a:pt x="8" y="20"/>
                    </a:cubicBezTo>
                  </a:path>
                </a:pathLst>
              </a:custGeom>
              <a:solidFill>
                <a:srgbClr val="BEBD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6" name="Oval 66">
                <a:extLst>
                  <a:ext uri="{FF2B5EF4-FFF2-40B4-BE49-F238E27FC236}">
                    <a16:creationId xmlns:a16="http://schemas.microsoft.com/office/drawing/2014/main" xmlns="" id="{C167026C-6726-2B7C-BDE6-BFB8AC9B3A5A}"/>
                  </a:ext>
                </a:extLst>
              </p:cNvPr>
              <p:cNvSpPr>
                <a:spLocks noChangeArrowheads="1"/>
              </p:cNvSpPr>
              <p:nvPr/>
            </p:nvSpPr>
            <p:spPr bwMode="gray">
              <a:xfrm flipH="1">
                <a:off x="2051436" y="1702908"/>
                <a:ext cx="1150" cy="1150"/>
              </a:xfrm>
              <a:prstGeom prst="ellipse">
                <a:avLst/>
              </a:pr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7" name="Oval 67">
                <a:extLst>
                  <a:ext uri="{FF2B5EF4-FFF2-40B4-BE49-F238E27FC236}">
                    <a16:creationId xmlns:a16="http://schemas.microsoft.com/office/drawing/2014/main" xmlns="" id="{25806A39-EA02-190C-10DD-CCE7E6E28B9C}"/>
                  </a:ext>
                </a:extLst>
              </p:cNvPr>
              <p:cNvSpPr>
                <a:spLocks noChangeArrowheads="1"/>
              </p:cNvSpPr>
              <p:nvPr/>
            </p:nvSpPr>
            <p:spPr bwMode="gray">
              <a:xfrm flipH="1">
                <a:off x="2051436" y="1705208"/>
                <a:ext cx="1150" cy="1150"/>
              </a:xfrm>
              <a:prstGeom prst="ellipse">
                <a:avLst/>
              </a:pr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8" name="Freeform 68">
                <a:extLst>
                  <a:ext uri="{FF2B5EF4-FFF2-40B4-BE49-F238E27FC236}">
                    <a16:creationId xmlns:a16="http://schemas.microsoft.com/office/drawing/2014/main" xmlns="" id="{C51C2478-CE6C-2E60-37F4-49CF0EDA5535}"/>
                  </a:ext>
                </a:extLst>
              </p:cNvPr>
              <p:cNvSpPr>
                <a:spLocks/>
              </p:cNvSpPr>
              <p:nvPr/>
            </p:nvSpPr>
            <p:spPr bwMode="gray">
              <a:xfrm flipH="1">
                <a:off x="2053317" y="1704058"/>
                <a:ext cx="1254" cy="1150"/>
              </a:xfrm>
              <a:custGeom>
                <a:avLst/>
                <a:gdLst>
                  <a:gd name="T0" fmla="*/ 19 w 42"/>
                  <a:gd name="T1" fmla="*/ 38 h 38"/>
                  <a:gd name="T2" fmla="*/ 10 w 42"/>
                  <a:gd name="T3" fmla="*/ 36 h 38"/>
                  <a:gd name="T4" fmla="*/ 1 w 42"/>
                  <a:gd name="T5" fmla="*/ 24 h 38"/>
                  <a:gd name="T6" fmla="*/ 3 w 42"/>
                  <a:gd name="T7" fmla="*/ 9 h 38"/>
                  <a:gd name="T8" fmla="*/ 20 w 42"/>
                  <a:gd name="T9" fmla="*/ 0 h 38"/>
                  <a:gd name="T10" fmla="*/ 29 w 42"/>
                  <a:gd name="T11" fmla="*/ 2 h 38"/>
                  <a:gd name="T12" fmla="*/ 36 w 42"/>
                  <a:gd name="T13" fmla="*/ 29 h 38"/>
                  <a:gd name="T14" fmla="*/ 19 w 42"/>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8">
                    <a:moveTo>
                      <a:pt x="19" y="38"/>
                    </a:moveTo>
                    <a:cubicBezTo>
                      <a:pt x="16" y="38"/>
                      <a:pt x="13" y="38"/>
                      <a:pt x="10" y="36"/>
                    </a:cubicBezTo>
                    <a:cubicBezTo>
                      <a:pt x="5" y="33"/>
                      <a:pt x="2" y="29"/>
                      <a:pt x="1" y="24"/>
                    </a:cubicBezTo>
                    <a:cubicBezTo>
                      <a:pt x="0" y="19"/>
                      <a:pt x="0" y="14"/>
                      <a:pt x="3" y="9"/>
                    </a:cubicBezTo>
                    <a:cubicBezTo>
                      <a:pt x="6" y="3"/>
                      <a:pt x="13" y="0"/>
                      <a:pt x="20" y="0"/>
                    </a:cubicBezTo>
                    <a:cubicBezTo>
                      <a:pt x="23" y="0"/>
                      <a:pt x="26" y="1"/>
                      <a:pt x="29" y="2"/>
                    </a:cubicBezTo>
                    <a:cubicBezTo>
                      <a:pt x="39" y="8"/>
                      <a:pt x="42" y="20"/>
                      <a:pt x="36" y="29"/>
                    </a:cubicBezTo>
                    <a:cubicBezTo>
                      <a:pt x="33" y="35"/>
                      <a:pt x="26" y="38"/>
                      <a:pt x="19" y="38"/>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69" name="Freeform 69">
                <a:extLst>
                  <a:ext uri="{FF2B5EF4-FFF2-40B4-BE49-F238E27FC236}">
                    <a16:creationId xmlns:a16="http://schemas.microsoft.com/office/drawing/2014/main" xmlns="" id="{538F49FB-D0FE-CC68-6C6D-7A9E81B8B4FF}"/>
                  </a:ext>
                </a:extLst>
              </p:cNvPr>
              <p:cNvSpPr>
                <a:spLocks/>
              </p:cNvSpPr>
              <p:nvPr/>
            </p:nvSpPr>
            <p:spPr bwMode="gray">
              <a:xfrm flipH="1">
                <a:off x="2053422" y="1706357"/>
                <a:ext cx="1150" cy="1150"/>
              </a:xfrm>
              <a:custGeom>
                <a:avLst/>
                <a:gdLst>
                  <a:gd name="T0" fmla="*/ 20 w 40"/>
                  <a:gd name="T1" fmla="*/ 38 h 38"/>
                  <a:gd name="T2" fmla="*/ 3 w 40"/>
                  <a:gd name="T3" fmla="*/ 29 h 38"/>
                  <a:gd name="T4" fmla="*/ 1 w 40"/>
                  <a:gd name="T5" fmla="*/ 14 h 38"/>
                  <a:gd name="T6" fmla="*/ 10 w 40"/>
                  <a:gd name="T7" fmla="*/ 2 h 38"/>
                  <a:gd name="T8" fmla="*/ 20 w 40"/>
                  <a:gd name="T9" fmla="*/ 0 h 38"/>
                  <a:gd name="T10" fmla="*/ 36 w 40"/>
                  <a:gd name="T11" fmla="*/ 9 h 38"/>
                  <a:gd name="T12" fmla="*/ 38 w 40"/>
                  <a:gd name="T13" fmla="*/ 24 h 38"/>
                  <a:gd name="T14" fmla="*/ 29 w 40"/>
                  <a:gd name="T15" fmla="*/ 36 h 38"/>
                  <a:gd name="T16" fmla="*/ 20 w 40"/>
                  <a:gd name="T1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8">
                    <a:moveTo>
                      <a:pt x="20" y="38"/>
                    </a:moveTo>
                    <a:cubicBezTo>
                      <a:pt x="13" y="38"/>
                      <a:pt x="6" y="35"/>
                      <a:pt x="3" y="29"/>
                    </a:cubicBezTo>
                    <a:cubicBezTo>
                      <a:pt x="0" y="24"/>
                      <a:pt x="0" y="19"/>
                      <a:pt x="1" y="14"/>
                    </a:cubicBezTo>
                    <a:cubicBezTo>
                      <a:pt x="2" y="9"/>
                      <a:pt x="5" y="5"/>
                      <a:pt x="10" y="2"/>
                    </a:cubicBezTo>
                    <a:cubicBezTo>
                      <a:pt x="13" y="1"/>
                      <a:pt x="16" y="0"/>
                      <a:pt x="20" y="0"/>
                    </a:cubicBezTo>
                    <a:cubicBezTo>
                      <a:pt x="27" y="0"/>
                      <a:pt x="33" y="3"/>
                      <a:pt x="36" y="9"/>
                    </a:cubicBezTo>
                    <a:cubicBezTo>
                      <a:pt x="39" y="14"/>
                      <a:pt x="40" y="19"/>
                      <a:pt x="38" y="24"/>
                    </a:cubicBezTo>
                    <a:cubicBezTo>
                      <a:pt x="37" y="29"/>
                      <a:pt x="34" y="33"/>
                      <a:pt x="29" y="36"/>
                    </a:cubicBezTo>
                    <a:cubicBezTo>
                      <a:pt x="26" y="38"/>
                      <a:pt x="23" y="38"/>
                      <a:pt x="20" y="38"/>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0" name="Oval 70">
                <a:extLst>
                  <a:ext uri="{FF2B5EF4-FFF2-40B4-BE49-F238E27FC236}">
                    <a16:creationId xmlns:a16="http://schemas.microsoft.com/office/drawing/2014/main" xmlns="" id="{A3ECA32C-F138-EC9A-A10A-B04BF63FBDB1}"/>
                  </a:ext>
                </a:extLst>
              </p:cNvPr>
              <p:cNvSpPr>
                <a:spLocks noChangeArrowheads="1"/>
              </p:cNvSpPr>
              <p:nvPr/>
            </p:nvSpPr>
            <p:spPr bwMode="gray">
              <a:xfrm flipH="1">
                <a:off x="2051436" y="1707507"/>
                <a:ext cx="1150" cy="1254"/>
              </a:xfrm>
              <a:prstGeom prst="ellipse">
                <a:avLst/>
              </a:pr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1" name="Freeform 71">
                <a:extLst>
                  <a:ext uri="{FF2B5EF4-FFF2-40B4-BE49-F238E27FC236}">
                    <a16:creationId xmlns:a16="http://schemas.microsoft.com/office/drawing/2014/main" xmlns="" id="{892271B4-D50E-0B90-C0A5-90D272C385BF}"/>
                  </a:ext>
                </a:extLst>
              </p:cNvPr>
              <p:cNvSpPr>
                <a:spLocks/>
              </p:cNvSpPr>
              <p:nvPr/>
            </p:nvSpPr>
            <p:spPr bwMode="gray">
              <a:xfrm flipH="1">
                <a:off x="2049345" y="1706357"/>
                <a:ext cx="1254" cy="1150"/>
              </a:xfrm>
              <a:custGeom>
                <a:avLst/>
                <a:gdLst>
                  <a:gd name="T0" fmla="*/ 20 w 42"/>
                  <a:gd name="T1" fmla="*/ 38 h 38"/>
                  <a:gd name="T2" fmla="*/ 10 w 42"/>
                  <a:gd name="T3" fmla="*/ 36 h 38"/>
                  <a:gd name="T4" fmla="*/ 1 w 42"/>
                  <a:gd name="T5" fmla="*/ 24 h 38"/>
                  <a:gd name="T6" fmla="*/ 3 w 42"/>
                  <a:gd name="T7" fmla="*/ 9 h 38"/>
                  <a:gd name="T8" fmla="*/ 20 w 42"/>
                  <a:gd name="T9" fmla="*/ 0 h 38"/>
                  <a:gd name="T10" fmla="*/ 30 w 42"/>
                  <a:gd name="T11" fmla="*/ 2 h 38"/>
                  <a:gd name="T12" fmla="*/ 37 w 42"/>
                  <a:gd name="T13" fmla="*/ 29 h 38"/>
                  <a:gd name="T14" fmla="*/ 20 w 42"/>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8">
                    <a:moveTo>
                      <a:pt x="20" y="38"/>
                    </a:moveTo>
                    <a:cubicBezTo>
                      <a:pt x="16" y="38"/>
                      <a:pt x="13" y="38"/>
                      <a:pt x="10" y="36"/>
                    </a:cubicBezTo>
                    <a:cubicBezTo>
                      <a:pt x="6" y="33"/>
                      <a:pt x="2" y="29"/>
                      <a:pt x="1" y="24"/>
                    </a:cubicBezTo>
                    <a:cubicBezTo>
                      <a:pt x="0" y="19"/>
                      <a:pt x="0" y="14"/>
                      <a:pt x="3" y="9"/>
                    </a:cubicBezTo>
                    <a:cubicBezTo>
                      <a:pt x="7" y="3"/>
                      <a:pt x="13" y="0"/>
                      <a:pt x="20" y="0"/>
                    </a:cubicBezTo>
                    <a:cubicBezTo>
                      <a:pt x="23" y="0"/>
                      <a:pt x="27" y="1"/>
                      <a:pt x="30" y="2"/>
                    </a:cubicBezTo>
                    <a:cubicBezTo>
                      <a:pt x="39" y="8"/>
                      <a:pt x="42" y="19"/>
                      <a:pt x="37" y="29"/>
                    </a:cubicBezTo>
                    <a:cubicBezTo>
                      <a:pt x="33" y="35"/>
                      <a:pt x="26" y="38"/>
                      <a:pt x="20" y="38"/>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2" name="Freeform 72">
                <a:extLst>
                  <a:ext uri="{FF2B5EF4-FFF2-40B4-BE49-F238E27FC236}">
                    <a16:creationId xmlns:a16="http://schemas.microsoft.com/office/drawing/2014/main" xmlns="" id="{0AF661CC-7EBE-0A1B-C7D3-0648861C2C81}"/>
                  </a:ext>
                </a:extLst>
              </p:cNvPr>
              <p:cNvSpPr>
                <a:spLocks/>
              </p:cNvSpPr>
              <p:nvPr/>
            </p:nvSpPr>
            <p:spPr bwMode="gray">
              <a:xfrm flipH="1">
                <a:off x="2049241" y="1704058"/>
                <a:ext cx="1359" cy="1150"/>
              </a:xfrm>
              <a:custGeom>
                <a:avLst/>
                <a:gdLst>
                  <a:gd name="T0" fmla="*/ 21 w 43"/>
                  <a:gd name="T1" fmla="*/ 39 h 39"/>
                  <a:gd name="T2" fmla="*/ 3 w 43"/>
                  <a:gd name="T3" fmla="*/ 29 h 39"/>
                  <a:gd name="T4" fmla="*/ 2 w 43"/>
                  <a:gd name="T5" fmla="*/ 15 h 39"/>
                  <a:gd name="T6" fmla="*/ 11 w 43"/>
                  <a:gd name="T7" fmla="*/ 3 h 39"/>
                  <a:gd name="T8" fmla="*/ 20 w 43"/>
                  <a:gd name="T9" fmla="*/ 0 h 39"/>
                  <a:gd name="T10" fmla="*/ 37 w 43"/>
                  <a:gd name="T11" fmla="*/ 10 h 39"/>
                  <a:gd name="T12" fmla="*/ 30 w 43"/>
                  <a:gd name="T13" fmla="*/ 37 h 39"/>
                  <a:gd name="T14" fmla="*/ 21 w 43"/>
                  <a:gd name="T15" fmla="*/ 3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9">
                    <a:moveTo>
                      <a:pt x="21" y="39"/>
                    </a:moveTo>
                    <a:cubicBezTo>
                      <a:pt x="14" y="39"/>
                      <a:pt x="7" y="35"/>
                      <a:pt x="3" y="29"/>
                    </a:cubicBezTo>
                    <a:cubicBezTo>
                      <a:pt x="1" y="25"/>
                      <a:pt x="0" y="20"/>
                      <a:pt x="2" y="15"/>
                    </a:cubicBezTo>
                    <a:cubicBezTo>
                      <a:pt x="3" y="10"/>
                      <a:pt x="6" y="5"/>
                      <a:pt x="11" y="3"/>
                    </a:cubicBezTo>
                    <a:cubicBezTo>
                      <a:pt x="14" y="1"/>
                      <a:pt x="17" y="0"/>
                      <a:pt x="20" y="0"/>
                    </a:cubicBezTo>
                    <a:cubicBezTo>
                      <a:pt x="27" y="0"/>
                      <a:pt x="34" y="4"/>
                      <a:pt x="37" y="10"/>
                    </a:cubicBezTo>
                    <a:cubicBezTo>
                      <a:pt x="43" y="19"/>
                      <a:pt x="39" y="31"/>
                      <a:pt x="30" y="37"/>
                    </a:cubicBezTo>
                    <a:cubicBezTo>
                      <a:pt x="27" y="38"/>
                      <a:pt x="24" y="39"/>
                      <a:pt x="21" y="39"/>
                    </a:cubicBezTo>
                  </a:path>
                </a:pathLst>
              </a:custGeom>
              <a:solidFill>
                <a:srgbClr val="31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3" name="Freeform 73">
                <a:extLst>
                  <a:ext uri="{FF2B5EF4-FFF2-40B4-BE49-F238E27FC236}">
                    <a16:creationId xmlns:a16="http://schemas.microsoft.com/office/drawing/2014/main" xmlns="" id="{64585131-8495-6CC5-3893-43D874B59E17}"/>
                  </a:ext>
                </a:extLst>
              </p:cNvPr>
              <p:cNvSpPr>
                <a:spLocks/>
              </p:cNvSpPr>
              <p:nvPr/>
            </p:nvSpPr>
            <p:spPr bwMode="gray">
              <a:xfrm flipH="1">
                <a:off x="1871445" y="1988783"/>
                <a:ext cx="114977" cy="81947"/>
              </a:xfrm>
              <a:custGeom>
                <a:avLst/>
                <a:gdLst>
                  <a:gd name="T0" fmla="*/ 3813 w 3814"/>
                  <a:gd name="T1" fmla="*/ 0 h 2727"/>
                  <a:gd name="T2" fmla="*/ 725 w 3814"/>
                  <a:gd name="T3" fmla="*/ 1929 h 2727"/>
                  <a:gd name="T4" fmla="*/ 252 w 3814"/>
                  <a:gd name="T5" fmla="*/ 1103 h 2727"/>
                  <a:gd name="T6" fmla="*/ 109 w 3814"/>
                  <a:gd name="T7" fmla="*/ 1043 h 2727"/>
                  <a:gd name="T8" fmla="*/ 552 w 3814"/>
                  <a:gd name="T9" fmla="*/ 2473 h 2727"/>
                  <a:gd name="T10" fmla="*/ 663 w 3814"/>
                  <a:gd name="T11" fmla="*/ 2475 h 2727"/>
                  <a:gd name="T12" fmla="*/ 745 w 3814"/>
                  <a:gd name="T13" fmla="*/ 2706 h 2727"/>
                  <a:gd name="T14" fmla="*/ 1991 w 3814"/>
                  <a:gd name="T15" fmla="*/ 1845 h 2727"/>
                  <a:gd name="T16" fmla="*/ 2234 w 3814"/>
                  <a:gd name="T17" fmla="*/ 1470 h 2727"/>
                  <a:gd name="T18" fmla="*/ 3571 w 3814"/>
                  <a:gd name="T19" fmla="*/ 467 h 2727"/>
                  <a:gd name="T20" fmla="*/ 3733 w 3814"/>
                  <a:gd name="T21" fmla="*/ 265 h 2727"/>
                  <a:gd name="T22" fmla="*/ 3814 w 3814"/>
                  <a:gd name="T23" fmla="*/ 113 h 2727"/>
                  <a:gd name="T24" fmla="*/ 3813 w 3814"/>
                  <a:gd name="T25" fmla="*/ 0 h 2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14" h="2727">
                    <a:moveTo>
                      <a:pt x="3813" y="0"/>
                    </a:moveTo>
                    <a:cubicBezTo>
                      <a:pt x="3710" y="47"/>
                      <a:pt x="2061" y="813"/>
                      <a:pt x="725" y="1929"/>
                    </a:cubicBezTo>
                    <a:cubicBezTo>
                      <a:pt x="646" y="1996"/>
                      <a:pt x="389" y="1269"/>
                      <a:pt x="252" y="1103"/>
                    </a:cubicBezTo>
                    <a:cubicBezTo>
                      <a:pt x="183" y="1019"/>
                      <a:pt x="0" y="905"/>
                      <a:pt x="109" y="1043"/>
                    </a:cubicBezTo>
                    <a:cubicBezTo>
                      <a:pt x="109" y="1043"/>
                      <a:pt x="532" y="2443"/>
                      <a:pt x="552" y="2473"/>
                    </a:cubicBezTo>
                    <a:cubicBezTo>
                      <a:pt x="558" y="2481"/>
                      <a:pt x="605" y="2478"/>
                      <a:pt x="663" y="2475"/>
                    </a:cubicBezTo>
                    <a:cubicBezTo>
                      <a:pt x="832" y="2467"/>
                      <a:pt x="1098" y="2458"/>
                      <a:pt x="745" y="2706"/>
                    </a:cubicBezTo>
                    <a:cubicBezTo>
                      <a:pt x="715" y="2727"/>
                      <a:pt x="1991" y="1845"/>
                      <a:pt x="1991" y="1845"/>
                    </a:cubicBezTo>
                    <a:cubicBezTo>
                      <a:pt x="1991" y="1845"/>
                      <a:pt x="2254" y="1501"/>
                      <a:pt x="2234" y="1470"/>
                    </a:cubicBezTo>
                    <a:cubicBezTo>
                      <a:pt x="2214" y="1440"/>
                      <a:pt x="3602" y="477"/>
                      <a:pt x="3571" y="467"/>
                    </a:cubicBezTo>
                    <a:cubicBezTo>
                      <a:pt x="3541" y="457"/>
                      <a:pt x="3723" y="315"/>
                      <a:pt x="3733" y="265"/>
                    </a:cubicBezTo>
                    <a:cubicBezTo>
                      <a:pt x="3743" y="214"/>
                      <a:pt x="3814" y="113"/>
                      <a:pt x="3814" y="113"/>
                    </a:cubicBezTo>
                    <a:lnTo>
                      <a:pt x="3813" y="0"/>
                    </a:lnTo>
                  </a:path>
                </a:pathLst>
              </a:custGeom>
              <a:solidFill>
                <a:srgbClr val="DC8E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4" name="Freeform 97">
                <a:extLst>
                  <a:ext uri="{FF2B5EF4-FFF2-40B4-BE49-F238E27FC236}">
                    <a16:creationId xmlns:a16="http://schemas.microsoft.com/office/drawing/2014/main" xmlns="" id="{4A1E0E41-1655-C9F7-8646-8784F19533A2}"/>
                  </a:ext>
                </a:extLst>
              </p:cNvPr>
              <p:cNvSpPr>
                <a:spLocks/>
              </p:cNvSpPr>
              <p:nvPr/>
            </p:nvSpPr>
            <p:spPr bwMode="gray">
              <a:xfrm flipH="1">
                <a:off x="2102653" y="1719841"/>
                <a:ext cx="7003" cy="9825"/>
              </a:xfrm>
              <a:custGeom>
                <a:avLst/>
                <a:gdLst>
                  <a:gd name="T0" fmla="*/ 12 w 67"/>
                  <a:gd name="T1" fmla="*/ 94 h 94"/>
                  <a:gd name="T2" fmla="*/ 33 w 67"/>
                  <a:gd name="T3" fmla="*/ 51 h 94"/>
                  <a:gd name="T4" fmla="*/ 0 w 67"/>
                  <a:gd name="T5" fmla="*/ 51 h 94"/>
                  <a:gd name="T6" fmla="*/ 48 w 67"/>
                  <a:gd name="T7" fmla="*/ 0 h 94"/>
                  <a:gd name="T8" fmla="*/ 33 w 67"/>
                  <a:gd name="T9" fmla="*/ 39 h 94"/>
                  <a:gd name="T10" fmla="*/ 67 w 67"/>
                  <a:gd name="T11" fmla="*/ 39 h 94"/>
                  <a:gd name="T12" fmla="*/ 12 w 67"/>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67" h="94">
                    <a:moveTo>
                      <a:pt x="12" y="94"/>
                    </a:moveTo>
                    <a:lnTo>
                      <a:pt x="33" y="51"/>
                    </a:lnTo>
                    <a:lnTo>
                      <a:pt x="0" y="51"/>
                    </a:lnTo>
                    <a:lnTo>
                      <a:pt x="48" y="0"/>
                    </a:lnTo>
                    <a:lnTo>
                      <a:pt x="33" y="39"/>
                    </a:lnTo>
                    <a:lnTo>
                      <a:pt x="67" y="39"/>
                    </a:lnTo>
                    <a:lnTo>
                      <a:pt x="12" y="94"/>
                    </a:lnTo>
                    <a:close/>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5" name="Freeform 98">
                <a:extLst>
                  <a:ext uri="{FF2B5EF4-FFF2-40B4-BE49-F238E27FC236}">
                    <a16:creationId xmlns:a16="http://schemas.microsoft.com/office/drawing/2014/main" xmlns="" id="{17F071CA-044C-6EDF-4AA7-684CE9D43450}"/>
                  </a:ext>
                </a:extLst>
              </p:cNvPr>
              <p:cNvSpPr>
                <a:spLocks noEditPoints="1"/>
              </p:cNvSpPr>
              <p:nvPr/>
            </p:nvSpPr>
            <p:spPr bwMode="gray">
              <a:xfrm flipH="1">
                <a:off x="2096381" y="1722350"/>
                <a:ext cx="3763" cy="4704"/>
              </a:xfrm>
              <a:custGeom>
                <a:avLst/>
                <a:gdLst>
                  <a:gd name="T0" fmla="*/ 124 w 124"/>
                  <a:gd name="T1" fmla="*/ 158 h 158"/>
                  <a:gd name="T2" fmla="*/ 113 w 124"/>
                  <a:gd name="T3" fmla="*/ 158 h 158"/>
                  <a:gd name="T4" fmla="*/ 93 w 124"/>
                  <a:gd name="T5" fmla="*/ 103 h 158"/>
                  <a:gd name="T6" fmla="*/ 31 w 124"/>
                  <a:gd name="T7" fmla="*/ 103 h 158"/>
                  <a:gd name="T8" fmla="*/ 11 w 124"/>
                  <a:gd name="T9" fmla="*/ 158 h 158"/>
                  <a:gd name="T10" fmla="*/ 0 w 124"/>
                  <a:gd name="T11" fmla="*/ 158 h 158"/>
                  <a:gd name="T12" fmla="*/ 57 w 124"/>
                  <a:gd name="T13" fmla="*/ 0 h 158"/>
                  <a:gd name="T14" fmla="*/ 68 w 124"/>
                  <a:gd name="T15" fmla="*/ 0 h 158"/>
                  <a:gd name="T16" fmla="*/ 124 w 124"/>
                  <a:gd name="T17" fmla="*/ 158 h 158"/>
                  <a:gd name="T18" fmla="*/ 62 w 124"/>
                  <a:gd name="T19" fmla="*/ 13 h 158"/>
                  <a:gd name="T20" fmla="*/ 54 w 124"/>
                  <a:gd name="T21" fmla="*/ 40 h 158"/>
                  <a:gd name="T22" fmla="*/ 34 w 124"/>
                  <a:gd name="T23" fmla="*/ 94 h 158"/>
                  <a:gd name="T24" fmla="*/ 90 w 124"/>
                  <a:gd name="T25" fmla="*/ 94 h 158"/>
                  <a:gd name="T26" fmla="*/ 70 w 124"/>
                  <a:gd name="T27" fmla="*/ 41 h 158"/>
                  <a:gd name="T28" fmla="*/ 62 w 124"/>
                  <a:gd name="T29" fmla="*/ 13 h 158"/>
                  <a:gd name="T30" fmla="*/ 62 w 124"/>
                  <a:gd name="T31" fmla="*/ 1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4" h="158">
                    <a:moveTo>
                      <a:pt x="124" y="158"/>
                    </a:moveTo>
                    <a:lnTo>
                      <a:pt x="113" y="158"/>
                    </a:lnTo>
                    <a:lnTo>
                      <a:pt x="93" y="103"/>
                    </a:lnTo>
                    <a:lnTo>
                      <a:pt x="31" y="103"/>
                    </a:lnTo>
                    <a:lnTo>
                      <a:pt x="11" y="158"/>
                    </a:lnTo>
                    <a:lnTo>
                      <a:pt x="0" y="158"/>
                    </a:lnTo>
                    <a:lnTo>
                      <a:pt x="57" y="0"/>
                    </a:lnTo>
                    <a:lnTo>
                      <a:pt x="68" y="0"/>
                    </a:lnTo>
                    <a:lnTo>
                      <a:pt x="124" y="158"/>
                    </a:lnTo>
                    <a:moveTo>
                      <a:pt x="62" y="13"/>
                    </a:moveTo>
                    <a:cubicBezTo>
                      <a:pt x="59" y="22"/>
                      <a:pt x="57" y="30"/>
                      <a:pt x="54" y="40"/>
                    </a:cubicBezTo>
                    <a:lnTo>
                      <a:pt x="34" y="94"/>
                    </a:lnTo>
                    <a:lnTo>
                      <a:pt x="90" y="94"/>
                    </a:lnTo>
                    <a:lnTo>
                      <a:pt x="70" y="41"/>
                    </a:lnTo>
                    <a:cubicBezTo>
                      <a:pt x="67" y="30"/>
                      <a:pt x="65" y="22"/>
                      <a:pt x="62" y="13"/>
                    </a:cubicBezTo>
                    <a:lnTo>
                      <a:pt x="62" y="13"/>
                    </a:ln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6" name="Freeform 99">
                <a:extLst>
                  <a:ext uri="{FF2B5EF4-FFF2-40B4-BE49-F238E27FC236}">
                    <a16:creationId xmlns:a16="http://schemas.microsoft.com/office/drawing/2014/main" xmlns="" id="{9D0FC2F3-98AA-E49A-081C-EDEA83593E19}"/>
                  </a:ext>
                </a:extLst>
              </p:cNvPr>
              <p:cNvSpPr>
                <a:spLocks/>
              </p:cNvSpPr>
              <p:nvPr/>
            </p:nvSpPr>
            <p:spPr bwMode="gray">
              <a:xfrm flipH="1">
                <a:off x="2093141" y="1723708"/>
                <a:ext cx="2613" cy="3449"/>
              </a:xfrm>
              <a:custGeom>
                <a:avLst/>
                <a:gdLst>
                  <a:gd name="T0" fmla="*/ 39 w 89"/>
                  <a:gd name="T1" fmla="*/ 115 h 115"/>
                  <a:gd name="T2" fmla="*/ 0 w 89"/>
                  <a:gd name="T3" fmla="*/ 65 h 115"/>
                  <a:gd name="T4" fmla="*/ 0 w 89"/>
                  <a:gd name="T5" fmla="*/ 0 h 115"/>
                  <a:gd name="T6" fmla="*/ 12 w 89"/>
                  <a:gd name="T7" fmla="*/ 0 h 115"/>
                  <a:gd name="T8" fmla="*/ 12 w 89"/>
                  <a:gd name="T9" fmla="*/ 63 h 115"/>
                  <a:gd name="T10" fmla="*/ 41 w 89"/>
                  <a:gd name="T11" fmla="*/ 105 h 115"/>
                  <a:gd name="T12" fmla="*/ 74 w 89"/>
                  <a:gd name="T13" fmla="*/ 82 h 115"/>
                  <a:gd name="T14" fmla="*/ 77 w 89"/>
                  <a:gd name="T15" fmla="*/ 70 h 115"/>
                  <a:gd name="T16" fmla="*/ 77 w 89"/>
                  <a:gd name="T17" fmla="*/ 0 h 115"/>
                  <a:gd name="T18" fmla="*/ 88 w 89"/>
                  <a:gd name="T19" fmla="*/ 0 h 115"/>
                  <a:gd name="T20" fmla="*/ 88 w 89"/>
                  <a:gd name="T21" fmla="*/ 85 h 115"/>
                  <a:gd name="T22" fmla="*/ 89 w 89"/>
                  <a:gd name="T23" fmla="*/ 112 h 115"/>
                  <a:gd name="T24" fmla="*/ 78 w 89"/>
                  <a:gd name="T25" fmla="*/ 112 h 115"/>
                  <a:gd name="T26" fmla="*/ 78 w 89"/>
                  <a:gd name="T27" fmla="*/ 92 h 115"/>
                  <a:gd name="T28" fmla="*/ 77 w 89"/>
                  <a:gd name="T29" fmla="*/ 92 h 115"/>
                  <a:gd name="T30" fmla="*/ 39 w 89"/>
                  <a:gd name="T3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9" h="115">
                    <a:moveTo>
                      <a:pt x="39" y="115"/>
                    </a:moveTo>
                    <a:cubicBezTo>
                      <a:pt x="24" y="115"/>
                      <a:pt x="0" y="107"/>
                      <a:pt x="0" y="65"/>
                    </a:cubicBezTo>
                    <a:lnTo>
                      <a:pt x="0" y="0"/>
                    </a:lnTo>
                    <a:lnTo>
                      <a:pt x="12" y="0"/>
                    </a:lnTo>
                    <a:lnTo>
                      <a:pt x="12" y="63"/>
                    </a:lnTo>
                    <a:cubicBezTo>
                      <a:pt x="12" y="87"/>
                      <a:pt x="19" y="105"/>
                      <a:pt x="41" y="105"/>
                    </a:cubicBezTo>
                    <a:cubicBezTo>
                      <a:pt x="58" y="105"/>
                      <a:pt x="70" y="93"/>
                      <a:pt x="74" y="82"/>
                    </a:cubicBezTo>
                    <a:cubicBezTo>
                      <a:pt x="76" y="79"/>
                      <a:pt x="77" y="74"/>
                      <a:pt x="77" y="70"/>
                    </a:cubicBezTo>
                    <a:lnTo>
                      <a:pt x="77" y="0"/>
                    </a:lnTo>
                    <a:lnTo>
                      <a:pt x="88" y="0"/>
                    </a:lnTo>
                    <a:lnTo>
                      <a:pt x="88" y="85"/>
                    </a:lnTo>
                    <a:cubicBezTo>
                      <a:pt x="88" y="95"/>
                      <a:pt x="88" y="103"/>
                      <a:pt x="89" y="112"/>
                    </a:cubicBezTo>
                    <a:lnTo>
                      <a:pt x="78" y="112"/>
                    </a:lnTo>
                    <a:lnTo>
                      <a:pt x="78" y="92"/>
                    </a:lnTo>
                    <a:lnTo>
                      <a:pt x="77" y="92"/>
                    </a:lnTo>
                    <a:cubicBezTo>
                      <a:pt x="71" y="102"/>
                      <a:pt x="59" y="115"/>
                      <a:pt x="39" y="115"/>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7" name="Freeform 100">
                <a:extLst>
                  <a:ext uri="{FF2B5EF4-FFF2-40B4-BE49-F238E27FC236}">
                    <a16:creationId xmlns:a16="http://schemas.microsoft.com/office/drawing/2014/main" xmlns="" id="{C0FFC1C5-14EC-5553-A986-C608EC548BA9}"/>
                  </a:ext>
                </a:extLst>
              </p:cNvPr>
              <p:cNvSpPr>
                <a:spLocks/>
              </p:cNvSpPr>
              <p:nvPr/>
            </p:nvSpPr>
            <p:spPr bwMode="gray">
              <a:xfrm flipH="1">
                <a:off x="2090528" y="1722977"/>
                <a:ext cx="1881" cy="4181"/>
              </a:xfrm>
              <a:custGeom>
                <a:avLst/>
                <a:gdLst>
                  <a:gd name="T0" fmla="*/ 45 w 62"/>
                  <a:gd name="T1" fmla="*/ 139 h 139"/>
                  <a:gd name="T2" fmla="*/ 26 w 62"/>
                  <a:gd name="T3" fmla="*/ 132 h 139"/>
                  <a:gd name="T4" fmla="*/ 19 w 62"/>
                  <a:gd name="T5" fmla="*/ 105 h 139"/>
                  <a:gd name="T6" fmla="*/ 19 w 62"/>
                  <a:gd name="T7" fmla="*/ 34 h 139"/>
                  <a:gd name="T8" fmla="*/ 0 w 62"/>
                  <a:gd name="T9" fmla="*/ 34 h 139"/>
                  <a:gd name="T10" fmla="*/ 0 w 62"/>
                  <a:gd name="T11" fmla="*/ 25 h 139"/>
                  <a:gd name="T12" fmla="*/ 19 w 62"/>
                  <a:gd name="T13" fmla="*/ 25 h 139"/>
                  <a:gd name="T14" fmla="*/ 19 w 62"/>
                  <a:gd name="T15" fmla="*/ 4 h 139"/>
                  <a:gd name="T16" fmla="*/ 30 w 62"/>
                  <a:gd name="T17" fmla="*/ 0 h 139"/>
                  <a:gd name="T18" fmla="*/ 30 w 62"/>
                  <a:gd name="T19" fmla="*/ 25 h 139"/>
                  <a:gd name="T20" fmla="*/ 62 w 62"/>
                  <a:gd name="T21" fmla="*/ 25 h 139"/>
                  <a:gd name="T22" fmla="*/ 62 w 62"/>
                  <a:gd name="T23" fmla="*/ 34 h 139"/>
                  <a:gd name="T24" fmla="*/ 30 w 62"/>
                  <a:gd name="T25" fmla="*/ 34 h 139"/>
                  <a:gd name="T26" fmla="*/ 30 w 62"/>
                  <a:gd name="T27" fmla="*/ 107 h 139"/>
                  <a:gd name="T28" fmla="*/ 46 w 62"/>
                  <a:gd name="T29" fmla="*/ 130 h 139"/>
                  <a:gd name="T30" fmla="*/ 59 w 62"/>
                  <a:gd name="T31" fmla="*/ 128 h 139"/>
                  <a:gd name="T32" fmla="*/ 61 w 62"/>
                  <a:gd name="T33" fmla="*/ 137 h 139"/>
                  <a:gd name="T34" fmla="*/ 45 w 62"/>
                  <a:gd name="T35"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139">
                    <a:moveTo>
                      <a:pt x="45" y="139"/>
                    </a:moveTo>
                    <a:cubicBezTo>
                      <a:pt x="37" y="139"/>
                      <a:pt x="30" y="137"/>
                      <a:pt x="26" y="132"/>
                    </a:cubicBezTo>
                    <a:cubicBezTo>
                      <a:pt x="21" y="126"/>
                      <a:pt x="19" y="116"/>
                      <a:pt x="19" y="105"/>
                    </a:cubicBezTo>
                    <a:lnTo>
                      <a:pt x="19" y="34"/>
                    </a:lnTo>
                    <a:lnTo>
                      <a:pt x="0" y="34"/>
                    </a:lnTo>
                    <a:lnTo>
                      <a:pt x="0" y="25"/>
                    </a:lnTo>
                    <a:lnTo>
                      <a:pt x="19" y="25"/>
                    </a:lnTo>
                    <a:lnTo>
                      <a:pt x="19" y="4"/>
                    </a:lnTo>
                    <a:lnTo>
                      <a:pt x="30" y="0"/>
                    </a:lnTo>
                    <a:lnTo>
                      <a:pt x="30" y="25"/>
                    </a:lnTo>
                    <a:lnTo>
                      <a:pt x="62" y="25"/>
                    </a:lnTo>
                    <a:lnTo>
                      <a:pt x="62" y="34"/>
                    </a:lnTo>
                    <a:lnTo>
                      <a:pt x="30" y="34"/>
                    </a:lnTo>
                    <a:lnTo>
                      <a:pt x="30" y="107"/>
                    </a:lnTo>
                    <a:cubicBezTo>
                      <a:pt x="30" y="121"/>
                      <a:pt x="34" y="130"/>
                      <a:pt x="46" y="130"/>
                    </a:cubicBezTo>
                    <a:cubicBezTo>
                      <a:pt x="52" y="130"/>
                      <a:pt x="56" y="129"/>
                      <a:pt x="59" y="128"/>
                    </a:cubicBezTo>
                    <a:lnTo>
                      <a:pt x="61" y="137"/>
                    </a:lnTo>
                    <a:cubicBezTo>
                      <a:pt x="57" y="138"/>
                      <a:pt x="52" y="139"/>
                      <a:pt x="45" y="139"/>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8" name="Freeform 101">
                <a:extLst>
                  <a:ext uri="{FF2B5EF4-FFF2-40B4-BE49-F238E27FC236}">
                    <a16:creationId xmlns:a16="http://schemas.microsoft.com/office/drawing/2014/main" xmlns="" id="{2D6FDE12-4192-EBE1-C89C-B5C34576CA7C}"/>
                  </a:ext>
                </a:extLst>
              </p:cNvPr>
              <p:cNvSpPr>
                <a:spLocks noEditPoints="1"/>
              </p:cNvSpPr>
              <p:nvPr/>
            </p:nvSpPr>
            <p:spPr bwMode="gray">
              <a:xfrm flipH="1">
                <a:off x="2086974" y="1723604"/>
                <a:ext cx="3136" cy="3554"/>
              </a:xfrm>
              <a:custGeom>
                <a:avLst/>
                <a:gdLst>
                  <a:gd name="T0" fmla="*/ 52 w 105"/>
                  <a:gd name="T1" fmla="*/ 118 h 118"/>
                  <a:gd name="T2" fmla="*/ 52 w 105"/>
                  <a:gd name="T3" fmla="*/ 118 h 118"/>
                  <a:gd name="T4" fmla="*/ 0 w 105"/>
                  <a:gd name="T5" fmla="*/ 60 h 118"/>
                  <a:gd name="T6" fmla="*/ 53 w 105"/>
                  <a:gd name="T7" fmla="*/ 0 h 118"/>
                  <a:gd name="T8" fmla="*/ 105 w 105"/>
                  <a:gd name="T9" fmla="*/ 58 h 118"/>
                  <a:gd name="T10" fmla="*/ 52 w 105"/>
                  <a:gd name="T11" fmla="*/ 118 h 118"/>
                  <a:gd name="T12" fmla="*/ 53 w 105"/>
                  <a:gd name="T13" fmla="*/ 10 h 118"/>
                  <a:gd name="T14" fmla="*/ 11 w 105"/>
                  <a:gd name="T15" fmla="*/ 59 h 118"/>
                  <a:gd name="T16" fmla="*/ 52 w 105"/>
                  <a:gd name="T17" fmla="*/ 108 h 118"/>
                  <a:gd name="T18" fmla="*/ 52 w 105"/>
                  <a:gd name="T19" fmla="*/ 108 h 118"/>
                  <a:gd name="T20" fmla="*/ 94 w 105"/>
                  <a:gd name="T21" fmla="*/ 58 h 118"/>
                  <a:gd name="T22" fmla="*/ 53 w 105"/>
                  <a:gd name="T23" fmla="*/ 1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118">
                    <a:moveTo>
                      <a:pt x="52" y="118"/>
                    </a:moveTo>
                    <a:lnTo>
                      <a:pt x="52" y="118"/>
                    </a:lnTo>
                    <a:cubicBezTo>
                      <a:pt x="23" y="118"/>
                      <a:pt x="0" y="95"/>
                      <a:pt x="0" y="60"/>
                    </a:cubicBezTo>
                    <a:cubicBezTo>
                      <a:pt x="0" y="21"/>
                      <a:pt x="25" y="0"/>
                      <a:pt x="53" y="0"/>
                    </a:cubicBezTo>
                    <a:cubicBezTo>
                      <a:pt x="84" y="0"/>
                      <a:pt x="105" y="24"/>
                      <a:pt x="105" y="58"/>
                    </a:cubicBezTo>
                    <a:cubicBezTo>
                      <a:pt x="105" y="100"/>
                      <a:pt x="77" y="118"/>
                      <a:pt x="52" y="118"/>
                    </a:cubicBezTo>
                    <a:moveTo>
                      <a:pt x="53" y="10"/>
                    </a:moveTo>
                    <a:cubicBezTo>
                      <a:pt x="24" y="10"/>
                      <a:pt x="11" y="35"/>
                      <a:pt x="11" y="59"/>
                    </a:cubicBezTo>
                    <a:cubicBezTo>
                      <a:pt x="11" y="87"/>
                      <a:pt x="29" y="108"/>
                      <a:pt x="52" y="108"/>
                    </a:cubicBezTo>
                    <a:lnTo>
                      <a:pt x="52" y="108"/>
                    </a:lnTo>
                    <a:cubicBezTo>
                      <a:pt x="76" y="108"/>
                      <a:pt x="94" y="87"/>
                      <a:pt x="94" y="58"/>
                    </a:cubicBezTo>
                    <a:cubicBezTo>
                      <a:pt x="94" y="38"/>
                      <a:pt x="83" y="10"/>
                      <a:pt x="53" y="1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79" name="Freeform 102">
                <a:extLst>
                  <a:ext uri="{FF2B5EF4-FFF2-40B4-BE49-F238E27FC236}">
                    <a16:creationId xmlns:a16="http://schemas.microsoft.com/office/drawing/2014/main" xmlns="" id="{A8C63A57-C345-EADD-05A0-8B53E26F5A49}"/>
                  </a:ext>
                </a:extLst>
              </p:cNvPr>
              <p:cNvSpPr>
                <a:spLocks/>
              </p:cNvSpPr>
              <p:nvPr/>
            </p:nvSpPr>
            <p:spPr bwMode="gray">
              <a:xfrm flipH="1">
                <a:off x="1996874" y="1721932"/>
                <a:ext cx="6690" cy="5853"/>
              </a:xfrm>
              <a:custGeom>
                <a:avLst/>
                <a:gdLst>
                  <a:gd name="T0" fmla="*/ 13 w 222"/>
                  <a:gd name="T1" fmla="*/ 0 h 194"/>
                  <a:gd name="T2" fmla="*/ 0 w 222"/>
                  <a:gd name="T3" fmla="*/ 14 h 194"/>
                  <a:gd name="T4" fmla="*/ 0 w 222"/>
                  <a:gd name="T5" fmla="*/ 180 h 194"/>
                  <a:gd name="T6" fmla="*/ 13 w 222"/>
                  <a:gd name="T7" fmla="*/ 194 h 194"/>
                  <a:gd name="T8" fmla="*/ 208 w 222"/>
                  <a:gd name="T9" fmla="*/ 194 h 194"/>
                  <a:gd name="T10" fmla="*/ 222 w 222"/>
                  <a:gd name="T11" fmla="*/ 180 h 194"/>
                  <a:gd name="T12" fmla="*/ 222 w 222"/>
                  <a:gd name="T13" fmla="*/ 14 h 194"/>
                  <a:gd name="T14" fmla="*/ 208 w 222"/>
                  <a:gd name="T15" fmla="*/ 0 h 194"/>
                  <a:gd name="T16" fmla="*/ 13 w 222"/>
                  <a:gd name="T17"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194">
                    <a:moveTo>
                      <a:pt x="13" y="0"/>
                    </a:moveTo>
                    <a:cubicBezTo>
                      <a:pt x="6" y="0"/>
                      <a:pt x="0" y="6"/>
                      <a:pt x="0" y="14"/>
                    </a:cubicBezTo>
                    <a:lnTo>
                      <a:pt x="0" y="180"/>
                    </a:lnTo>
                    <a:cubicBezTo>
                      <a:pt x="0" y="187"/>
                      <a:pt x="6" y="194"/>
                      <a:pt x="13" y="194"/>
                    </a:cubicBezTo>
                    <a:lnTo>
                      <a:pt x="208" y="194"/>
                    </a:lnTo>
                    <a:cubicBezTo>
                      <a:pt x="216" y="194"/>
                      <a:pt x="222" y="187"/>
                      <a:pt x="222" y="180"/>
                    </a:cubicBezTo>
                    <a:lnTo>
                      <a:pt x="222" y="14"/>
                    </a:lnTo>
                    <a:cubicBezTo>
                      <a:pt x="222" y="6"/>
                      <a:pt x="216" y="0"/>
                      <a:pt x="208" y="0"/>
                    </a:cubicBezTo>
                    <a:lnTo>
                      <a:pt x="13" y="0"/>
                    </a:lnTo>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0" name="Freeform 103">
                <a:extLst>
                  <a:ext uri="{FF2B5EF4-FFF2-40B4-BE49-F238E27FC236}">
                    <a16:creationId xmlns:a16="http://schemas.microsoft.com/office/drawing/2014/main" xmlns="" id="{4EEA8F8F-564A-6CF5-2262-5F3D0E3DD6FD}"/>
                  </a:ext>
                </a:extLst>
              </p:cNvPr>
              <p:cNvSpPr>
                <a:spLocks/>
              </p:cNvSpPr>
              <p:nvPr/>
            </p:nvSpPr>
            <p:spPr bwMode="gray">
              <a:xfrm flipH="1">
                <a:off x="1994156" y="1722036"/>
                <a:ext cx="2822" cy="5644"/>
              </a:xfrm>
              <a:custGeom>
                <a:avLst/>
                <a:gdLst>
                  <a:gd name="T0" fmla="*/ 93 w 93"/>
                  <a:gd name="T1" fmla="*/ 172 h 187"/>
                  <a:gd name="T2" fmla="*/ 77 w 93"/>
                  <a:gd name="T3" fmla="*/ 178 h 187"/>
                  <a:gd name="T4" fmla="*/ 9 w 93"/>
                  <a:gd name="T5" fmla="*/ 110 h 187"/>
                  <a:gd name="T6" fmla="*/ 9 w 93"/>
                  <a:gd name="T7" fmla="*/ 78 h 187"/>
                  <a:gd name="T8" fmla="*/ 77 w 93"/>
                  <a:gd name="T9" fmla="*/ 9 h 187"/>
                  <a:gd name="T10" fmla="*/ 93 w 93"/>
                  <a:gd name="T11" fmla="*/ 16 h 187"/>
                  <a:gd name="T12" fmla="*/ 93 w 93"/>
                  <a:gd name="T13" fmla="*/ 172 h 187"/>
                </a:gdLst>
                <a:ahLst/>
                <a:cxnLst>
                  <a:cxn ang="0">
                    <a:pos x="T0" y="T1"/>
                  </a:cxn>
                  <a:cxn ang="0">
                    <a:pos x="T2" y="T3"/>
                  </a:cxn>
                  <a:cxn ang="0">
                    <a:pos x="T4" y="T5"/>
                  </a:cxn>
                  <a:cxn ang="0">
                    <a:pos x="T6" y="T7"/>
                  </a:cxn>
                  <a:cxn ang="0">
                    <a:pos x="T8" y="T9"/>
                  </a:cxn>
                  <a:cxn ang="0">
                    <a:pos x="T10" y="T11"/>
                  </a:cxn>
                  <a:cxn ang="0">
                    <a:pos x="T12" y="T13"/>
                  </a:cxn>
                </a:cxnLst>
                <a:rect l="0" t="0" r="r" b="b"/>
                <a:pathLst>
                  <a:path w="93" h="187">
                    <a:moveTo>
                      <a:pt x="93" y="172"/>
                    </a:moveTo>
                    <a:cubicBezTo>
                      <a:pt x="93" y="184"/>
                      <a:pt x="86" y="187"/>
                      <a:pt x="77" y="178"/>
                    </a:cubicBezTo>
                    <a:lnTo>
                      <a:pt x="9" y="110"/>
                    </a:lnTo>
                    <a:cubicBezTo>
                      <a:pt x="0" y="101"/>
                      <a:pt x="0" y="87"/>
                      <a:pt x="9" y="78"/>
                    </a:cubicBezTo>
                    <a:lnTo>
                      <a:pt x="77" y="9"/>
                    </a:lnTo>
                    <a:cubicBezTo>
                      <a:pt x="86" y="0"/>
                      <a:pt x="93" y="3"/>
                      <a:pt x="93" y="16"/>
                    </a:cubicBezTo>
                    <a:lnTo>
                      <a:pt x="93" y="172"/>
                    </a:lnTo>
                  </a:path>
                </a:pathLst>
              </a:custGeom>
              <a:solidFill>
                <a:srgbClr val="272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1" name="Freeform 104">
                <a:extLst>
                  <a:ext uri="{FF2B5EF4-FFF2-40B4-BE49-F238E27FC236}">
                    <a16:creationId xmlns:a16="http://schemas.microsoft.com/office/drawing/2014/main" xmlns="" id="{B0B54B8C-46FA-AD6B-CB26-56B7F7C2641C}"/>
                  </a:ext>
                </a:extLst>
              </p:cNvPr>
              <p:cNvSpPr>
                <a:spLocks noEditPoints="1"/>
              </p:cNvSpPr>
              <p:nvPr/>
            </p:nvSpPr>
            <p:spPr bwMode="gray">
              <a:xfrm flipH="1">
                <a:off x="2057498" y="1722454"/>
                <a:ext cx="4286" cy="4913"/>
              </a:xfrm>
              <a:custGeom>
                <a:avLst/>
                <a:gdLst>
                  <a:gd name="T0" fmla="*/ 70 w 140"/>
                  <a:gd name="T1" fmla="*/ 163 h 163"/>
                  <a:gd name="T2" fmla="*/ 69 w 140"/>
                  <a:gd name="T3" fmla="*/ 163 h 163"/>
                  <a:gd name="T4" fmla="*/ 0 w 140"/>
                  <a:gd name="T5" fmla="*/ 83 h 163"/>
                  <a:gd name="T6" fmla="*/ 71 w 140"/>
                  <a:gd name="T7" fmla="*/ 0 h 163"/>
                  <a:gd name="T8" fmla="*/ 140 w 140"/>
                  <a:gd name="T9" fmla="*/ 80 h 163"/>
                  <a:gd name="T10" fmla="*/ 70 w 140"/>
                  <a:gd name="T11" fmla="*/ 163 h 163"/>
                  <a:gd name="T12" fmla="*/ 70 w 140"/>
                  <a:gd name="T13" fmla="*/ 9 h 163"/>
                  <a:gd name="T14" fmla="*/ 12 w 140"/>
                  <a:gd name="T15" fmla="*/ 82 h 163"/>
                  <a:gd name="T16" fmla="*/ 70 w 140"/>
                  <a:gd name="T17" fmla="*/ 153 h 163"/>
                  <a:gd name="T18" fmla="*/ 70 w 140"/>
                  <a:gd name="T19" fmla="*/ 153 h 163"/>
                  <a:gd name="T20" fmla="*/ 128 w 140"/>
                  <a:gd name="T21" fmla="*/ 80 h 163"/>
                  <a:gd name="T22" fmla="*/ 70 w 140"/>
                  <a:gd name="T23" fmla="*/ 9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163">
                    <a:moveTo>
                      <a:pt x="70" y="163"/>
                    </a:moveTo>
                    <a:lnTo>
                      <a:pt x="69" y="163"/>
                    </a:lnTo>
                    <a:cubicBezTo>
                      <a:pt x="30" y="163"/>
                      <a:pt x="0" y="132"/>
                      <a:pt x="0" y="83"/>
                    </a:cubicBezTo>
                    <a:cubicBezTo>
                      <a:pt x="0" y="31"/>
                      <a:pt x="32" y="0"/>
                      <a:pt x="71" y="0"/>
                    </a:cubicBezTo>
                    <a:cubicBezTo>
                      <a:pt x="111" y="0"/>
                      <a:pt x="140" y="31"/>
                      <a:pt x="140" y="80"/>
                    </a:cubicBezTo>
                    <a:cubicBezTo>
                      <a:pt x="140" y="135"/>
                      <a:pt x="106" y="163"/>
                      <a:pt x="70" y="163"/>
                    </a:cubicBezTo>
                    <a:moveTo>
                      <a:pt x="70" y="9"/>
                    </a:moveTo>
                    <a:cubicBezTo>
                      <a:pt x="30" y="9"/>
                      <a:pt x="12" y="46"/>
                      <a:pt x="12" y="82"/>
                    </a:cubicBezTo>
                    <a:cubicBezTo>
                      <a:pt x="12" y="118"/>
                      <a:pt x="33" y="153"/>
                      <a:pt x="70" y="153"/>
                    </a:cubicBezTo>
                    <a:lnTo>
                      <a:pt x="70" y="153"/>
                    </a:lnTo>
                    <a:cubicBezTo>
                      <a:pt x="107" y="153"/>
                      <a:pt x="128" y="119"/>
                      <a:pt x="128" y="80"/>
                    </a:cubicBezTo>
                    <a:cubicBezTo>
                      <a:pt x="128" y="47"/>
                      <a:pt x="110" y="9"/>
                      <a:pt x="70" y="9"/>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2" name="Freeform 105">
                <a:extLst>
                  <a:ext uri="{FF2B5EF4-FFF2-40B4-BE49-F238E27FC236}">
                    <a16:creationId xmlns:a16="http://schemas.microsoft.com/office/drawing/2014/main" xmlns="" id="{F5D859C5-5E22-ED6F-EB8C-A10C80682A0E}"/>
                  </a:ext>
                </a:extLst>
              </p:cNvPr>
              <p:cNvSpPr>
                <a:spLocks noEditPoints="1"/>
              </p:cNvSpPr>
              <p:nvPr/>
            </p:nvSpPr>
            <p:spPr bwMode="gray">
              <a:xfrm flipH="1">
                <a:off x="2053631" y="1723813"/>
                <a:ext cx="3136" cy="4808"/>
              </a:xfrm>
              <a:custGeom>
                <a:avLst/>
                <a:gdLst>
                  <a:gd name="T0" fmla="*/ 13 w 102"/>
                  <a:gd name="T1" fmla="*/ 161 h 161"/>
                  <a:gd name="T2" fmla="*/ 1 w 102"/>
                  <a:gd name="T3" fmla="*/ 161 h 161"/>
                  <a:gd name="T4" fmla="*/ 1 w 102"/>
                  <a:gd name="T5" fmla="*/ 39 h 161"/>
                  <a:gd name="T6" fmla="*/ 0 w 102"/>
                  <a:gd name="T7" fmla="*/ 3 h 161"/>
                  <a:gd name="T8" fmla="*/ 11 w 102"/>
                  <a:gd name="T9" fmla="*/ 3 h 161"/>
                  <a:gd name="T10" fmla="*/ 12 w 102"/>
                  <a:gd name="T11" fmla="*/ 24 h 161"/>
                  <a:gd name="T12" fmla="*/ 12 w 102"/>
                  <a:gd name="T13" fmla="*/ 24 h 161"/>
                  <a:gd name="T14" fmla="*/ 54 w 102"/>
                  <a:gd name="T15" fmla="*/ 0 h 161"/>
                  <a:gd name="T16" fmla="*/ 102 w 102"/>
                  <a:gd name="T17" fmla="*/ 57 h 161"/>
                  <a:gd name="T18" fmla="*/ 51 w 102"/>
                  <a:gd name="T19" fmla="*/ 118 h 161"/>
                  <a:gd name="T20" fmla="*/ 13 w 102"/>
                  <a:gd name="T21" fmla="*/ 97 h 161"/>
                  <a:gd name="T22" fmla="*/ 13 w 102"/>
                  <a:gd name="T23" fmla="*/ 97 h 161"/>
                  <a:gd name="T24" fmla="*/ 13 w 102"/>
                  <a:gd name="T25" fmla="*/ 161 h 161"/>
                  <a:gd name="T26" fmla="*/ 51 w 102"/>
                  <a:gd name="T27" fmla="*/ 10 h 161"/>
                  <a:gd name="T28" fmla="*/ 14 w 102"/>
                  <a:gd name="T29" fmla="*/ 39 h 161"/>
                  <a:gd name="T30" fmla="*/ 13 w 102"/>
                  <a:gd name="T31" fmla="*/ 49 h 161"/>
                  <a:gd name="T32" fmla="*/ 13 w 102"/>
                  <a:gd name="T33" fmla="*/ 71 h 161"/>
                  <a:gd name="T34" fmla="*/ 14 w 102"/>
                  <a:gd name="T35" fmla="*/ 80 h 161"/>
                  <a:gd name="T36" fmla="*/ 50 w 102"/>
                  <a:gd name="T37" fmla="*/ 108 h 161"/>
                  <a:gd name="T38" fmla="*/ 91 w 102"/>
                  <a:gd name="T39" fmla="*/ 58 h 161"/>
                  <a:gd name="T40" fmla="*/ 51 w 102"/>
                  <a:gd name="T41" fmla="*/ 1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61">
                    <a:moveTo>
                      <a:pt x="13" y="161"/>
                    </a:moveTo>
                    <a:lnTo>
                      <a:pt x="1" y="161"/>
                    </a:lnTo>
                    <a:lnTo>
                      <a:pt x="1" y="39"/>
                    </a:lnTo>
                    <a:cubicBezTo>
                      <a:pt x="1" y="25"/>
                      <a:pt x="1" y="14"/>
                      <a:pt x="0" y="3"/>
                    </a:cubicBezTo>
                    <a:lnTo>
                      <a:pt x="11" y="3"/>
                    </a:lnTo>
                    <a:lnTo>
                      <a:pt x="12" y="24"/>
                    </a:lnTo>
                    <a:lnTo>
                      <a:pt x="12" y="24"/>
                    </a:lnTo>
                    <a:cubicBezTo>
                      <a:pt x="21" y="9"/>
                      <a:pt x="34" y="0"/>
                      <a:pt x="54" y="0"/>
                    </a:cubicBezTo>
                    <a:cubicBezTo>
                      <a:pt x="83" y="0"/>
                      <a:pt x="102" y="24"/>
                      <a:pt x="102" y="57"/>
                    </a:cubicBezTo>
                    <a:cubicBezTo>
                      <a:pt x="102" y="97"/>
                      <a:pt x="78" y="118"/>
                      <a:pt x="51" y="118"/>
                    </a:cubicBezTo>
                    <a:cubicBezTo>
                      <a:pt x="35" y="118"/>
                      <a:pt x="21" y="110"/>
                      <a:pt x="13" y="97"/>
                    </a:cubicBezTo>
                    <a:lnTo>
                      <a:pt x="13" y="97"/>
                    </a:lnTo>
                    <a:lnTo>
                      <a:pt x="13" y="161"/>
                    </a:lnTo>
                    <a:moveTo>
                      <a:pt x="51" y="10"/>
                    </a:moveTo>
                    <a:cubicBezTo>
                      <a:pt x="35" y="10"/>
                      <a:pt x="19" y="21"/>
                      <a:pt x="14" y="39"/>
                    </a:cubicBezTo>
                    <a:cubicBezTo>
                      <a:pt x="14" y="42"/>
                      <a:pt x="13" y="46"/>
                      <a:pt x="13" y="49"/>
                    </a:cubicBezTo>
                    <a:lnTo>
                      <a:pt x="13" y="71"/>
                    </a:lnTo>
                    <a:cubicBezTo>
                      <a:pt x="13" y="74"/>
                      <a:pt x="13" y="77"/>
                      <a:pt x="14" y="80"/>
                    </a:cubicBezTo>
                    <a:cubicBezTo>
                      <a:pt x="18" y="97"/>
                      <a:pt x="33" y="108"/>
                      <a:pt x="50" y="108"/>
                    </a:cubicBezTo>
                    <a:cubicBezTo>
                      <a:pt x="76" y="108"/>
                      <a:pt x="91" y="88"/>
                      <a:pt x="91" y="58"/>
                    </a:cubicBezTo>
                    <a:cubicBezTo>
                      <a:pt x="91" y="32"/>
                      <a:pt x="77" y="10"/>
                      <a:pt x="51" y="1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3" name="Freeform 106">
                <a:extLst>
                  <a:ext uri="{FF2B5EF4-FFF2-40B4-BE49-F238E27FC236}">
                    <a16:creationId xmlns:a16="http://schemas.microsoft.com/office/drawing/2014/main" xmlns="" id="{844E9971-024F-3628-F07B-C6ADAA4CBD96}"/>
                  </a:ext>
                </a:extLst>
              </p:cNvPr>
              <p:cNvSpPr>
                <a:spLocks/>
              </p:cNvSpPr>
              <p:nvPr/>
            </p:nvSpPr>
            <p:spPr bwMode="gray">
              <a:xfrm flipH="1">
                <a:off x="2051331" y="1723081"/>
                <a:ext cx="1881" cy="4286"/>
              </a:xfrm>
              <a:custGeom>
                <a:avLst/>
                <a:gdLst>
                  <a:gd name="T0" fmla="*/ 45 w 62"/>
                  <a:gd name="T1" fmla="*/ 140 h 140"/>
                  <a:gd name="T2" fmla="*/ 26 w 62"/>
                  <a:gd name="T3" fmla="*/ 132 h 140"/>
                  <a:gd name="T4" fmla="*/ 19 w 62"/>
                  <a:gd name="T5" fmla="*/ 105 h 140"/>
                  <a:gd name="T6" fmla="*/ 19 w 62"/>
                  <a:gd name="T7" fmla="*/ 34 h 140"/>
                  <a:gd name="T8" fmla="*/ 0 w 62"/>
                  <a:gd name="T9" fmla="*/ 34 h 140"/>
                  <a:gd name="T10" fmla="*/ 0 w 62"/>
                  <a:gd name="T11" fmla="*/ 25 h 140"/>
                  <a:gd name="T12" fmla="*/ 19 w 62"/>
                  <a:gd name="T13" fmla="*/ 25 h 140"/>
                  <a:gd name="T14" fmla="*/ 19 w 62"/>
                  <a:gd name="T15" fmla="*/ 4 h 140"/>
                  <a:gd name="T16" fmla="*/ 30 w 62"/>
                  <a:gd name="T17" fmla="*/ 0 h 140"/>
                  <a:gd name="T18" fmla="*/ 30 w 62"/>
                  <a:gd name="T19" fmla="*/ 25 h 140"/>
                  <a:gd name="T20" fmla="*/ 62 w 62"/>
                  <a:gd name="T21" fmla="*/ 25 h 140"/>
                  <a:gd name="T22" fmla="*/ 62 w 62"/>
                  <a:gd name="T23" fmla="*/ 34 h 140"/>
                  <a:gd name="T24" fmla="*/ 30 w 62"/>
                  <a:gd name="T25" fmla="*/ 34 h 140"/>
                  <a:gd name="T26" fmla="*/ 30 w 62"/>
                  <a:gd name="T27" fmla="*/ 107 h 140"/>
                  <a:gd name="T28" fmla="*/ 47 w 62"/>
                  <a:gd name="T29" fmla="*/ 130 h 140"/>
                  <a:gd name="T30" fmla="*/ 59 w 62"/>
                  <a:gd name="T31" fmla="*/ 129 h 140"/>
                  <a:gd name="T32" fmla="*/ 61 w 62"/>
                  <a:gd name="T33" fmla="*/ 137 h 140"/>
                  <a:gd name="T34" fmla="*/ 45 w 62"/>
                  <a:gd name="T35"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140">
                    <a:moveTo>
                      <a:pt x="45" y="140"/>
                    </a:moveTo>
                    <a:cubicBezTo>
                      <a:pt x="37" y="140"/>
                      <a:pt x="30" y="137"/>
                      <a:pt x="26" y="132"/>
                    </a:cubicBezTo>
                    <a:cubicBezTo>
                      <a:pt x="21" y="126"/>
                      <a:pt x="19" y="116"/>
                      <a:pt x="19" y="105"/>
                    </a:cubicBezTo>
                    <a:lnTo>
                      <a:pt x="19" y="34"/>
                    </a:lnTo>
                    <a:lnTo>
                      <a:pt x="0" y="34"/>
                    </a:lnTo>
                    <a:lnTo>
                      <a:pt x="0" y="25"/>
                    </a:lnTo>
                    <a:lnTo>
                      <a:pt x="19" y="25"/>
                    </a:lnTo>
                    <a:lnTo>
                      <a:pt x="19" y="4"/>
                    </a:lnTo>
                    <a:lnTo>
                      <a:pt x="30" y="0"/>
                    </a:lnTo>
                    <a:lnTo>
                      <a:pt x="30" y="25"/>
                    </a:lnTo>
                    <a:lnTo>
                      <a:pt x="62" y="25"/>
                    </a:lnTo>
                    <a:lnTo>
                      <a:pt x="62" y="34"/>
                    </a:lnTo>
                    <a:lnTo>
                      <a:pt x="30" y="34"/>
                    </a:lnTo>
                    <a:lnTo>
                      <a:pt x="30" y="107"/>
                    </a:lnTo>
                    <a:cubicBezTo>
                      <a:pt x="30" y="121"/>
                      <a:pt x="35" y="130"/>
                      <a:pt x="47" y="130"/>
                    </a:cubicBezTo>
                    <a:cubicBezTo>
                      <a:pt x="52" y="130"/>
                      <a:pt x="57" y="129"/>
                      <a:pt x="59" y="129"/>
                    </a:cubicBezTo>
                    <a:lnTo>
                      <a:pt x="61" y="137"/>
                    </a:lnTo>
                    <a:cubicBezTo>
                      <a:pt x="57" y="138"/>
                      <a:pt x="52" y="140"/>
                      <a:pt x="45" y="14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4" name="Freeform 107">
                <a:extLst>
                  <a:ext uri="{FF2B5EF4-FFF2-40B4-BE49-F238E27FC236}">
                    <a16:creationId xmlns:a16="http://schemas.microsoft.com/office/drawing/2014/main" xmlns="" id="{80303D1C-6B70-CAEF-BA13-5DB5523972FA}"/>
                  </a:ext>
                </a:extLst>
              </p:cNvPr>
              <p:cNvSpPr>
                <a:spLocks noEditPoints="1"/>
              </p:cNvSpPr>
              <p:nvPr/>
            </p:nvSpPr>
            <p:spPr bwMode="gray">
              <a:xfrm flipH="1">
                <a:off x="2050181" y="1722559"/>
                <a:ext cx="523" cy="4704"/>
              </a:xfrm>
              <a:custGeom>
                <a:avLst/>
                <a:gdLst>
                  <a:gd name="T0" fmla="*/ 14 w 18"/>
                  <a:gd name="T1" fmla="*/ 154 h 154"/>
                  <a:gd name="T2" fmla="*/ 3 w 18"/>
                  <a:gd name="T3" fmla="*/ 154 h 154"/>
                  <a:gd name="T4" fmla="*/ 3 w 18"/>
                  <a:gd name="T5" fmla="*/ 42 h 154"/>
                  <a:gd name="T6" fmla="*/ 14 w 18"/>
                  <a:gd name="T7" fmla="*/ 42 h 154"/>
                  <a:gd name="T8" fmla="*/ 14 w 18"/>
                  <a:gd name="T9" fmla="*/ 154 h 154"/>
                  <a:gd name="T10" fmla="*/ 8 w 18"/>
                  <a:gd name="T11" fmla="*/ 19 h 154"/>
                  <a:gd name="T12" fmla="*/ 8 w 18"/>
                  <a:gd name="T13" fmla="*/ 19 h 154"/>
                  <a:gd name="T14" fmla="*/ 0 w 18"/>
                  <a:gd name="T15" fmla="*/ 10 h 154"/>
                  <a:gd name="T16" fmla="*/ 9 w 18"/>
                  <a:gd name="T17" fmla="*/ 0 h 154"/>
                  <a:gd name="T18" fmla="*/ 18 w 18"/>
                  <a:gd name="T19" fmla="*/ 10 h 154"/>
                  <a:gd name="T20" fmla="*/ 8 w 18"/>
                  <a:gd name="T21" fmla="*/ 19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54">
                    <a:moveTo>
                      <a:pt x="14" y="154"/>
                    </a:moveTo>
                    <a:lnTo>
                      <a:pt x="3" y="154"/>
                    </a:lnTo>
                    <a:lnTo>
                      <a:pt x="3" y="42"/>
                    </a:lnTo>
                    <a:lnTo>
                      <a:pt x="14" y="42"/>
                    </a:lnTo>
                    <a:lnTo>
                      <a:pt x="14" y="154"/>
                    </a:lnTo>
                    <a:moveTo>
                      <a:pt x="8" y="19"/>
                    </a:moveTo>
                    <a:lnTo>
                      <a:pt x="8" y="19"/>
                    </a:lnTo>
                    <a:cubicBezTo>
                      <a:pt x="3" y="19"/>
                      <a:pt x="0" y="15"/>
                      <a:pt x="0" y="10"/>
                    </a:cubicBezTo>
                    <a:cubicBezTo>
                      <a:pt x="0" y="5"/>
                      <a:pt x="4" y="0"/>
                      <a:pt x="9" y="0"/>
                    </a:cubicBezTo>
                    <a:cubicBezTo>
                      <a:pt x="14" y="0"/>
                      <a:pt x="18" y="4"/>
                      <a:pt x="18" y="10"/>
                    </a:cubicBezTo>
                    <a:cubicBezTo>
                      <a:pt x="18" y="15"/>
                      <a:pt x="14" y="19"/>
                      <a:pt x="8" y="19"/>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5" name="Freeform 108">
                <a:extLst>
                  <a:ext uri="{FF2B5EF4-FFF2-40B4-BE49-F238E27FC236}">
                    <a16:creationId xmlns:a16="http://schemas.microsoft.com/office/drawing/2014/main" xmlns="" id="{D85E0996-CC1F-36FE-CDCB-56EF0DC65CA6}"/>
                  </a:ext>
                </a:extLst>
              </p:cNvPr>
              <p:cNvSpPr>
                <a:spLocks noEditPoints="1"/>
              </p:cNvSpPr>
              <p:nvPr/>
            </p:nvSpPr>
            <p:spPr bwMode="gray">
              <a:xfrm flipH="1">
                <a:off x="2046210" y="1723813"/>
                <a:ext cx="3240" cy="3554"/>
              </a:xfrm>
              <a:custGeom>
                <a:avLst/>
                <a:gdLst>
                  <a:gd name="T0" fmla="*/ 51 w 105"/>
                  <a:gd name="T1" fmla="*/ 118 h 118"/>
                  <a:gd name="T2" fmla="*/ 51 w 105"/>
                  <a:gd name="T3" fmla="*/ 118 h 118"/>
                  <a:gd name="T4" fmla="*/ 0 w 105"/>
                  <a:gd name="T5" fmla="*/ 60 h 118"/>
                  <a:gd name="T6" fmla="*/ 53 w 105"/>
                  <a:gd name="T7" fmla="*/ 0 h 118"/>
                  <a:gd name="T8" fmla="*/ 105 w 105"/>
                  <a:gd name="T9" fmla="*/ 58 h 118"/>
                  <a:gd name="T10" fmla="*/ 51 w 105"/>
                  <a:gd name="T11" fmla="*/ 118 h 118"/>
                  <a:gd name="T12" fmla="*/ 53 w 105"/>
                  <a:gd name="T13" fmla="*/ 10 h 118"/>
                  <a:gd name="T14" fmla="*/ 11 w 105"/>
                  <a:gd name="T15" fmla="*/ 59 h 118"/>
                  <a:gd name="T16" fmla="*/ 52 w 105"/>
                  <a:gd name="T17" fmla="*/ 108 h 118"/>
                  <a:gd name="T18" fmla="*/ 52 w 105"/>
                  <a:gd name="T19" fmla="*/ 108 h 118"/>
                  <a:gd name="T20" fmla="*/ 94 w 105"/>
                  <a:gd name="T21" fmla="*/ 59 h 118"/>
                  <a:gd name="T22" fmla="*/ 53 w 105"/>
                  <a:gd name="T23" fmla="*/ 1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118">
                    <a:moveTo>
                      <a:pt x="51" y="118"/>
                    </a:moveTo>
                    <a:lnTo>
                      <a:pt x="51" y="118"/>
                    </a:lnTo>
                    <a:cubicBezTo>
                      <a:pt x="22" y="118"/>
                      <a:pt x="0" y="95"/>
                      <a:pt x="0" y="60"/>
                    </a:cubicBezTo>
                    <a:cubicBezTo>
                      <a:pt x="0" y="22"/>
                      <a:pt x="25" y="0"/>
                      <a:pt x="53" y="0"/>
                    </a:cubicBezTo>
                    <a:cubicBezTo>
                      <a:pt x="84" y="0"/>
                      <a:pt x="105" y="24"/>
                      <a:pt x="105" y="58"/>
                    </a:cubicBezTo>
                    <a:cubicBezTo>
                      <a:pt x="105" y="100"/>
                      <a:pt x="76" y="118"/>
                      <a:pt x="51" y="118"/>
                    </a:cubicBezTo>
                    <a:moveTo>
                      <a:pt x="53" y="10"/>
                    </a:moveTo>
                    <a:cubicBezTo>
                      <a:pt x="24" y="10"/>
                      <a:pt x="11" y="35"/>
                      <a:pt x="11" y="59"/>
                    </a:cubicBezTo>
                    <a:cubicBezTo>
                      <a:pt x="11" y="87"/>
                      <a:pt x="29" y="108"/>
                      <a:pt x="52" y="108"/>
                    </a:cubicBezTo>
                    <a:lnTo>
                      <a:pt x="52" y="108"/>
                    </a:lnTo>
                    <a:cubicBezTo>
                      <a:pt x="75" y="108"/>
                      <a:pt x="94" y="87"/>
                      <a:pt x="94" y="59"/>
                    </a:cubicBezTo>
                    <a:cubicBezTo>
                      <a:pt x="94" y="38"/>
                      <a:pt x="82" y="10"/>
                      <a:pt x="53" y="10"/>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6" name="Freeform 109">
                <a:extLst>
                  <a:ext uri="{FF2B5EF4-FFF2-40B4-BE49-F238E27FC236}">
                    <a16:creationId xmlns:a16="http://schemas.microsoft.com/office/drawing/2014/main" xmlns="" id="{209279CD-90CE-A513-815A-9DE5FDDDFADB}"/>
                  </a:ext>
                </a:extLst>
              </p:cNvPr>
              <p:cNvSpPr>
                <a:spLocks/>
              </p:cNvSpPr>
              <p:nvPr/>
            </p:nvSpPr>
            <p:spPr bwMode="gray">
              <a:xfrm flipH="1">
                <a:off x="2042760" y="1723813"/>
                <a:ext cx="2613" cy="3449"/>
              </a:xfrm>
              <a:custGeom>
                <a:avLst/>
                <a:gdLst>
                  <a:gd name="T0" fmla="*/ 89 w 89"/>
                  <a:gd name="T1" fmla="*/ 115 h 115"/>
                  <a:gd name="T2" fmla="*/ 78 w 89"/>
                  <a:gd name="T3" fmla="*/ 115 h 115"/>
                  <a:gd name="T4" fmla="*/ 78 w 89"/>
                  <a:gd name="T5" fmla="*/ 49 h 115"/>
                  <a:gd name="T6" fmla="*/ 47 w 89"/>
                  <a:gd name="T7" fmla="*/ 10 h 115"/>
                  <a:gd name="T8" fmla="*/ 13 w 89"/>
                  <a:gd name="T9" fmla="*/ 36 h 115"/>
                  <a:gd name="T10" fmla="*/ 12 w 89"/>
                  <a:gd name="T11" fmla="*/ 45 h 115"/>
                  <a:gd name="T12" fmla="*/ 12 w 89"/>
                  <a:gd name="T13" fmla="*/ 115 h 115"/>
                  <a:gd name="T14" fmla="*/ 1 w 89"/>
                  <a:gd name="T15" fmla="*/ 115 h 115"/>
                  <a:gd name="T16" fmla="*/ 1 w 89"/>
                  <a:gd name="T17" fmla="*/ 30 h 115"/>
                  <a:gd name="T18" fmla="*/ 0 w 89"/>
                  <a:gd name="T19" fmla="*/ 3 h 115"/>
                  <a:gd name="T20" fmla="*/ 10 w 89"/>
                  <a:gd name="T21" fmla="*/ 3 h 115"/>
                  <a:gd name="T22" fmla="*/ 11 w 89"/>
                  <a:gd name="T23" fmla="*/ 23 h 115"/>
                  <a:gd name="T24" fmla="*/ 11 w 89"/>
                  <a:gd name="T25" fmla="*/ 23 h 115"/>
                  <a:gd name="T26" fmla="*/ 50 w 89"/>
                  <a:gd name="T27" fmla="*/ 0 h 115"/>
                  <a:gd name="T28" fmla="*/ 89 w 89"/>
                  <a:gd name="T29" fmla="*/ 48 h 115"/>
                  <a:gd name="T30" fmla="*/ 89 w 89"/>
                  <a:gd name="T3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9" h="115">
                    <a:moveTo>
                      <a:pt x="89" y="115"/>
                    </a:moveTo>
                    <a:lnTo>
                      <a:pt x="78" y="115"/>
                    </a:lnTo>
                    <a:lnTo>
                      <a:pt x="78" y="49"/>
                    </a:lnTo>
                    <a:cubicBezTo>
                      <a:pt x="78" y="28"/>
                      <a:pt x="70" y="10"/>
                      <a:pt x="47" y="10"/>
                    </a:cubicBezTo>
                    <a:cubicBezTo>
                      <a:pt x="31" y="10"/>
                      <a:pt x="18" y="21"/>
                      <a:pt x="13" y="36"/>
                    </a:cubicBezTo>
                    <a:cubicBezTo>
                      <a:pt x="12" y="38"/>
                      <a:pt x="12" y="42"/>
                      <a:pt x="12" y="45"/>
                    </a:cubicBezTo>
                    <a:lnTo>
                      <a:pt x="12" y="115"/>
                    </a:lnTo>
                    <a:lnTo>
                      <a:pt x="1" y="115"/>
                    </a:lnTo>
                    <a:lnTo>
                      <a:pt x="1" y="30"/>
                    </a:lnTo>
                    <a:cubicBezTo>
                      <a:pt x="1" y="19"/>
                      <a:pt x="0" y="12"/>
                      <a:pt x="0" y="3"/>
                    </a:cubicBezTo>
                    <a:lnTo>
                      <a:pt x="10" y="3"/>
                    </a:lnTo>
                    <a:lnTo>
                      <a:pt x="11" y="23"/>
                    </a:lnTo>
                    <a:lnTo>
                      <a:pt x="11" y="23"/>
                    </a:lnTo>
                    <a:cubicBezTo>
                      <a:pt x="17" y="10"/>
                      <a:pt x="32" y="0"/>
                      <a:pt x="50" y="0"/>
                    </a:cubicBezTo>
                    <a:cubicBezTo>
                      <a:pt x="61" y="0"/>
                      <a:pt x="89" y="6"/>
                      <a:pt x="89" y="48"/>
                    </a:cubicBezTo>
                    <a:lnTo>
                      <a:pt x="89" y="115"/>
                    </a:ln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7" name="Freeform 110">
                <a:extLst>
                  <a:ext uri="{FF2B5EF4-FFF2-40B4-BE49-F238E27FC236}">
                    <a16:creationId xmlns:a16="http://schemas.microsoft.com/office/drawing/2014/main" xmlns="" id="{6A315471-8F26-283E-C4F3-ABD81863FCA0}"/>
                  </a:ext>
                </a:extLst>
              </p:cNvPr>
              <p:cNvSpPr>
                <a:spLocks/>
              </p:cNvSpPr>
              <p:nvPr/>
            </p:nvSpPr>
            <p:spPr bwMode="gray">
              <a:xfrm flipH="1">
                <a:off x="2039834" y="1723813"/>
                <a:ext cx="2090" cy="3554"/>
              </a:xfrm>
              <a:custGeom>
                <a:avLst/>
                <a:gdLst>
                  <a:gd name="T0" fmla="*/ 29 w 67"/>
                  <a:gd name="T1" fmla="*/ 118 h 118"/>
                  <a:gd name="T2" fmla="*/ 0 w 67"/>
                  <a:gd name="T3" fmla="*/ 110 h 118"/>
                  <a:gd name="T4" fmla="*/ 4 w 67"/>
                  <a:gd name="T5" fmla="*/ 100 h 118"/>
                  <a:gd name="T6" fmla="*/ 30 w 67"/>
                  <a:gd name="T7" fmla="*/ 108 h 118"/>
                  <a:gd name="T8" fmla="*/ 56 w 67"/>
                  <a:gd name="T9" fmla="*/ 87 h 118"/>
                  <a:gd name="T10" fmla="*/ 32 w 67"/>
                  <a:gd name="T11" fmla="*/ 61 h 118"/>
                  <a:gd name="T12" fmla="*/ 4 w 67"/>
                  <a:gd name="T13" fmla="*/ 31 h 118"/>
                  <a:gd name="T14" fmla="*/ 38 w 67"/>
                  <a:gd name="T15" fmla="*/ 0 h 118"/>
                  <a:gd name="T16" fmla="*/ 63 w 67"/>
                  <a:gd name="T17" fmla="*/ 7 h 118"/>
                  <a:gd name="T18" fmla="*/ 59 w 67"/>
                  <a:gd name="T19" fmla="*/ 16 h 118"/>
                  <a:gd name="T20" fmla="*/ 36 w 67"/>
                  <a:gd name="T21" fmla="*/ 10 h 118"/>
                  <a:gd name="T22" fmla="*/ 15 w 67"/>
                  <a:gd name="T23" fmla="*/ 29 h 118"/>
                  <a:gd name="T24" fmla="*/ 38 w 67"/>
                  <a:gd name="T25" fmla="*/ 52 h 118"/>
                  <a:gd name="T26" fmla="*/ 67 w 67"/>
                  <a:gd name="T27" fmla="*/ 85 h 118"/>
                  <a:gd name="T28" fmla="*/ 29 w 67"/>
                  <a:gd name="T29" fmla="*/ 11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18">
                    <a:moveTo>
                      <a:pt x="29" y="118"/>
                    </a:moveTo>
                    <a:cubicBezTo>
                      <a:pt x="18" y="118"/>
                      <a:pt x="8" y="114"/>
                      <a:pt x="0" y="110"/>
                    </a:cubicBezTo>
                    <a:lnTo>
                      <a:pt x="4" y="100"/>
                    </a:lnTo>
                    <a:cubicBezTo>
                      <a:pt x="10" y="104"/>
                      <a:pt x="19" y="108"/>
                      <a:pt x="30" y="108"/>
                    </a:cubicBezTo>
                    <a:cubicBezTo>
                      <a:pt x="47" y="108"/>
                      <a:pt x="56" y="99"/>
                      <a:pt x="56" y="87"/>
                    </a:cubicBezTo>
                    <a:cubicBezTo>
                      <a:pt x="56" y="74"/>
                      <a:pt x="48" y="68"/>
                      <a:pt x="32" y="61"/>
                    </a:cubicBezTo>
                    <a:cubicBezTo>
                      <a:pt x="14" y="54"/>
                      <a:pt x="4" y="44"/>
                      <a:pt x="4" y="31"/>
                    </a:cubicBezTo>
                    <a:cubicBezTo>
                      <a:pt x="4" y="14"/>
                      <a:pt x="16" y="0"/>
                      <a:pt x="38" y="0"/>
                    </a:cubicBezTo>
                    <a:cubicBezTo>
                      <a:pt x="48" y="0"/>
                      <a:pt x="57" y="3"/>
                      <a:pt x="63" y="7"/>
                    </a:cubicBezTo>
                    <a:lnTo>
                      <a:pt x="59" y="16"/>
                    </a:lnTo>
                    <a:cubicBezTo>
                      <a:pt x="55" y="14"/>
                      <a:pt x="48" y="10"/>
                      <a:pt x="36" y="10"/>
                    </a:cubicBezTo>
                    <a:cubicBezTo>
                      <a:pt x="22" y="10"/>
                      <a:pt x="15" y="19"/>
                      <a:pt x="15" y="29"/>
                    </a:cubicBezTo>
                    <a:cubicBezTo>
                      <a:pt x="15" y="41"/>
                      <a:pt x="22" y="46"/>
                      <a:pt x="38" y="52"/>
                    </a:cubicBezTo>
                    <a:cubicBezTo>
                      <a:pt x="56" y="59"/>
                      <a:pt x="67" y="68"/>
                      <a:pt x="67" y="85"/>
                    </a:cubicBezTo>
                    <a:cubicBezTo>
                      <a:pt x="67" y="105"/>
                      <a:pt x="52" y="117"/>
                      <a:pt x="29" y="117"/>
                    </a:cubicBezTo>
                  </a:path>
                </a:pathLst>
              </a:custGeom>
              <a:solidFill>
                <a:srgbClr val="797B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8" name="Freeform 111">
                <a:extLst>
                  <a:ext uri="{FF2B5EF4-FFF2-40B4-BE49-F238E27FC236}">
                    <a16:creationId xmlns:a16="http://schemas.microsoft.com/office/drawing/2014/main" xmlns="" id="{2D89A0AE-AC34-21C4-9AFA-64E94A280248}"/>
                  </a:ext>
                </a:extLst>
              </p:cNvPr>
              <p:cNvSpPr>
                <a:spLocks/>
              </p:cNvSpPr>
              <p:nvPr/>
            </p:nvSpPr>
            <p:spPr bwMode="gray">
              <a:xfrm flipH="1">
                <a:off x="1835279" y="1988260"/>
                <a:ext cx="152710" cy="123757"/>
              </a:xfrm>
              <a:custGeom>
                <a:avLst/>
                <a:gdLst>
                  <a:gd name="T0" fmla="*/ 2835 w 5067"/>
                  <a:gd name="T1" fmla="*/ 4119 h 4119"/>
                  <a:gd name="T2" fmla="*/ 5067 w 5067"/>
                  <a:gd name="T3" fmla="*/ 2492 h 4119"/>
                  <a:gd name="T4" fmla="*/ 3889 w 5067"/>
                  <a:gd name="T5" fmla="*/ 0 h 4119"/>
                  <a:gd name="T6" fmla="*/ 0 w 5067"/>
                  <a:gd name="T7" fmla="*/ 3088 h 4119"/>
                  <a:gd name="T8" fmla="*/ 339 w 5067"/>
                  <a:gd name="T9" fmla="*/ 4119 h 4119"/>
                  <a:gd name="T10" fmla="*/ 2835 w 5067"/>
                  <a:gd name="T11" fmla="*/ 4119 h 4119"/>
                </a:gdLst>
                <a:ahLst/>
                <a:cxnLst>
                  <a:cxn ang="0">
                    <a:pos x="T0" y="T1"/>
                  </a:cxn>
                  <a:cxn ang="0">
                    <a:pos x="T2" y="T3"/>
                  </a:cxn>
                  <a:cxn ang="0">
                    <a:pos x="T4" y="T5"/>
                  </a:cxn>
                  <a:cxn ang="0">
                    <a:pos x="T6" y="T7"/>
                  </a:cxn>
                  <a:cxn ang="0">
                    <a:pos x="T8" y="T9"/>
                  </a:cxn>
                  <a:cxn ang="0">
                    <a:pos x="T10" y="T11"/>
                  </a:cxn>
                </a:cxnLst>
                <a:rect l="0" t="0" r="r" b="b"/>
                <a:pathLst>
                  <a:path w="5067" h="4119">
                    <a:moveTo>
                      <a:pt x="2835" y="4119"/>
                    </a:moveTo>
                    <a:lnTo>
                      <a:pt x="5067" y="2492"/>
                    </a:lnTo>
                    <a:lnTo>
                      <a:pt x="3889" y="0"/>
                    </a:lnTo>
                    <a:cubicBezTo>
                      <a:pt x="3786" y="34"/>
                      <a:pt x="1301" y="1410"/>
                      <a:pt x="0" y="3088"/>
                    </a:cubicBezTo>
                    <a:lnTo>
                      <a:pt x="339" y="4119"/>
                    </a:lnTo>
                    <a:lnTo>
                      <a:pt x="2835" y="4119"/>
                    </a:lnTo>
                  </a:path>
                </a:pathLst>
              </a:custGeom>
              <a:solidFill>
                <a:srgbClr val="3D6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89" name="Freeform 112">
                <a:extLst>
                  <a:ext uri="{FF2B5EF4-FFF2-40B4-BE49-F238E27FC236}">
                    <a16:creationId xmlns:a16="http://schemas.microsoft.com/office/drawing/2014/main" xmlns="" id="{E71E2590-1BE0-CC81-F9AE-4A5C9E811D86}"/>
                  </a:ext>
                </a:extLst>
              </p:cNvPr>
              <p:cNvSpPr>
                <a:spLocks/>
              </p:cNvSpPr>
              <p:nvPr/>
            </p:nvSpPr>
            <p:spPr bwMode="gray">
              <a:xfrm flipH="1">
                <a:off x="1865591" y="1992754"/>
                <a:ext cx="120412" cy="101075"/>
              </a:xfrm>
              <a:custGeom>
                <a:avLst/>
                <a:gdLst>
                  <a:gd name="T0" fmla="*/ 3995 w 3995"/>
                  <a:gd name="T1" fmla="*/ 233 h 3363"/>
                  <a:gd name="T2" fmla="*/ 3828 w 3995"/>
                  <a:gd name="T3" fmla="*/ 0 h 3363"/>
                  <a:gd name="T4" fmla="*/ 0 w 3995"/>
                  <a:gd name="T5" fmla="*/ 3055 h 3363"/>
                  <a:gd name="T6" fmla="*/ 106 w 3995"/>
                  <a:gd name="T7" fmla="*/ 3363 h 3363"/>
                  <a:gd name="T8" fmla="*/ 1628 w 3995"/>
                  <a:gd name="T9" fmla="*/ 1908 h 3363"/>
                  <a:gd name="T10" fmla="*/ 3995 w 3995"/>
                  <a:gd name="T11" fmla="*/ 233 h 3363"/>
                </a:gdLst>
                <a:ahLst/>
                <a:cxnLst>
                  <a:cxn ang="0">
                    <a:pos x="T0" y="T1"/>
                  </a:cxn>
                  <a:cxn ang="0">
                    <a:pos x="T2" y="T3"/>
                  </a:cxn>
                  <a:cxn ang="0">
                    <a:pos x="T4" y="T5"/>
                  </a:cxn>
                  <a:cxn ang="0">
                    <a:pos x="T6" y="T7"/>
                  </a:cxn>
                  <a:cxn ang="0">
                    <a:pos x="T8" y="T9"/>
                  </a:cxn>
                  <a:cxn ang="0">
                    <a:pos x="T10" y="T11"/>
                  </a:cxn>
                </a:cxnLst>
                <a:rect l="0" t="0" r="r" b="b"/>
                <a:pathLst>
                  <a:path w="3995" h="3363">
                    <a:moveTo>
                      <a:pt x="3995" y="233"/>
                    </a:moveTo>
                    <a:lnTo>
                      <a:pt x="3828" y="0"/>
                    </a:lnTo>
                    <a:cubicBezTo>
                      <a:pt x="3726" y="34"/>
                      <a:pt x="1302" y="1377"/>
                      <a:pt x="0" y="3055"/>
                    </a:cubicBezTo>
                    <a:lnTo>
                      <a:pt x="106" y="3363"/>
                    </a:lnTo>
                    <a:cubicBezTo>
                      <a:pt x="106" y="3363"/>
                      <a:pt x="412" y="2875"/>
                      <a:pt x="1628" y="1908"/>
                    </a:cubicBezTo>
                    <a:cubicBezTo>
                      <a:pt x="2860" y="929"/>
                      <a:pt x="3995" y="233"/>
                      <a:pt x="3995" y="233"/>
                    </a:cubicBezTo>
                  </a:path>
                </a:pathLst>
              </a:custGeom>
              <a:solidFill>
                <a:srgbClr val="3864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90" name="Freeform 113">
                <a:extLst>
                  <a:ext uri="{FF2B5EF4-FFF2-40B4-BE49-F238E27FC236}">
                    <a16:creationId xmlns:a16="http://schemas.microsoft.com/office/drawing/2014/main" xmlns="" id="{F28D86D7-37BE-4DF8-28EB-22BB21C20D35}"/>
                  </a:ext>
                </a:extLst>
              </p:cNvPr>
              <p:cNvSpPr>
                <a:spLocks/>
              </p:cNvSpPr>
              <p:nvPr/>
            </p:nvSpPr>
            <p:spPr bwMode="gray">
              <a:xfrm flipH="1">
                <a:off x="1866218" y="1988260"/>
                <a:ext cx="121771" cy="102120"/>
              </a:xfrm>
              <a:custGeom>
                <a:avLst/>
                <a:gdLst>
                  <a:gd name="T0" fmla="*/ 4039 w 4039"/>
                  <a:gd name="T1" fmla="*/ 330 h 3397"/>
                  <a:gd name="T2" fmla="*/ 3889 w 4039"/>
                  <a:gd name="T3" fmla="*/ 0 h 3397"/>
                  <a:gd name="T4" fmla="*/ 0 w 4039"/>
                  <a:gd name="T5" fmla="*/ 3088 h 3397"/>
                  <a:gd name="T6" fmla="*/ 106 w 4039"/>
                  <a:gd name="T7" fmla="*/ 3397 h 3397"/>
                  <a:gd name="T8" fmla="*/ 2139 w 4039"/>
                  <a:gd name="T9" fmla="*/ 1619 h 3397"/>
                  <a:gd name="T10" fmla="*/ 4039 w 4039"/>
                  <a:gd name="T11" fmla="*/ 330 h 3397"/>
                </a:gdLst>
                <a:ahLst/>
                <a:cxnLst>
                  <a:cxn ang="0">
                    <a:pos x="T0" y="T1"/>
                  </a:cxn>
                  <a:cxn ang="0">
                    <a:pos x="T2" y="T3"/>
                  </a:cxn>
                  <a:cxn ang="0">
                    <a:pos x="T4" y="T5"/>
                  </a:cxn>
                  <a:cxn ang="0">
                    <a:pos x="T6" y="T7"/>
                  </a:cxn>
                  <a:cxn ang="0">
                    <a:pos x="T8" y="T9"/>
                  </a:cxn>
                  <a:cxn ang="0">
                    <a:pos x="T10" y="T11"/>
                  </a:cxn>
                </a:cxnLst>
                <a:rect l="0" t="0" r="r" b="b"/>
                <a:pathLst>
                  <a:path w="4039" h="3397">
                    <a:moveTo>
                      <a:pt x="4039" y="330"/>
                    </a:moveTo>
                    <a:lnTo>
                      <a:pt x="3889" y="0"/>
                    </a:lnTo>
                    <a:cubicBezTo>
                      <a:pt x="3786" y="34"/>
                      <a:pt x="1301" y="1410"/>
                      <a:pt x="0" y="3088"/>
                    </a:cubicBezTo>
                    <a:lnTo>
                      <a:pt x="106" y="3397"/>
                    </a:lnTo>
                    <a:cubicBezTo>
                      <a:pt x="106" y="3397"/>
                      <a:pt x="879" y="2561"/>
                      <a:pt x="2139" y="1619"/>
                    </a:cubicBezTo>
                    <a:cubicBezTo>
                      <a:pt x="3399" y="677"/>
                      <a:pt x="4039" y="330"/>
                      <a:pt x="4039" y="330"/>
                    </a:cubicBezTo>
                  </a:path>
                </a:pathLst>
              </a:custGeom>
              <a:solidFill>
                <a:srgbClr val="509A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283" name="Flowchart: Alternate Process 282">
              <a:extLst>
                <a:ext uri="{FF2B5EF4-FFF2-40B4-BE49-F238E27FC236}">
                  <a16:creationId xmlns:a16="http://schemas.microsoft.com/office/drawing/2014/main" xmlns="" id="{F715ED78-8809-097C-79BD-60FAD624340A}"/>
                </a:ext>
              </a:extLst>
            </p:cNvPr>
            <p:cNvSpPr/>
            <p:nvPr/>
          </p:nvSpPr>
          <p:spPr bwMode="gray">
            <a:xfrm>
              <a:off x="4941988" y="1665937"/>
              <a:ext cx="58095" cy="56914"/>
            </a:xfrm>
            <a:prstGeom prst="flowChartAlternateProcess">
              <a:avLst/>
            </a:prstGeom>
            <a:gradFill flip="none" rotWithShape="1">
              <a:gsLst>
                <a:gs pos="11000">
                  <a:schemeClr val="accent1">
                    <a:lumMod val="40000"/>
                    <a:lumOff val="60000"/>
                  </a:schemeClr>
                </a:gs>
                <a:gs pos="59000">
                  <a:schemeClr val="accent1">
                    <a:lumMod val="75000"/>
                  </a:schemeClr>
                </a:gs>
                <a:gs pos="100000">
                  <a:schemeClr val="accent1">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4" name="Flowchart: Alternate Process 283">
              <a:extLst>
                <a:ext uri="{FF2B5EF4-FFF2-40B4-BE49-F238E27FC236}">
                  <a16:creationId xmlns:a16="http://schemas.microsoft.com/office/drawing/2014/main" xmlns="" id="{B77E0FC8-A505-4238-11D8-78EEC575E1D3}"/>
                </a:ext>
              </a:extLst>
            </p:cNvPr>
            <p:cNvSpPr/>
            <p:nvPr/>
          </p:nvSpPr>
          <p:spPr bwMode="gray">
            <a:xfrm>
              <a:off x="5016829" y="1665937"/>
              <a:ext cx="58095" cy="56914"/>
            </a:xfrm>
            <a:prstGeom prst="flowChartAlternateProcess">
              <a:avLst/>
            </a:prstGeom>
            <a:gradFill>
              <a:gsLst>
                <a:gs pos="0">
                  <a:schemeClr val="accent6">
                    <a:lumMod val="60000"/>
                    <a:lumOff val="40000"/>
                  </a:schemeClr>
                </a:gs>
                <a:gs pos="58000">
                  <a:schemeClr val="accent6">
                    <a:lumMod val="50000"/>
                  </a:schemeClr>
                </a:gs>
                <a:gs pos="100000">
                  <a:schemeClr val="accent6">
                    <a:lumMod val="60000"/>
                    <a:lumOff val="4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5" name="Flowchart: Alternate Process 284">
              <a:extLst>
                <a:ext uri="{FF2B5EF4-FFF2-40B4-BE49-F238E27FC236}">
                  <a16:creationId xmlns:a16="http://schemas.microsoft.com/office/drawing/2014/main" xmlns="" id="{870A7B51-20A6-F484-5BE8-14FE0CB58CDC}"/>
                </a:ext>
              </a:extLst>
            </p:cNvPr>
            <p:cNvSpPr/>
            <p:nvPr/>
          </p:nvSpPr>
          <p:spPr bwMode="gray">
            <a:xfrm>
              <a:off x="5094203" y="1665937"/>
              <a:ext cx="58095" cy="56914"/>
            </a:xfrm>
            <a:prstGeom prst="flowChartAlternateProcess">
              <a:avLst/>
            </a:prstGeom>
            <a:gradFill>
              <a:gsLst>
                <a:gs pos="0">
                  <a:srgbClr val="FF0000"/>
                </a:gs>
                <a:gs pos="59000">
                  <a:srgbClr val="C00000"/>
                </a:gs>
                <a:gs pos="100000">
                  <a:srgbClr val="FF000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6" name="Flowchart: Alternate Process 285">
              <a:extLst>
                <a:ext uri="{FF2B5EF4-FFF2-40B4-BE49-F238E27FC236}">
                  <a16:creationId xmlns:a16="http://schemas.microsoft.com/office/drawing/2014/main" xmlns="" id="{EB30FDC6-A709-16D5-FA3E-28036A7C0AE5}"/>
                </a:ext>
              </a:extLst>
            </p:cNvPr>
            <p:cNvSpPr/>
            <p:nvPr/>
          </p:nvSpPr>
          <p:spPr bwMode="gray">
            <a:xfrm>
              <a:off x="4941988" y="1750843"/>
              <a:ext cx="58095" cy="56914"/>
            </a:xfrm>
            <a:prstGeom prst="flowChartAlternateProcess">
              <a:avLst/>
            </a:prstGeom>
            <a:gradFill>
              <a:gsLst>
                <a:gs pos="0">
                  <a:srgbClr val="FF0000"/>
                </a:gs>
                <a:gs pos="59000">
                  <a:srgbClr val="C00000"/>
                </a:gs>
                <a:gs pos="100000">
                  <a:srgbClr val="FF000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7" name="Flowchart: Alternate Process 286">
              <a:extLst>
                <a:ext uri="{FF2B5EF4-FFF2-40B4-BE49-F238E27FC236}">
                  <a16:creationId xmlns:a16="http://schemas.microsoft.com/office/drawing/2014/main" xmlns="" id="{13E2D2CF-1E91-0CA7-B588-1B1E231785F8}"/>
                </a:ext>
              </a:extLst>
            </p:cNvPr>
            <p:cNvSpPr/>
            <p:nvPr/>
          </p:nvSpPr>
          <p:spPr bwMode="gray">
            <a:xfrm>
              <a:off x="5016829" y="1750843"/>
              <a:ext cx="58095" cy="56914"/>
            </a:xfrm>
            <a:prstGeom prst="flowChartAlternateProcess">
              <a:avLst/>
            </a:prstGeom>
            <a:gradFill flip="none" rotWithShape="1">
              <a:gsLst>
                <a:gs pos="11000">
                  <a:schemeClr val="accent1">
                    <a:lumMod val="40000"/>
                    <a:lumOff val="60000"/>
                  </a:schemeClr>
                </a:gs>
                <a:gs pos="59000">
                  <a:schemeClr val="accent1">
                    <a:lumMod val="75000"/>
                  </a:schemeClr>
                </a:gs>
                <a:gs pos="100000">
                  <a:schemeClr val="accent1">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8" name="Flowchart: Alternate Process 287">
              <a:extLst>
                <a:ext uri="{FF2B5EF4-FFF2-40B4-BE49-F238E27FC236}">
                  <a16:creationId xmlns:a16="http://schemas.microsoft.com/office/drawing/2014/main" xmlns="" id="{370EF33F-0539-E50D-F1A4-2BC1814DEAB1}"/>
                </a:ext>
              </a:extLst>
            </p:cNvPr>
            <p:cNvSpPr/>
            <p:nvPr/>
          </p:nvSpPr>
          <p:spPr bwMode="gray">
            <a:xfrm>
              <a:off x="5094203" y="1750843"/>
              <a:ext cx="58095" cy="56914"/>
            </a:xfrm>
            <a:prstGeom prst="flowChartAlternateProcess">
              <a:avLst/>
            </a:prstGeom>
            <a:gradFill>
              <a:gsLst>
                <a:gs pos="0">
                  <a:srgbClr val="FF0000"/>
                </a:gs>
                <a:gs pos="59000">
                  <a:srgbClr val="C00000"/>
                </a:gs>
                <a:gs pos="100000">
                  <a:srgbClr val="FF000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89" name="Flowchart: Alternate Process 288">
              <a:extLst>
                <a:ext uri="{FF2B5EF4-FFF2-40B4-BE49-F238E27FC236}">
                  <a16:creationId xmlns:a16="http://schemas.microsoft.com/office/drawing/2014/main" xmlns="" id="{4890BD6D-B3A2-3F6B-CBE4-F591129EA1A1}"/>
                </a:ext>
              </a:extLst>
            </p:cNvPr>
            <p:cNvSpPr/>
            <p:nvPr/>
          </p:nvSpPr>
          <p:spPr bwMode="gray">
            <a:xfrm>
              <a:off x="4941988" y="1838475"/>
              <a:ext cx="58095" cy="56914"/>
            </a:xfrm>
            <a:prstGeom prst="flowChartAlternateProcess">
              <a:avLst/>
            </a:prstGeom>
            <a:gradFill flip="none" rotWithShape="1">
              <a:gsLst>
                <a:gs pos="11000">
                  <a:schemeClr val="accent1">
                    <a:lumMod val="40000"/>
                    <a:lumOff val="60000"/>
                  </a:schemeClr>
                </a:gs>
                <a:gs pos="59000">
                  <a:schemeClr val="accent1">
                    <a:lumMod val="75000"/>
                  </a:schemeClr>
                </a:gs>
                <a:gs pos="100000">
                  <a:schemeClr val="accent1">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0" name="Flowchart: Alternate Process 289">
              <a:extLst>
                <a:ext uri="{FF2B5EF4-FFF2-40B4-BE49-F238E27FC236}">
                  <a16:creationId xmlns:a16="http://schemas.microsoft.com/office/drawing/2014/main" xmlns="" id="{F1F2ABD5-DA58-935D-A89E-E0EC842EF158}"/>
                </a:ext>
              </a:extLst>
            </p:cNvPr>
            <p:cNvSpPr/>
            <p:nvPr/>
          </p:nvSpPr>
          <p:spPr bwMode="gray">
            <a:xfrm>
              <a:off x="5016829" y="1838475"/>
              <a:ext cx="58095" cy="56914"/>
            </a:xfrm>
            <a:prstGeom prst="flowChartAlternateProcess">
              <a:avLst/>
            </a:prstGeom>
            <a:gradFill>
              <a:gsLst>
                <a:gs pos="0">
                  <a:schemeClr val="accent6">
                    <a:lumMod val="60000"/>
                    <a:lumOff val="40000"/>
                  </a:schemeClr>
                </a:gs>
                <a:gs pos="58000">
                  <a:schemeClr val="accent6">
                    <a:lumMod val="50000"/>
                  </a:schemeClr>
                </a:gs>
                <a:gs pos="100000">
                  <a:schemeClr val="accent6">
                    <a:lumMod val="60000"/>
                    <a:lumOff val="4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1" name="Flowchart: Alternate Process 290">
              <a:extLst>
                <a:ext uri="{FF2B5EF4-FFF2-40B4-BE49-F238E27FC236}">
                  <a16:creationId xmlns:a16="http://schemas.microsoft.com/office/drawing/2014/main" xmlns="" id="{8A893B94-0356-86BB-74AA-524C216A1A9D}"/>
                </a:ext>
              </a:extLst>
            </p:cNvPr>
            <p:cNvSpPr/>
            <p:nvPr/>
          </p:nvSpPr>
          <p:spPr bwMode="gray">
            <a:xfrm>
              <a:off x="5094203" y="1838475"/>
              <a:ext cx="58095" cy="56914"/>
            </a:xfrm>
            <a:prstGeom prst="flowChartAlternateProcess">
              <a:avLst/>
            </a:prstGeom>
            <a:gradFill>
              <a:gsLst>
                <a:gs pos="0">
                  <a:schemeClr val="accent6">
                    <a:lumMod val="60000"/>
                    <a:lumOff val="40000"/>
                  </a:schemeClr>
                </a:gs>
                <a:gs pos="58000">
                  <a:schemeClr val="accent6">
                    <a:lumMod val="50000"/>
                  </a:schemeClr>
                </a:gs>
                <a:gs pos="100000">
                  <a:schemeClr val="accent6">
                    <a:lumMod val="60000"/>
                    <a:lumOff val="4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2" name="Freeform: Shape 291">
              <a:extLst>
                <a:ext uri="{FF2B5EF4-FFF2-40B4-BE49-F238E27FC236}">
                  <a16:creationId xmlns:a16="http://schemas.microsoft.com/office/drawing/2014/main" xmlns="" id="{E61062AC-8DCC-F594-D5FB-75E77824F62B}"/>
                </a:ext>
              </a:extLst>
            </p:cNvPr>
            <p:cNvSpPr/>
            <p:nvPr/>
          </p:nvSpPr>
          <p:spPr bwMode="gray">
            <a:xfrm>
              <a:off x="5137733" y="1119263"/>
              <a:ext cx="663374" cy="1311137"/>
            </a:xfrm>
            <a:custGeom>
              <a:avLst/>
              <a:gdLst>
                <a:gd name="connsiteX0" fmla="*/ 0 w 404813"/>
                <a:gd name="connsiteY0" fmla="*/ 383382 h 800100"/>
                <a:gd name="connsiteX1" fmla="*/ 0 w 404813"/>
                <a:gd name="connsiteY1" fmla="*/ 414338 h 800100"/>
                <a:gd name="connsiteX2" fmla="*/ 400050 w 404813"/>
                <a:gd name="connsiteY2" fmla="*/ 800100 h 800100"/>
                <a:gd name="connsiteX3" fmla="*/ 402431 w 404813"/>
                <a:gd name="connsiteY3" fmla="*/ 771525 h 800100"/>
                <a:gd name="connsiteX4" fmla="*/ 404813 w 404813"/>
                <a:gd name="connsiteY4" fmla="*/ 757238 h 800100"/>
                <a:gd name="connsiteX5" fmla="*/ 404813 w 404813"/>
                <a:gd name="connsiteY5" fmla="*/ 0 h 800100"/>
                <a:gd name="connsiteX6" fmla="*/ 0 w 404813"/>
                <a:gd name="connsiteY6" fmla="*/ 383382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4813" h="800100">
                  <a:moveTo>
                    <a:pt x="0" y="383382"/>
                  </a:moveTo>
                  <a:lnTo>
                    <a:pt x="0" y="414338"/>
                  </a:lnTo>
                  <a:lnTo>
                    <a:pt x="400050" y="800100"/>
                  </a:lnTo>
                  <a:cubicBezTo>
                    <a:pt x="400844" y="790575"/>
                    <a:pt x="401375" y="781025"/>
                    <a:pt x="402431" y="771525"/>
                  </a:cubicBezTo>
                  <a:cubicBezTo>
                    <a:pt x="402964" y="766726"/>
                    <a:pt x="404813" y="757238"/>
                    <a:pt x="404813" y="757238"/>
                  </a:cubicBezTo>
                  <a:lnTo>
                    <a:pt x="404813" y="0"/>
                  </a:lnTo>
                  <a:lnTo>
                    <a:pt x="0" y="383382"/>
                  </a:lnTo>
                  <a:close/>
                </a:path>
              </a:pathLst>
            </a:custGeom>
            <a:gradFill flip="none" rotWithShape="1">
              <a:gsLst>
                <a:gs pos="0">
                  <a:schemeClr val="bg1">
                    <a:lumMod val="85000"/>
                    <a:alpha val="80000"/>
                  </a:schemeClr>
                </a:gs>
                <a:gs pos="100000">
                  <a:srgbClr val="00B05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3" name="Freeform 273">
              <a:extLst>
                <a:ext uri="{FF2B5EF4-FFF2-40B4-BE49-F238E27FC236}">
                  <a16:creationId xmlns:a16="http://schemas.microsoft.com/office/drawing/2014/main" xmlns="" id="{50B42307-9025-7A09-2846-BAEB79EE7E61}"/>
                </a:ext>
              </a:extLst>
            </p:cNvPr>
            <p:cNvSpPr>
              <a:spLocks/>
            </p:cNvSpPr>
            <p:nvPr/>
          </p:nvSpPr>
          <p:spPr bwMode="gray">
            <a:xfrm rot="5400000" flipH="1">
              <a:off x="5379861" y="1472246"/>
              <a:ext cx="1325666" cy="601632"/>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94" name="Oval 274">
              <a:extLst>
                <a:ext uri="{FF2B5EF4-FFF2-40B4-BE49-F238E27FC236}">
                  <a16:creationId xmlns:a16="http://schemas.microsoft.com/office/drawing/2014/main" xmlns="" id="{14BFA46B-7502-D127-5433-20DE8922491E}"/>
                </a:ext>
              </a:extLst>
            </p:cNvPr>
            <p:cNvSpPr>
              <a:spLocks noChangeArrowheads="1"/>
            </p:cNvSpPr>
            <p:nvPr/>
          </p:nvSpPr>
          <p:spPr bwMode="gray">
            <a:xfrm rot="5400000" flipH="1">
              <a:off x="5987266" y="2260949"/>
              <a:ext cx="112011" cy="113166"/>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95" name="Freeform 275">
              <a:extLst>
                <a:ext uri="{FF2B5EF4-FFF2-40B4-BE49-F238E27FC236}">
                  <a16:creationId xmlns:a16="http://schemas.microsoft.com/office/drawing/2014/main" xmlns="" id="{289DF3D6-CD47-5883-1F7B-C1A67F60E337}"/>
                </a:ext>
              </a:extLst>
            </p:cNvPr>
            <p:cNvSpPr>
              <a:spLocks/>
            </p:cNvSpPr>
            <p:nvPr/>
          </p:nvSpPr>
          <p:spPr bwMode="gray">
            <a:xfrm rot="5400000" flipH="1">
              <a:off x="5584254" y="1491879"/>
              <a:ext cx="918036" cy="517331"/>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96" name="Freeform 280">
              <a:extLst>
                <a:ext uri="{FF2B5EF4-FFF2-40B4-BE49-F238E27FC236}">
                  <a16:creationId xmlns:a16="http://schemas.microsoft.com/office/drawing/2014/main" xmlns="" id="{390E5D78-483E-74E4-75C3-C20F8E4EF1B8}"/>
                </a:ext>
              </a:extLst>
            </p:cNvPr>
            <p:cNvSpPr>
              <a:spLocks/>
            </p:cNvSpPr>
            <p:nvPr/>
          </p:nvSpPr>
          <p:spPr bwMode="gray">
            <a:xfrm rot="5400000" flipH="1">
              <a:off x="6036344" y="1099837"/>
              <a:ext cx="13859" cy="203238"/>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297" name="Group 296">
              <a:extLst>
                <a:ext uri="{FF2B5EF4-FFF2-40B4-BE49-F238E27FC236}">
                  <a16:creationId xmlns:a16="http://schemas.microsoft.com/office/drawing/2014/main" xmlns="" id="{23BFAAC4-7B68-5763-4F73-74C9D9F909A8}"/>
                </a:ext>
              </a:extLst>
            </p:cNvPr>
            <p:cNvGrpSpPr/>
            <p:nvPr/>
          </p:nvGrpSpPr>
          <p:grpSpPr>
            <a:xfrm>
              <a:off x="5784607" y="1291527"/>
              <a:ext cx="517331" cy="918036"/>
              <a:chOff x="3093947" y="1137796"/>
              <a:chExt cx="517331" cy="918036"/>
            </a:xfrm>
          </p:grpSpPr>
          <p:sp>
            <p:nvSpPr>
              <p:cNvPr id="298" name="Freeform 275">
                <a:extLst>
                  <a:ext uri="{FF2B5EF4-FFF2-40B4-BE49-F238E27FC236}">
                    <a16:creationId xmlns:a16="http://schemas.microsoft.com/office/drawing/2014/main" xmlns="" id="{44821552-4C66-FFFD-2273-3BCE6B4325C7}"/>
                  </a:ext>
                </a:extLst>
              </p:cNvPr>
              <p:cNvSpPr>
                <a:spLocks/>
              </p:cNvSpPr>
              <p:nvPr/>
            </p:nvSpPr>
            <p:spPr bwMode="gray">
              <a:xfrm rot="5400000" flipH="1">
                <a:off x="2893595" y="1338148"/>
                <a:ext cx="918036" cy="517331"/>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299" name="Group 298">
                <a:extLst>
                  <a:ext uri="{FF2B5EF4-FFF2-40B4-BE49-F238E27FC236}">
                    <a16:creationId xmlns:a16="http://schemas.microsoft.com/office/drawing/2014/main" xmlns="" id="{C211BA4E-A775-3B61-EE72-AFE713F2D53C}"/>
                  </a:ext>
                </a:extLst>
              </p:cNvPr>
              <p:cNvGrpSpPr/>
              <p:nvPr/>
            </p:nvGrpSpPr>
            <p:grpSpPr>
              <a:xfrm>
                <a:off x="3167850" y="1550424"/>
                <a:ext cx="369525" cy="369527"/>
                <a:chOff x="3167850" y="1412630"/>
                <a:chExt cx="369525" cy="369527"/>
              </a:xfrm>
            </p:grpSpPr>
            <p:sp>
              <p:nvSpPr>
                <p:cNvPr id="301" name="Rectangle 291">
                  <a:extLst>
                    <a:ext uri="{FF2B5EF4-FFF2-40B4-BE49-F238E27FC236}">
                      <a16:creationId xmlns:a16="http://schemas.microsoft.com/office/drawing/2014/main" xmlns="" id="{5A9EB99D-1F31-61AD-349A-D8D42C798580}"/>
                    </a:ext>
                  </a:extLst>
                </p:cNvPr>
                <p:cNvSpPr>
                  <a:spLocks noChangeArrowheads="1"/>
                </p:cNvSpPr>
                <p:nvPr/>
              </p:nvSpPr>
              <p:spPr bwMode="gray">
                <a:xfrm rot="5400000" flipH="1">
                  <a:off x="3379168" y="1764833"/>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2" name="Freeform 292">
                  <a:extLst>
                    <a:ext uri="{FF2B5EF4-FFF2-40B4-BE49-F238E27FC236}">
                      <a16:creationId xmlns:a16="http://schemas.microsoft.com/office/drawing/2014/main" xmlns="" id="{87CDA70E-0B87-F07B-36A2-1804B16CAD10}"/>
                    </a:ext>
                  </a:extLst>
                </p:cNvPr>
                <p:cNvSpPr>
                  <a:spLocks noEditPoints="1"/>
                </p:cNvSpPr>
                <p:nvPr/>
              </p:nvSpPr>
              <p:spPr bwMode="gray">
                <a:xfrm rot="5400000" flipH="1">
                  <a:off x="3414392" y="1659170"/>
                  <a:ext cx="122405" cy="123560"/>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3" name="Freeform 293">
                  <a:extLst>
                    <a:ext uri="{FF2B5EF4-FFF2-40B4-BE49-F238E27FC236}">
                      <a16:creationId xmlns:a16="http://schemas.microsoft.com/office/drawing/2014/main" xmlns="" id="{FD06C977-2289-D3E9-4491-EACAC86A832C}"/>
                    </a:ext>
                  </a:extLst>
                </p:cNvPr>
                <p:cNvSpPr>
                  <a:spLocks/>
                </p:cNvSpPr>
                <p:nvPr/>
              </p:nvSpPr>
              <p:spPr bwMode="gray">
                <a:xfrm rot="5400000" flipH="1">
                  <a:off x="3344528" y="1730185"/>
                  <a:ext cx="51963" cy="17324"/>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4" name="Freeform 294">
                  <a:extLst>
                    <a:ext uri="{FF2B5EF4-FFF2-40B4-BE49-F238E27FC236}">
                      <a16:creationId xmlns:a16="http://schemas.microsoft.com/office/drawing/2014/main" xmlns="" id="{D6D3723A-3479-2A62-C6C1-5F465B9BB841}"/>
                    </a:ext>
                  </a:extLst>
                </p:cNvPr>
                <p:cNvSpPr>
                  <a:spLocks/>
                </p:cNvSpPr>
                <p:nvPr/>
              </p:nvSpPr>
              <p:spPr bwMode="gray">
                <a:xfrm rot="5400000" flipH="1">
                  <a:off x="3449036" y="1694968"/>
                  <a:ext cx="53118" cy="51963"/>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5" name="Freeform 295">
                  <a:extLst>
                    <a:ext uri="{FF2B5EF4-FFF2-40B4-BE49-F238E27FC236}">
                      <a16:creationId xmlns:a16="http://schemas.microsoft.com/office/drawing/2014/main" xmlns="" id="{E1A37DE1-CEAB-774D-3C63-E73B02B270D5}"/>
                    </a:ext>
                  </a:extLst>
                </p:cNvPr>
                <p:cNvSpPr>
                  <a:spLocks/>
                </p:cNvSpPr>
                <p:nvPr/>
              </p:nvSpPr>
              <p:spPr bwMode="gray">
                <a:xfrm rot="5400000" flipH="1">
                  <a:off x="3203071" y="1694968"/>
                  <a:ext cx="53118" cy="51963"/>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6" name="Rectangle 296">
                  <a:extLst>
                    <a:ext uri="{FF2B5EF4-FFF2-40B4-BE49-F238E27FC236}">
                      <a16:creationId xmlns:a16="http://schemas.microsoft.com/office/drawing/2014/main" xmlns="" id="{94F86958-57BC-D5E8-C1CF-DD0A55586D75}"/>
                    </a:ext>
                  </a:extLst>
                </p:cNvPr>
                <p:cNvSpPr>
                  <a:spLocks noChangeArrowheads="1"/>
                </p:cNvSpPr>
                <p:nvPr/>
              </p:nvSpPr>
              <p:spPr bwMode="gray">
                <a:xfrm rot="5400000" flipH="1">
                  <a:off x="3378592" y="169496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7" name="Freeform 297">
                  <a:extLst>
                    <a:ext uri="{FF2B5EF4-FFF2-40B4-BE49-F238E27FC236}">
                      <a16:creationId xmlns:a16="http://schemas.microsoft.com/office/drawing/2014/main" xmlns="" id="{392037DD-B5BF-D998-DA14-A033277DB2C3}"/>
                    </a:ext>
                  </a:extLst>
                </p:cNvPr>
                <p:cNvSpPr>
                  <a:spLocks noEditPoints="1"/>
                </p:cNvSpPr>
                <p:nvPr/>
              </p:nvSpPr>
              <p:spPr bwMode="gray">
                <a:xfrm rot="5400000" flipH="1">
                  <a:off x="3168427" y="1659170"/>
                  <a:ext cx="122405" cy="123560"/>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8" name="Rectangle 298">
                  <a:extLst>
                    <a:ext uri="{FF2B5EF4-FFF2-40B4-BE49-F238E27FC236}">
                      <a16:creationId xmlns:a16="http://schemas.microsoft.com/office/drawing/2014/main" xmlns="" id="{2E61ABAE-57DA-DB10-8920-87BD8C100700}"/>
                    </a:ext>
                  </a:extLst>
                </p:cNvPr>
                <p:cNvSpPr>
                  <a:spLocks noChangeArrowheads="1"/>
                </p:cNvSpPr>
                <p:nvPr/>
              </p:nvSpPr>
              <p:spPr bwMode="gray">
                <a:xfrm rot="5400000" flipH="1">
                  <a:off x="3308730" y="1659747"/>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09" name="Freeform 299">
                  <a:extLst>
                    <a:ext uri="{FF2B5EF4-FFF2-40B4-BE49-F238E27FC236}">
                      <a16:creationId xmlns:a16="http://schemas.microsoft.com/office/drawing/2014/main" xmlns="" id="{DC380F1B-6CD8-2203-A709-4CEC51C3D12D}"/>
                    </a:ext>
                  </a:extLst>
                </p:cNvPr>
                <p:cNvSpPr>
                  <a:spLocks/>
                </p:cNvSpPr>
                <p:nvPr/>
              </p:nvSpPr>
              <p:spPr bwMode="gray">
                <a:xfrm rot="5400000" flipH="1">
                  <a:off x="3396490" y="1589307"/>
                  <a:ext cx="70442" cy="105085"/>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0" name="Freeform 300">
                  <a:extLst>
                    <a:ext uri="{FF2B5EF4-FFF2-40B4-BE49-F238E27FC236}">
                      <a16:creationId xmlns:a16="http://schemas.microsoft.com/office/drawing/2014/main" xmlns="" id="{794845E6-C057-FBE4-C583-9A98439B951B}"/>
                    </a:ext>
                  </a:extLst>
                </p:cNvPr>
                <p:cNvSpPr>
                  <a:spLocks/>
                </p:cNvSpPr>
                <p:nvPr/>
              </p:nvSpPr>
              <p:spPr bwMode="gray">
                <a:xfrm rot="5400000" flipH="1">
                  <a:off x="3274088" y="1677069"/>
                  <a:ext cx="139725" cy="70442"/>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1" name="Freeform 301">
                  <a:extLst>
                    <a:ext uri="{FF2B5EF4-FFF2-40B4-BE49-F238E27FC236}">
                      <a16:creationId xmlns:a16="http://schemas.microsoft.com/office/drawing/2014/main" xmlns="" id="{724DA2A3-043B-14C7-746A-C6604847CDB6}"/>
                    </a:ext>
                  </a:extLst>
                </p:cNvPr>
                <p:cNvSpPr>
                  <a:spLocks/>
                </p:cNvSpPr>
                <p:nvPr/>
              </p:nvSpPr>
              <p:spPr bwMode="gray">
                <a:xfrm rot="5400000" flipH="1">
                  <a:off x="3282171" y="1581225"/>
                  <a:ext cx="53118" cy="69287"/>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2" name="Rectangle 302">
                  <a:extLst>
                    <a:ext uri="{FF2B5EF4-FFF2-40B4-BE49-F238E27FC236}">
                      <a16:creationId xmlns:a16="http://schemas.microsoft.com/office/drawing/2014/main" xmlns="" id="{217FA7FA-23D1-996A-44C1-AC502BB67AE6}"/>
                    </a:ext>
                  </a:extLst>
                </p:cNvPr>
                <p:cNvSpPr>
                  <a:spLocks noChangeArrowheads="1"/>
                </p:cNvSpPr>
                <p:nvPr/>
              </p:nvSpPr>
              <p:spPr bwMode="gray">
                <a:xfrm rot="5400000" flipH="1">
                  <a:off x="3167853" y="1623949"/>
                  <a:ext cx="18475"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3" name="Freeform 303">
                  <a:extLst>
                    <a:ext uri="{FF2B5EF4-FFF2-40B4-BE49-F238E27FC236}">
                      <a16:creationId xmlns:a16="http://schemas.microsoft.com/office/drawing/2014/main" xmlns="" id="{B1E03398-A94C-1D07-CE24-C88ABC121AA4}"/>
                    </a:ext>
                  </a:extLst>
                </p:cNvPr>
                <p:cNvSpPr>
                  <a:spLocks/>
                </p:cNvSpPr>
                <p:nvPr/>
              </p:nvSpPr>
              <p:spPr bwMode="gray">
                <a:xfrm rot="5400000" flipH="1">
                  <a:off x="3484255" y="1589307"/>
                  <a:ext cx="70442" cy="35798"/>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4" name="Rectangle 304">
                  <a:extLst>
                    <a:ext uri="{FF2B5EF4-FFF2-40B4-BE49-F238E27FC236}">
                      <a16:creationId xmlns:a16="http://schemas.microsoft.com/office/drawing/2014/main" xmlns="" id="{C57B5F8F-4F36-BE57-03AB-9BB5BD87D796}"/>
                    </a:ext>
                  </a:extLst>
                </p:cNvPr>
                <p:cNvSpPr>
                  <a:spLocks noChangeArrowheads="1"/>
                </p:cNvSpPr>
                <p:nvPr/>
              </p:nvSpPr>
              <p:spPr bwMode="gray">
                <a:xfrm rot="5400000" flipH="1">
                  <a:off x="3361848" y="1606629"/>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5" name="Rectangle 305">
                  <a:extLst>
                    <a:ext uri="{FF2B5EF4-FFF2-40B4-BE49-F238E27FC236}">
                      <a16:creationId xmlns:a16="http://schemas.microsoft.com/office/drawing/2014/main" xmlns="" id="{81301E45-EC0B-D700-FFC0-125826FF6428}"/>
                    </a:ext>
                  </a:extLst>
                </p:cNvPr>
                <p:cNvSpPr>
                  <a:spLocks noChangeArrowheads="1"/>
                </p:cNvSpPr>
                <p:nvPr/>
              </p:nvSpPr>
              <p:spPr bwMode="gray">
                <a:xfrm rot="5400000" flipH="1">
                  <a:off x="3413811" y="1589305"/>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6" name="Rectangle 306">
                  <a:extLst>
                    <a:ext uri="{FF2B5EF4-FFF2-40B4-BE49-F238E27FC236}">
                      <a16:creationId xmlns:a16="http://schemas.microsoft.com/office/drawing/2014/main" xmlns="" id="{AB9143C2-CAFE-90C5-5815-6C37F669F5A3}"/>
                    </a:ext>
                  </a:extLst>
                </p:cNvPr>
                <p:cNvSpPr>
                  <a:spLocks noChangeArrowheads="1"/>
                </p:cNvSpPr>
                <p:nvPr/>
              </p:nvSpPr>
              <p:spPr bwMode="gray">
                <a:xfrm rot="5400000" flipH="1">
                  <a:off x="3466930" y="1571985"/>
                  <a:ext cx="17324"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7" name="Rectangle 307">
                  <a:extLst>
                    <a:ext uri="{FF2B5EF4-FFF2-40B4-BE49-F238E27FC236}">
                      <a16:creationId xmlns:a16="http://schemas.microsoft.com/office/drawing/2014/main" xmlns="" id="{4CB0359D-E92C-70BD-384B-AC16F4FC93B4}"/>
                    </a:ext>
                  </a:extLst>
                </p:cNvPr>
                <p:cNvSpPr>
                  <a:spLocks noChangeArrowheads="1"/>
                </p:cNvSpPr>
                <p:nvPr/>
              </p:nvSpPr>
              <p:spPr bwMode="gray">
                <a:xfrm rot="5400000" flipH="1">
                  <a:off x="3431714" y="1571410"/>
                  <a:ext cx="17324"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8" name="Freeform 308">
                  <a:extLst>
                    <a:ext uri="{FF2B5EF4-FFF2-40B4-BE49-F238E27FC236}">
                      <a16:creationId xmlns:a16="http://schemas.microsoft.com/office/drawing/2014/main" xmlns="" id="{7F8EFE76-283B-4AE3-2E8F-1EECC185A974}"/>
                    </a:ext>
                  </a:extLst>
                </p:cNvPr>
                <p:cNvSpPr>
                  <a:spLocks/>
                </p:cNvSpPr>
                <p:nvPr/>
              </p:nvSpPr>
              <p:spPr bwMode="gray">
                <a:xfrm rot="5400000" flipH="1">
                  <a:off x="3360695" y="1536189"/>
                  <a:ext cx="53118" cy="87762"/>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19" name="Rectangle 309">
                  <a:extLst>
                    <a:ext uri="{FF2B5EF4-FFF2-40B4-BE49-F238E27FC236}">
                      <a16:creationId xmlns:a16="http://schemas.microsoft.com/office/drawing/2014/main" xmlns="" id="{A1BF43C1-DEE2-1887-0C5D-EE4D5F2F19D0}"/>
                    </a:ext>
                  </a:extLst>
                </p:cNvPr>
                <p:cNvSpPr>
                  <a:spLocks noChangeArrowheads="1"/>
                </p:cNvSpPr>
                <p:nvPr/>
              </p:nvSpPr>
              <p:spPr bwMode="gray">
                <a:xfrm rot="5400000" flipH="1">
                  <a:off x="3518900" y="1553511"/>
                  <a:ext cx="18475" cy="18475"/>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0" name="Rectangle 310">
                  <a:extLst>
                    <a:ext uri="{FF2B5EF4-FFF2-40B4-BE49-F238E27FC236}">
                      <a16:creationId xmlns:a16="http://schemas.microsoft.com/office/drawing/2014/main" xmlns="" id="{F5D94525-C9EA-1B58-CBF5-25F6C5BB2956}"/>
                    </a:ext>
                  </a:extLst>
                </p:cNvPr>
                <p:cNvSpPr>
                  <a:spLocks noChangeArrowheads="1"/>
                </p:cNvSpPr>
                <p:nvPr/>
              </p:nvSpPr>
              <p:spPr bwMode="gray">
                <a:xfrm rot="5400000" flipH="1">
                  <a:off x="3449034" y="155408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1" name="Freeform 311">
                  <a:extLst>
                    <a:ext uri="{FF2B5EF4-FFF2-40B4-BE49-F238E27FC236}">
                      <a16:creationId xmlns:a16="http://schemas.microsoft.com/office/drawing/2014/main" xmlns="" id="{3BE5C137-2578-F14D-4C2F-FA07ED5E7FA5}"/>
                    </a:ext>
                  </a:extLst>
                </p:cNvPr>
                <p:cNvSpPr>
                  <a:spLocks/>
                </p:cNvSpPr>
                <p:nvPr/>
              </p:nvSpPr>
              <p:spPr bwMode="gray">
                <a:xfrm rot="5400000" flipH="1">
                  <a:off x="3449036" y="1449003"/>
                  <a:ext cx="53118" cy="51963"/>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2" name="Freeform 312">
                  <a:extLst>
                    <a:ext uri="{FF2B5EF4-FFF2-40B4-BE49-F238E27FC236}">
                      <a16:creationId xmlns:a16="http://schemas.microsoft.com/office/drawing/2014/main" xmlns="" id="{0545E04A-183B-8E77-53EB-ECD4CBA909AE}"/>
                    </a:ext>
                  </a:extLst>
                </p:cNvPr>
                <p:cNvSpPr>
                  <a:spLocks noEditPoints="1"/>
                </p:cNvSpPr>
                <p:nvPr/>
              </p:nvSpPr>
              <p:spPr bwMode="gray">
                <a:xfrm rot="5400000" flipH="1">
                  <a:off x="3176510" y="1422445"/>
                  <a:ext cx="229797" cy="210167"/>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3" name="Freeform 313">
                  <a:extLst>
                    <a:ext uri="{FF2B5EF4-FFF2-40B4-BE49-F238E27FC236}">
                      <a16:creationId xmlns:a16="http://schemas.microsoft.com/office/drawing/2014/main" xmlns="" id="{747D7E5A-8E15-A237-55EE-35E85309AE5A}"/>
                    </a:ext>
                  </a:extLst>
                </p:cNvPr>
                <p:cNvSpPr>
                  <a:spLocks noEditPoints="1"/>
                </p:cNvSpPr>
                <p:nvPr/>
              </p:nvSpPr>
              <p:spPr bwMode="gray">
                <a:xfrm rot="5400000" flipH="1">
                  <a:off x="3141292" y="1439191"/>
                  <a:ext cx="159359" cy="106237"/>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4" name="Freeform 314">
                  <a:extLst>
                    <a:ext uri="{FF2B5EF4-FFF2-40B4-BE49-F238E27FC236}">
                      <a16:creationId xmlns:a16="http://schemas.microsoft.com/office/drawing/2014/main" xmlns="" id="{EA62B549-5467-3284-9F26-22A210987CAE}"/>
                    </a:ext>
                  </a:extLst>
                </p:cNvPr>
                <p:cNvSpPr>
                  <a:spLocks noEditPoints="1"/>
                </p:cNvSpPr>
                <p:nvPr/>
              </p:nvSpPr>
              <p:spPr bwMode="gray">
                <a:xfrm rot="5400000" flipH="1">
                  <a:off x="3413815" y="1412631"/>
                  <a:ext cx="123560" cy="123560"/>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solidFill>
                  <a:srgbClr val="4149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325" name="Rectangle 315">
                  <a:extLst>
                    <a:ext uri="{FF2B5EF4-FFF2-40B4-BE49-F238E27FC236}">
                      <a16:creationId xmlns:a16="http://schemas.microsoft.com/office/drawing/2014/main" xmlns="" id="{DB559F44-41F3-9DB2-9397-698EEA5D9A72}"/>
                    </a:ext>
                  </a:extLst>
                </p:cNvPr>
                <p:cNvSpPr>
                  <a:spLocks noChangeArrowheads="1"/>
                </p:cNvSpPr>
                <p:nvPr/>
              </p:nvSpPr>
              <p:spPr bwMode="gray">
                <a:xfrm rot="5400000" flipH="1">
                  <a:off x="3378592" y="1413206"/>
                  <a:ext cx="18475" cy="17324"/>
                </a:xfrm>
                <a:prstGeom prst="rect">
                  <a:avLst/>
                </a:prstGeom>
                <a:solidFill>
                  <a:srgbClr val="4149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300" name="TextBox 299">
                <a:extLst>
                  <a:ext uri="{FF2B5EF4-FFF2-40B4-BE49-F238E27FC236}">
                    <a16:creationId xmlns:a16="http://schemas.microsoft.com/office/drawing/2014/main" xmlns="" id="{5AE006B4-43D2-FE92-BD21-6692C5A0E336}"/>
                  </a:ext>
                </a:extLst>
              </p:cNvPr>
              <p:cNvSpPr txBox="1">
                <a:spLocks/>
              </p:cNvSpPr>
              <p:nvPr/>
            </p:nvSpPr>
            <p:spPr bwMode="gray">
              <a:xfrm>
                <a:off x="3137664" y="1174436"/>
                <a:ext cx="434553" cy="344408"/>
              </a:xfrm>
              <a:prstGeom prst="rect">
                <a:avLst/>
              </a:prstGeom>
            </p:spPr>
            <p:txBody>
              <a:bodyPr vert="horz" wrap="square" lIns="0" tIns="0" rIns="0" bIns="0"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buClr>
                    <a:srgbClr val="44546A"/>
                  </a:buClr>
                  <a:defRPr/>
                </a:pPr>
                <a:r>
                  <a:rPr lang="en-US" sz="1050" dirty="0">
                    <a:latin typeface="Calibri" panose="020F0502020204030204"/>
                  </a:rPr>
                  <a:t>Pay by IPS ET</a:t>
                </a:r>
              </a:p>
            </p:txBody>
          </p:sp>
        </p:grpSp>
      </p:grpSp>
      <p:grpSp>
        <p:nvGrpSpPr>
          <p:cNvPr id="11" name="Group 10">
            <a:extLst>
              <a:ext uri="{FF2B5EF4-FFF2-40B4-BE49-F238E27FC236}">
                <a16:creationId xmlns:a16="http://schemas.microsoft.com/office/drawing/2014/main" xmlns="" id="{FECCB528-B64A-DE55-2E95-37FAEC82B62C}"/>
              </a:ext>
            </a:extLst>
          </p:cNvPr>
          <p:cNvGrpSpPr>
            <a:grpSpLocks/>
          </p:cNvGrpSpPr>
          <p:nvPr/>
        </p:nvGrpSpPr>
        <p:grpSpPr>
          <a:xfrm>
            <a:off x="237130" y="2902466"/>
            <a:ext cx="11725483" cy="738664"/>
            <a:chOff x="161987" y="2700947"/>
            <a:chExt cx="11725483" cy="738664"/>
          </a:xfrm>
        </p:grpSpPr>
        <p:sp>
          <p:nvSpPr>
            <p:cNvPr id="274" name="TextBox 273">
              <a:extLst>
                <a:ext uri="{FF2B5EF4-FFF2-40B4-BE49-F238E27FC236}">
                  <a16:creationId xmlns:a16="http://schemas.microsoft.com/office/drawing/2014/main" xmlns="" id="{BB24525F-E118-E9D9-EACD-1C668D74A6C6}"/>
                </a:ext>
              </a:extLst>
            </p:cNvPr>
            <p:cNvSpPr txBox="1">
              <a:spLocks/>
            </p:cNvSpPr>
            <p:nvPr/>
          </p:nvSpPr>
          <p:spPr>
            <a:xfrm>
              <a:off x="161987" y="2700947"/>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1</a:t>
              </a:r>
            </a:p>
          </p:txBody>
        </p:sp>
        <p:sp>
          <p:nvSpPr>
            <p:cNvPr id="275" name="TextBox 274">
              <a:extLst>
                <a:ext uri="{FF2B5EF4-FFF2-40B4-BE49-F238E27FC236}">
                  <a16:creationId xmlns:a16="http://schemas.microsoft.com/office/drawing/2014/main" xmlns="" id="{40713DC5-A0D8-3F93-3557-E8FBA823B9C6}"/>
                </a:ext>
              </a:extLst>
            </p:cNvPr>
            <p:cNvSpPr txBox="1">
              <a:spLocks/>
            </p:cNvSpPr>
            <p:nvPr/>
          </p:nvSpPr>
          <p:spPr>
            <a:xfrm>
              <a:off x="3263899" y="2700947"/>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2</a:t>
              </a:r>
            </a:p>
          </p:txBody>
        </p:sp>
        <p:sp>
          <p:nvSpPr>
            <p:cNvPr id="276" name="TextBox 275">
              <a:extLst>
                <a:ext uri="{FF2B5EF4-FFF2-40B4-BE49-F238E27FC236}">
                  <a16:creationId xmlns:a16="http://schemas.microsoft.com/office/drawing/2014/main" xmlns="" id="{E106EBAA-CBE1-38D7-B621-1F101115DD14}"/>
                </a:ext>
              </a:extLst>
            </p:cNvPr>
            <p:cNvSpPr txBox="1"/>
            <p:nvPr/>
          </p:nvSpPr>
          <p:spPr>
            <a:xfrm>
              <a:off x="6365811" y="2700947"/>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3</a:t>
              </a:r>
            </a:p>
          </p:txBody>
        </p:sp>
        <p:sp>
          <p:nvSpPr>
            <p:cNvPr id="277" name="TextBox 276">
              <a:extLst>
                <a:ext uri="{FF2B5EF4-FFF2-40B4-BE49-F238E27FC236}">
                  <a16:creationId xmlns:a16="http://schemas.microsoft.com/office/drawing/2014/main" xmlns="" id="{15B2BFBF-297F-BCC7-135B-FDD789A94F34}"/>
                </a:ext>
              </a:extLst>
            </p:cNvPr>
            <p:cNvSpPr txBox="1"/>
            <p:nvPr/>
          </p:nvSpPr>
          <p:spPr>
            <a:xfrm>
              <a:off x="9467721" y="2700947"/>
              <a:ext cx="192473" cy="430887"/>
            </a:xfrm>
            <a:prstGeom prst="rect">
              <a:avLst/>
            </a:prstGeom>
          </p:spPr>
          <p:txBody>
            <a:bodyPr vert="horz" wrap="squar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4</a:t>
              </a:r>
            </a:p>
          </p:txBody>
        </p:sp>
        <p:sp>
          <p:nvSpPr>
            <p:cNvPr id="278" name="TextBox 277">
              <a:extLst>
                <a:ext uri="{FF2B5EF4-FFF2-40B4-BE49-F238E27FC236}">
                  <a16:creationId xmlns:a16="http://schemas.microsoft.com/office/drawing/2014/main" xmlns="" id="{DF636065-A06E-59B1-3F16-BF20121A38DF}"/>
                </a:ext>
              </a:extLst>
            </p:cNvPr>
            <p:cNvSpPr txBox="1">
              <a:spLocks/>
            </p:cNvSpPr>
            <p:nvPr/>
          </p:nvSpPr>
          <p:spPr>
            <a:xfrm>
              <a:off x="518159" y="2700947"/>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tells payment total</a:t>
              </a:r>
            </a:p>
          </p:txBody>
        </p:sp>
        <p:sp>
          <p:nvSpPr>
            <p:cNvPr id="279" name="TextBox 278">
              <a:extLst>
                <a:ext uri="{FF2B5EF4-FFF2-40B4-BE49-F238E27FC236}">
                  <a16:creationId xmlns:a16="http://schemas.microsoft.com/office/drawing/2014/main" xmlns="" id="{132FF88F-4803-83F3-9B6E-9F64C1126CA8}"/>
                </a:ext>
              </a:extLst>
            </p:cNvPr>
            <p:cNvSpPr txBox="1">
              <a:spLocks/>
            </p:cNvSpPr>
            <p:nvPr/>
          </p:nvSpPr>
          <p:spPr>
            <a:xfrm>
              <a:off x="9823893" y="2700947"/>
              <a:ext cx="206357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scans merchant dynamic QR from POS or Screen</a:t>
              </a:r>
            </a:p>
          </p:txBody>
        </p:sp>
        <p:sp>
          <p:nvSpPr>
            <p:cNvPr id="280" name="TextBox 279">
              <a:extLst>
                <a:ext uri="{FF2B5EF4-FFF2-40B4-BE49-F238E27FC236}">
                  <a16:creationId xmlns:a16="http://schemas.microsoft.com/office/drawing/2014/main" xmlns="" id="{00AC283C-75B6-6C11-097D-AEF0733D75B4}"/>
                </a:ext>
              </a:extLst>
            </p:cNvPr>
            <p:cNvSpPr txBox="1">
              <a:spLocks/>
            </p:cNvSpPr>
            <p:nvPr/>
          </p:nvSpPr>
          <p:spPr>
            <a:xfrm>
              <a:off x="6721983" y="2700947"/>
              <a:ext cx="206357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Displays generated QR on POS or Tablet or Screen</a:t>
              </a:r>
            </a:p>
          </p:txBody>
        </p:sp>
        <p:sp>
          <p:nvSpPr>
            <p:cNvPr id="281" name="TextBox 280">
              <a:extLst>
                <a:ext uri="{FF2B5EF4-FFF2-40B4-BE49-F238E27FC236}">
                  <a16:creationId xmlns:a16="http://schemas.microsoft.com/office/drawing/2014/main" xmlns="" id="{8B74E8CB-8425-C941-EA8B-4295E1042BA3}"/>
                </a:ext>
              </a:extLst>
            </p:cNvPr>
            <p:cNvSpPr txBox="1">
              <a:spLocks/>
            </p:cNvSpPr>
            <p:nvPr/>
          </p:nvSpPr>
          <p:spPr>
            <a:xfrm>
              <a:off x="3620071" y="2700947"/>
              <a:ext cx="206357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opens  his payment app and enters amount to create QR</a:t>
              </a:r>
            </a:p>
          </p:txBody>
        </p:sp>
      </p:grpSp>
      <p:cxnSp>
        <p:nvCxnSpPr>
          <p:cNvPr id="12" name="Straight Connector 11">
            <a:extLst>
              <a:ext uri="{FF2B5EF4-FFF2-40B4-BE49-F238E27FC236}">
                <a16:creationId xmlns:a16="http://schemas.microsoft.com/office/drawing/2014/main" xmlns="" id="{5B42E2B1-E3C9-774C-586F-0EAE44D7B55E}"/>
              </a:ext>
            </a:extLst>
          </p:cNvPr>
          <p:cNvCxnSpPr>
            <a:cxnSpLocks/>
          </p:cNvCxnSpPr>
          <p:nvPr/>
        </p:nvCxnSpPr>
        <p:spPr>
          <a:xfrm>
            <a:off x="237130" y="284413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129AB650-B59D-8874-39F7-ACCBF6F45C53}"/>
              </a:ext>
            </a:extLst>
          </p:cNvPr>
          <p:cNvCxnSpPr>
            <a:cxnSpLocks/>
          </p:cNvCxnSpPr>
          <p:nvPr/>
        </p:nvCxnSpPr>
        <p:spPr>
          <a:xfrm>
            <a:off x="3339042" y="284413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B02A1489-1FB5-4EBE-3C4D-8F67D1866E6A}"/>
              </a:ext>
            </a:extLst>
          </p:cNvPr>
          <p:cNvCxnSpPr>
            <a:cxnSpLocks/>
          </p:cNvCxnSpPr>
          <p:nvPr/>
        </p:nvCxnSpPr>
        <p:spPr>
          <a:xfrm>
            <a:off x="6440954" y="284413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4D073480-7663-C30E-AD25-2B1496BB5E31}"/>
              </a:ext>
            </a:extLst>
          </p:cNvPr>
          <p:cNvCxnSpPr>
            <a:cxnSpLocks/>
          </p:cNvCxnSpPr>
          <p:nvPr/>
        </p:nvCxnSpPr>
        <p:spPr>
          <a:xfrm>
            <a:off x="9542864" y="2844137"/>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xmlns="" id="{98778271-53D8-FBFE-7CD6-8D2D3F447021}"/>
              </a:ext>
            </a:extLst>
          </p:cNvPr>
          <p:cNvGrpSpPr/>
          <p:nvPr/>
        </p:nvGrpSpPr>
        <p:grpSpPr>
          <a:xfrm>
            <a:off x="10215688" y="4042875"/>
            <a:ext cx="1074102" cy="1132920"/>
            <a:chOff x="10347676" y="3913568"/>
            <a:chExt cx="1271894" cy="1341543"/>
          </a:xfrm>
        </p:grpSpPr>
        <p:sp>
          <p:nvSpPr>
            <p:cNvPr id="161" name="Rectangle 1894">
              <a:extLst>
                <a:ext uri="{FF2B5EF4-FFF2-40B4-BE49-F238E27FC236}">
                  <a16:creationId xmlns:a16="http://schemas.microsoft.com/office/drawing/2014/main" xmlns="" id="{981FC97A-21AD-E57E-A7A3-111E98F53797}"/>
                </a:ext>
              </a:extLst>
            </p:cNvPr>
            <p:cNvSpPr>
              <a:spLocks noChangeArrowheads="1"/>
            </p:cNvSpPr>
            <p:nvPr/>
          </p:nvSpPr>
          <p:spPr bwMode="gray">
            <a:xfrm>
              <a:off x="10923432" y="4151020"/>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2" name="Freeform 1922">
              <a:extLst>
                <a:ext uri="{FF2B5EF4-FFF2-40B4-BE49-F238E27FC236}">
                  <a16:creationId xmlns:a16="http://schemas.microsoft.com/office/drawing/2014/main" xmlns="" id="{EA411FAE-754D-99AD-3CCE-899A8824F7BA}"/>
                </a:ext>
              </a:extLst>
            </p:cNvPr>
            <p:cNvSpPr>
              <a:spLocks/>
            </p:cNvSpPr>
            <p:nvPr/>
          </p:nvSpPr>
          <p:spPr bwMode="gray">
            <a:xfrm>
              <a:off x="10347676" y="3913568"/>
              <a:ext cx="472350" cy="349795"/>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3" name="Freeform 2596">
              <a:extLst>
                <a:ext uri="{FF2B5EF4-FFF2-40B4-BE49-F238E27FC236}">
                  <a16:creationId xmlns:a16="http://schemas.microsoft.com/office/drawing/2014/main" xmlns="" id="{46506739-9647-7AF4-340D-0D32D9C2CE3B}"/>
                </a:ext>
              </a:extLst>
            </p:cNvPr>
            <p:cNvSpPr>
              <a:spLocks/>
            </p:cNvSpPr>
            <p:nvPr/>
          </p:nvSpPr>
          <p:spPr bwMode="gray">
            <a:xfrm>
              <a:off x="11034499" y="4338683"/>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4" name="Freeform 2597">
              <a:extLst>
                <a:ext uri="{FF2B5EF4-FFF2-40B4-BE49-F238E27FC236}">
                  <a16:creationId xmlns:a16="http://schemas.microsoft.com/office/drawing/2014/main" xmlns="" id="{A3E69453-6863-E047-F0D9-C5C3D9A52526}"/>
                </a:ext>
              </a:extLst>
            </p:cNvPr>
            <p:cNvSpPr>
              <a:spLocks/>
            </p:cNvSpPr>
            <p:nvPr/>
          </p:nvSpPr>
          <p:spPr bwMode="gray">
            <a:xfrm>
              <a:off x="11051095" y="4387194"/>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5" name="Freeform 2598">
              <a:extLst>
                <a:ext uri="{FF2B5EF4-FFF2-40B4-BE49-F238E27FC236}">
                  <a16:creationId xmlns:a16="http://schemas.microsoft.com/office/drawing/2014/main" xmlns="" id="{BB32C710-1EA9-FC0A-0587-748F65010EF9}"/>
                </a:ext>
              </a:extLst>
            </p:cNvPr>
            <p:cNvSpPr>
              <a:spLocks/>
            </p:cNvSpPr>
            <p:nvPr/>
          </p:nvSpPr>
          <p:spPr bwMode="gray">
            <a:xfrm>
              <a:off x="10798323" y="4345066"/>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6" name="Freeform 2599">
              <a:extLst>
                <a:ext uri="{FF2B5EF4-FFF2-40B4-BE49-F238E27FC236}">
                  <a16:creationId xmlns:a16="http://schemas.microsoft.com/office/drawing/2014/main" xmlns="" id="{1A4FD41D-C07A-F6B0-413B-E4E8BB7F4382}"/>
                </a:ext>
              </a:extLst>
            </p:cNvPr>
            <p:cNvSpPr>
              <a:spLocks/>
            </p:cNvSpPr>
            <p:nvPr/>
          </p:nvSpPr>
          <p:spPr bwMode="gray">
            <a:xfrm>
              <a:off x="10812367" y="4388471"/>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7" name="Freeform 2600">
              <a:extLst>
                <a:ext uri="{FF2B5EF4-FFF2-40B4-BE49-F238E27FC236}">
                  <a16:creationId xmlns:a16="http://schemas.microsoft.com/office/drawing/2014/main" xmlns="" id="{A8B1106D-9394-97B8-D516-6ABCF682CEB5}"/>
                </a:ext>
              </a:extLst>
            </p:cNvPr>
            <p:cNvSpPr>
              <a:spLocks/>
            </p:cNvSpPr>
            <p:nvPr/>
          </p:nvSpPr>
          <p:spPr bwMode="gray">
            <a:xfrm>
              <a:off x="10911943" y="4136977"/>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8" name="Freeform 2601">
              <a:extLst>
                <a:ext uri="{FF2B5EF4-FFF2-40B4-BE49-F238E27FC236}">
                  <a16:creationId xmlns:a16="http://schemas.microsoft.com/office/drawing/2014/main" xmlns="" id="{A68029CB-52D2-DEE0-026A-13EF21FCD09B}"/>
                </a:ext>
              </a:extLst>
            </p:cNvPr>
            <p:cNvSpPr>
              <a:spLocks/>
            </p:cNvSpPr>
            <p:nvPr/>
          </p:nvSpPr>
          <p:spPr bwMode="gray">
            <a:xfrm>
              <a:off x="10940029" y="4234000"/>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9" name="Freeform 2602">
              <a:extLst>
                <a:ext uri="{FF2B5EF4-FFF2-40B4-BE49-F238E27FC236}">
                  <a16:creationId xmlns:a16="http://schemas.microsoft.com/office/drawing/2014/main" xmlns="" id="{3BBEDE19-300C-CF03-3345-D02E2B9A91D6}"/>
                </a:ext>
              </a:extLst>
            </p:cNvPr>
            <p:cNvSpPr>
              <a:spLocks/>
            </p:cNvSpPr>
            <p:nvPr/>
          </p:nvSpPr>
          <p:spPr bwMode="gray">
            <a:xfrm>
              <a:off x="10834069" y="4285065"/>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0" name="Freeform 2603">
              <a:extLst>
                <a:ext uri="{FF2B5EF4-FFF2-40B4-BE49-F238E27FC236}">
                  <a16:creationId xmlns:a16="http://schemas.microsoft.com/office/drawing/2014/main" xmlns="" id="{EB8054F5-2F77-4EC1-AFFA-C56D44DBACD8}"/>
                </a:ext>
              </a:extLst>
            </p:cNvPr>
            <p:cNvSpPr>
              <a:spLocks/>
            </p:cNvSpPr>
            <p:nvPr/>
          </p:nvSpPr>
          <p:spPr bwMode="gray">
            <a:xfrm>
              <a:off x="10834069" y="4382088"/>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1" name="Freeform 2604">
              <a:extLst>
                <a:ext uri="{FF2B5EF4-FFF2-40B4-BE49-F238E27FC236}">
                  <a16:creationId xmlns:a16="http://schemas.microsoft.com/office/drawing/2014/main" xmlns="" id="{D35D35A9-DDA4-091D-F53C-A87C89006CE7}"/>
                </a:ext>
              </a:extLst>
            </p:cNvPr>
            <p:cNvSpPr>
              <a:spLocks/>
            </p:cNvSpPr>
            <p:nvPr/>
          </p:nvSpPr>
          <p:spPr bwMode="gray">
            <a:xfrm>
              <a:off x="10846835" y="4388471"/>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2" name="Freeform 2605">
              <a:extLst>
                <a:ext uri="{FF2B5EF4-FFF2-40B4-BE49-F238E27FC236}">
                  <a16:creationId xmlns:a16="http://schemas.microsoft.com/office/drawing/2014/main" xmlns="" id="{1E616CE7-0F83-4FA7-C068-42941FE8CB11}"/>
                </a:ext>
              </a:extLst>
            </p:cNvPr>
            <p:cNvSpPr>
              <a:spLocks noEditPoints="1"/>
            </p:cNvSpPr>
            <p:nvPr/>
          </p:nvSpPr>
          <p:spPr bwMode="gray">
            <a:xfrm>
              <a:off x="10834069" y="4290171"/>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3" name="Freeform 2606">
              <a:extLst>
                <a:ext uri="{FF2B5EF4-FFF2-40B4-BE49-F238E27FC236}">
                  <a16:creationId xmlns:a16="http://schemas.microsoft.com/office/drawing/2014/main" xmlns="" id="{C1FAE96D-7074-55AE-A1BD-EEB159C917DE}"/>
                </a:ext>
              </a:extLst>
            </p:cNvPr>
            <p:cNvSpPr>
              <a:spLocks/>
            </p:cNvSpPr>
            <p:nvPr/>
          </p:nvSpPr>
          <p:spPr bwMode="gray">
            <a:xfrm>
              <a:off x="10834069" y="4290171"/>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4" name="Freeform 2607">
              <a:extLst>
                <a:ext uri="{FF2B5EF4-FFF2-40B4-BE49-F238E27FC236}">
                  <a16:creationId xmlns:a16="http://schemas.microsoft.com/office/drawing/2014/main" xmlns="" id="{8802AE0B-3E62-B081-3AB7-E008E97FFBA1}"/>
                </a:ext>
              </a:extLst>
            </p:cNvPr>
            <p:cNvSpPr>
              <a:spLocks noEditPoints="1"/>
            </p:cNvSpPr>
            <p:nvPr/>
          </p:nvSpPr>
          <p:spPr bwMode="gray">
            <a:xfrm>
              <a:off x="10876198" y="4408897"/>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5" name="Freeform 2608">
              <a:extLst>
                <a:ext uri="{FF2B5EF4-FFF2-40B4-BE49-F238E27FC236}">
                  <a16:creationId xmlns:a16="http://schemas.microsoft.com/office/drawing/2014/main" xmlns="" id="{D43DAED6-305C-6136-BC18-53AC141F8CE8}"/>
                </a:ext>
              </a:extLst>
            </p:cNvPr>
            <p:cNvSpPr>
              <a:spLocks/>
            </p:cNvSpPr>
            <p:nvPr/>
          </p:nvSpPr>
          <p:spPr bwMode="gray">
            <a:xfrm>
              <a:off x="10878751" y="4407620"/>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6" name="Freeform 2609">
              <a:extLst>
                <a:ext uri="{FF2B5EF4-FFF2-40B4-BE49-F238E27FC236}">
                  <a16:creationId xmlns:a16="http://schemas.microsoft.com/office/drawing/2014/main" xmlns="" id="{497B5CEE-A008-411C-137A-1C54458D2FE5}"/>
                </a:ext>
              </a:extLst>
            </p:cNvPr>
            <p:cNvSpPr>
              <a:spLocks/>
            </p:cNvSpPr>
            <p:nvPr/>
          </p:nvSpPr>
          <p:spPr bwMode="gray">
            <a:xfrm>
              <a:off x="10876198" y="4387194"/>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7" name="Freeform 2610">
              <a:extLst>
                <a:ext uri="{FF2B5EF4-FFF2-40B4-BE49-F238E27FC236}">
                  <a16:creationId xmlns:a16="http://schemas.microsoft.com/office/drawing/2014/main" xmlns="" id="{56369234-6838-B9D3-DA9F-3C560194B72D}"/>
                </a:ext>
              </a:extLst>
            </p:cNvPr>
            <p:cNvSpPr>
              <a:spLocks/>
            </p:cNvSpPr>
            <p:nvPr/>
          </p:nvSpPr>
          <p:spPr bwMode="gray">
            <a:xfrm>
              <a:off x="10940029" y="4267192"/>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8" name="Freeform 2611">
              <a:extLst>
                <a:ext uri="{FF2B5EF4-FFF2-40B4-BE49-F238E27FC236}">
                  <a16:creationId xmlns:a16="http://schemas.microsoft.com/office/drawing/2014/main" xmlns="" id="{08561AAB-FDD2-C555-9BFD-CEFC50057FB9}"/>
                </a:ext>
              </a:extLst>
            </p:cNvPr>
            <p:cNvSpPr>
              <a:spLocks/>
            </p:cNvSpPr>
            <p:nvPr/>
          </p:nvSpPr>
          <p:spPr bwMode="gray">
            <a:xfrm>
              <a:off x="10871091" y="4558262"/>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79" name="Freeform 2612">
              <a:extLst>
                <a:ext uri="{FF2B5EF4-FFF2-40B4-BE49-F238E27FC236}">
                  <a16:creationId xmlns:a16="http://schemas.microsoft.com/office/drawing/2014/main" xmlns="" id="{A5D5B1F5-2789-6B58-3AE5-0F3AC0C18F9D}"/>
                </a:ext>
              </a:extLst>
            </p:cNvPr>
            <p:cNvSpPr>
              <a:spLocks/>
            </p:cNvSpPr>
            <p:nvPr/>
          </p:nvSpPr>
          <p:spPr bwMode="gray">
            <a:xfrm>
              <a:off x="10873644" y="4643796"/>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0" name="Freeform 2613">
              <a:extLst>
                <a:ext uri="{FF2B5EF4-FFF2-40B4-BE49-F238E27FC236}">
                  <a16:creationId xmlns:a16="http://schemas.microsoft.com/office/drawing/2014/main" xmlns="" id="{A0620EA0-DF84-319D-1504-4DBD80A1F131}"/>
                </a:ext>
              </a:extLst>
            </p:cNvPr>
            <p:cNvSpPr>
              <a:spLocks/>
            </p:cNvSpPr>
            <p:nvPr/>
          </p:nvSpPr>
          <p:spPr bwMode="gray">
            <a:xfrm>
              <a:off x="10873644" y="4558262"/>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1" name="Freeform 2614">
              <a:extLst>
                <a:ext uri="{FF2B5EF4-FFF2-40B4-BE49-F238E27FC236}">
                  <a16:creationId xmlns:a16="http://schemas.microsoft.com/office/drawing/2014/main" xmlns="" id="{775BAF98-D5B5-DBA6-8655-D4C695849B39}"/>
                </a:ext>
              </a:extLst>
            </p:cNvPr>
            <p:cNvSpPr>
              <a:spLocks/>
            </p:cNvSpPr>
            <p:nvPr/>
          </p:nvSpPr>
          <p:spPr bwMode="gray">
            <a:xfrm>
              <a:off x="10966837" y="4102508"/>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2" name="Freeform 2615">
              <a:extLst>
                <a:ext uri="{FF2B5EF4-FFF2-40B4-BE49-F238E27FC236}">
                  <a16:creationId xmlns:a16="http://schemas.microsoft.com/office/drawing/2014/main" xmlns="" id="{2D22F9B8-C99B-D532-136F-F2010418FA4D}"/>
                </a:ext>
              </a:extLst>
            </p:cNvPr>
            <p:cNvSpPr>
              <a:spLocks/>
            </p:cNvSpPr>
            <p:nvPr/>
          </p:nvSpPr>
          <p:spPr bwMode="gray">
            <a:xfrm>
              <a:off x="10906837" y="4106338"/>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3" name="Freeform 2616">
              <a:extLst>
                <a:ext uri="{FF2B5EF4-FFF2-40B4-BE49-F238E27FC236}">
                  <a16:creationId xmlns:a16="http://schemas.microsoft.com/office/drawing/2014/main" xmlns="" id="{896AD6BB-135D-F01C-320A-56B0A98D9AEE}"/>
                </a:ext>
              </a:extLst>
            </p:cNvPr>
            <p:cNvSpPr>
              <a:spLocks/>
            </p:cNvSpPr>
            <p:nvPr/>
          </p:nvSpPr>
          <p:spPr bwMode="gray">
            <a:xfrm>
              <a:off x="11017902" y="4128041"/>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4" name="Freeform 2618">
              <a:extLst>
                <a:ext uri="{FF2B5EF4-FFF2-40B4-BE49-F238E27FC236}">
                  <a16:creationId xmlns:a16="http://schemas.microsoft.com/office/drawing/2014/main" xmlns="" id="{51014F13-CE4B-266F-9B47-580ADA0E45FD}"/>
                </a:ext>
              </a:extLst>
            </p:cNvPr>
            <p:cNvSpPr>
              <a:spLocks/>
            </p:cNvSpPr>
            <p:nvPr/>
          </p:nvSpPr>
          <p:spPr bwMode="gray">
            <a:xfrm>
              <a:off x="10963008" y="4278682"/>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5" name="Freeform 2619">
              <a:extLst>
                <a:ext uri="{FF2B5EF4-FFF2-40B4-BE49-F238E27FC236}">
                  <a16:creationId xmlns:a16="http://schemas.microsoft.com/office/drawing/2014/main" xmlns="" id="{BA9767B5-3FAF-0513-0FCA-A06C742D2B98}"/>
                </a:ext>
              </a:extLst>
            </p:cNvPr>
            <p:cNvSpPr>
              <a:spLocks/>
            </p:cNvSpPr>
            <p:nvPr/>
          </p:nvSpPr>
          <p:spPr bwMode="gray">
            <a:xfrm>
              <a:off x="10914496" y="4279959"/>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6" name="Freeform 2623">
              <a:extLst>
                <a:ext uri="{FF2B5EF4-FFF2-40B4-BE49-F238E27FC236}">
                  <a16:creationId xmlns:a16="http://schemas.microsoft.com/office/drawing/2014/main" xmlns="" id="{495C14B1-C779-67D2-C84D-EF252C19A328}"/>
                </a:ext>
              </a:extLst>
            </p:cNvPr>
            <p:cNvSpPr>
              <a:spLocks/>
            </p:cNvSpPr>
            <p:nvPr/>
          </p:nvSpPr>
          <p:spPr bwMode="gray">
            <a:xfrm>
              <a:off x="10908114" y="4094848"/>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7" name="Freeform 2624">
              <a:extLst>
                <a:ext uri="{FF2B5EF4-FFF2-40B4-BE49-F238E27FC236}">
                  <a16:creationId xmlns:a16="http://schemas.microsoft.com/office/drawing/2014/main" xmlns="" id="{E5FB7C38-D829-A620-909B-BA82A8439849}"/>
                </a:ext>
              </a:extLst>
            </p:cNvPr>
            <p:cNvSpPr>
              <a:spLocks/>
            </p:cNvSpPr>
            <p:nvPr/>
          </p:nvSpPr>
          <p:spPr bwMode="gray">
            <a:xfrm>
              <a:off x="10908114" y="4103785"/>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8" name="Rectangle 3522">
              <a:extLst>
                <a:ext uri="{FF2B5EF4-FFF2-40B4-BE49-F238E27FC236}">
                  <a16:creationId xmlns:a16="http://schemas.microsoft.com/office/drawing/2014/main" xmlns="" id="{5A8DC2BF-EF8D-91D3-0432-3314EE2FCF50}"/>
                </a:ext>
              </a:extLst>
            </p:cNvPr>
            <p:cNvSpPr>
              <a:spLocks noChangeArrowheads="1"/>
            </p:cNvSpPr>
            <p:nvPr/>
          </p:nvSpPr>
          <p:spPr bwMode="gray">
            <a:xfrm>
              <a:off x="10403847" y="4656562"/>
              <a:ext cx="1069810" cy="499160"/>
            </a:xfrm>
            <a:prstGeom prst="rect">
              <a:avLst/>
            </a:prstGeom>
            <a:solidFill>
              <a:srgbClr val="EA55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89" name="Rectangle 3523">
              <a:extLst>
                <a:ext uri="{FF2B5EF4-FFF2-40B4-BE49-F238E27FC236}">
                  <a16:creationId xmlns:a16="http://schemas.microsoft.com/office/drawing/2014/main" xmlns="" id="{E4101E09-049C-46C6-8861-6396342DD7CA}"/>
                </a:ext>
              </a:extLst>
            </p:cNvPr>
            <p:cNvSpPr>
              <a:spLocks noChangeArrowheads="1"/>
            </p:cNvSpPr>
            <p:nvPr/>
          </p:nvSpPr>
          <p:spPr bwMode="gray">
            <a:xfrm>
              <a:off x="10431933" y="5155721"/>
              <a:ext cx="1041724" cy="62555"/>
            </a:xfrm>
            <a:prstGeom prst="rect">
              <a:avLst/>
            </a:prstGeom>
            <a:solidFill>
              <a:srgbClr val="8EB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90" name="Freeform 3540">
              <a:extLst>
                <a:ext uri="{FF2B5EF4-FFF2-40B4-BE49-F238E27FC236}">
                  <a16:creationId xmlns:a16="http://schemas.microsoft.com/office/drawing/2014/main" xmlns="" id="{6B6D9190-8DE6-77D4-EE3A-29376DC581A6}"/>
                </a:ext>
              </a:extLst>
            </p:cNvPr>
            <p:cNvSpPr>
              <a:spLocks/>
            </p:cNvSpPr>
            <p:nvPr/>
          </p:nvSpPr>
          <p:spPr bwMode="gray">
            <a:xfrm>
              <a:off x="10362995" y="4619540"/>
              <a:ext cx="1110662" cy="85534"/>
            </a:xfrm>
            <a:custGeom>
              <a:avLst/>
              <a:gdLst>
                <a:gd name="T0" fmla="*/ 0 w 3350"/>
                <a:gd name="T1" fmla="*/ 28 h 257"/>
                <a:gd name="T2" fmla="*/ 0 w 3350"/>
                <a:gd name="T3" fmla="*/ 229 h 257"/>
                <a:gd name="T4" fmla="*/ 27 w 3350"/>
                <a:gd name="T5" fmla="*/ 257 h 257"/>
                <a:gd name="T6" fmla="*/ 3350 w 3350"/>
                <a:gd name="T7" fmla="*/ 257 h 257"/>
                <a:gd name="T8" fmla="*/ 3350 w 3350"/>
                <a:gd name="T9" fmla="*/ 0 h 257"/>
                <a:gd name="T10" fmla="*/ 27 w 3350"/>
                <a:gd name="T11" fmla="*/ 0 h 257"/>
                <a:gd name="T12" fmla="*/ 0 w 3350"/>
                <a:gd name="T13" fmla="*/ 28 h 257"/>
              </a:gdLst>
              <a:ahLst/>
              <a:cxnLst>
                <a:cxn ang="0">
                  <a:pos x="T0" y="T1"/>
                </a:cxn>
                <a:cxn ang="0">
                  <a:pos x="T2" y="T3"/>
                </a:cxn>
                <a:cxn ang="0">
                  <a:pos x="T4" y="T5"/>
                </a:cxn>
                <a:cxn ang="0">
                  <a:pos x="T6" y="T7"/>
                </a:cxn>
                <a:cxn ang="0">
                  <a:pos x="T8" y="T9"/>
                </a:cxn>
                <a:cxn ang="0">
                  <a:pos x="T10" y="T11"/>
                </a:cxn>
                <a:cxn ang="0">
                  <a:pos x="T12" y="T13"/>
                </a:cxn>
              </a:cxnLst>
              <a:rect l="0" t="0" r="r" b="b"/>
              <a:pathLst>
                <a:path w="3350" h="257">
                  <a:moveTo>
                    <a:pt x="0" y="28"/>
                  </a:moveTo>
                  <a:lnTo>
                    <a:pt x="0" y="229"/>
                  </a:lnTo>
                  <a:cubicBezTo>
                    <a:pt x="0" y="244"/>
                    <a:pt x="12" y="257"/>
                    <a:pt x="27" y="257"/>
                  </a:cubicBezTo>
                  <a:lnTo>
                    <a:pt x="3350" y="257"/>
                  </a:lnTo>
                  <a:lnTo>
                    <a:pt x="3350" y="0"/>
                  </a:lnTo>
                  <a:lnTo>
                    <a:pt x="27" y="0"/>
                  </a:lnTo>
                  <a:cubicBezTo>
                    <a:pt x="12" y="0"/>
                    <a:pt x="0" y="13"/>
                    <a:pt x="0" y="28"/>
                  </a:cubicBezTo>
                </a:path>
              </a:pathLst>
            </a:custGeom>
            <a:solidFill>
              <a:srgbClr val="4C5B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91" name="Rectangle 3541">
              <a:extLst>
                <a:ext uri="{FF2B5EF4-FFF2-40B4-BE49-F238E27FC236}">
                  <a16:creationId xmlns:a16="http://schemas.microsoft.com/office/drawing/2014/main" xmlns="" id="{948930AA-C472-0666-6273-D452D1615E47}"/>
                </a:ext>
              </a:extLst>
            </p:cNvPr>
            <p:cNvSpPr>
              <a:spLocks noChangeArrowheads="1"/>
            </p:cNvSpPr>
            <p:nvPr/>
          </p:nvSpPr>
          <p:spPr bwMode="gray">
            <a:xfrm>
              <a:off x="10362995" y="4643796"/>
              <a:ext cx="1110662" cy="37022"/>
            </a:xfrm>
            <a:prstGeom prst="rect">
              <a:avLst/>
            </a:prstGeom>
            <a:solidFill>
              <a:srgbClr val="E14C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192" name="Picture 4238">
              <a:extLst>
                <a:ext uri="{FF2B5EF4-FFF2-40B4-BE49-F238E27FC236}">
                  <a16:creationId xmlns:a16="http://schemas.microsoft.com/office/drawing/2014/main" xmlns="" id="{5B4ECA04-D3EF-3E1E-EA19-38CF94750A4F}"/>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gray">
            <a:xfrm>
              <a:off x="10908113" y="4144636"/>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3" name="Picture 4239">
              <a:extLst>
                <a:ext uri="{FF2B5EF4-FFF2-40B4-BE49-F238E27FC236}">
                  <a16:creationId xmlns:a16="http://schemas.microsoft.com/office/drawing/2014/main" xmlns="" id="{9CE05DEA-48C5-E613-1E41-3D0DCF0480D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10982157" y="4144636"/>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 name="Picture 4240">
              <a:extLst>
                <a:ext uri="{FF2B5EF4-FFF2-40B4-BE49-F238E27FC236}">
                  <a16:creationId xmlns:a16="http://schemas.microsoft.com/office/drawing/2014/main" xmlns="" id="{4D4180A0-BEE3-445C-6CA2-CA38DDEDB5C8}"/>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10905560" y="4144636"/>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 name="Picture 4241">
              <a:extLst>
                <a:ext uri="{FF2B5EF4-FFF2-40B4-BE49-F238E27FC236}">
                  <a16:creationId xmlns:a16="http://schemas.microsoft.com/office/drawing/2014/main" xmlns="" id="{18AA72E8-8713-1502-A7C6-5A8DF05BE262}"/>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11019179" y="4131870"/>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 name="Picture 4242">
              <a:extLst>
                <a:ext uri="{FF2B5EF4-FFF2-40B4-BE49-F238E27FC236}">
                  <a16:creationId xmlns:a16="http://schemas.microsoft.com/office/drawing/2014/main" xmlns="" id="{3295BCCF-306D-773B-86B8-64E8D4868A66}"/>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10903006" y="4092295"/>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7" name="Picture 4243">
              <a:extLst>
                <a:ext uri="{FF2B5EF4-FFF2-40B4-BE49-F238E27FC236}">
                  <a16:creationId xmlns:a16="http://schemas.microsoft.com/office/drawing/2014/main" xmlns="" id="{FD4FB4F8-01AE-E2E8-F042-4E8D34C9E698}"/>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10903006" y="4122934"/>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 name="Freeform 563">
              <a:extLst>
                <a:ext uri="{FF2B5EF4-FFF2-40B4-BE49-F238E27FC236}">
                  <a16:creationId xmlns:a16="http://schemas.microsoft.com/office/drawing/2014/main" xmlns="" id="{14D2B0B1-F8A9-A35E-F07F-7462CC9D6A46}"/>
                </a:ext>
              </a:extLst>
            </p:cNvPr>
            <p:cNvSpPr>
              <a:spLocks/>
            </p:cNvSpPr>
            <p:nvPr/>
          </p:nvSpPr>
          <p:spPr bwMode="gray">
            <a:xfrm>
              <a:off x="11161719" y="4531475"/>
              <a:ext cx="1940" cy="38802"/>
            </a:xfrm>
            <a:custGeom>
              <a:avLst/>
              <a:gdLst>
                <a:gd name="T0" fmla="*/ 1 w 1"/>
                <a:gd name="T1" fmla="*/ 20 h 20"/>
                <a:gd name="T2" fmla="*/ 0 w 1"/>
                <a:gd name="T3" fmla="*/ 20 h 20"/>
                <a:gd name="T4" fmla="*/ 0 w 1"/>
                <a:gd name="T5" fmla="*/ 0 h 20"/>
                <a:gd name="T6" fmla="*/ 0 w 1"/>
                <a:gd name="T7" fmla="*/ 1 h 20"/>
                <a:gd name="T8" fmla="*/ 1 w 1"/>
                <a:gd name="T9" fmla="*/ 20 h 20"/>
              </a:gdLst>
              <a:ahLst/>
              <a:cxnLst>
                <a:cxn ang="0">
                  <a:pos x="T0" y="T1"/>
                </a:cxn>
                <a:cxn ang="0">
                  <a:pos x="T2" y="T3"/>
                </a:cxn>
                <a:cxn ang="0">
                  <a:pos x="T4" y="T5"/>
                </a:cxn>
                <a:cxn ang="0">
                  <a:pos x="T6" y="T7"/>
                </a:cxn>
                <a:cxn ang="0">
                  <a:pos x="T8" y="T9"/>
                </a:cxn>
              </a:cxnLst>
              <a:rect l="0" t="0" r="r" b="b"/>
              <a:pathLst>
                <a:path w="1" h="20">
                  <a:moveTo>
                    <a:pt x="1" y="20"/>
                  </a:moveTo>
                  <a:lnTo>
                    <a:pt x="0" y="20"/>
                  </a:lnTo>
                  <a:lnTo>
                    <a:pt x="0" y="0"/>
                  </a:lnTo>
                  <a:lnTo>
                    <a:pt x="0" y="1"/>
                  </a:lnTo>
                  <a:lnTo>
                    <a:pt x="1" y="20"/>
                  </a:lnTo>
                  <a:close/>
                </a:path>
              </a:pathLst>
            </a:custGeom>
            <a:solidFill>
              <a:srgbClr val="DFDF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99" name="Freeform 601">
              <a:extLst>
                <a:ext uri="{FF2B5EF4-FFF2-40B4-BE49-F238E27FC236}">
                  <a16:creationId xmlns:a16="http://schemas.microsoft.com/office/drawing/2014/main" xmlns="" id="{33D2D03E-31E4-6A3B-C83C-1EFC61D53F6C}"/>
                </a:ext>
              </a:extLst>
            </p:cNvPr>
            <p:cNvSpPr>
              <a:spLocks/>
            </p:cNvSpPr>
            <p:nvPr/>
          </p:nvSpPr>
          <p:spPr bwMode="gray">
            <a:xfrm>
              <a:off x="11175299" y="4407311"/>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0" name="Freeform 602">
              <a:extLst>
                <a:ext uri="{FF2B5EF4-FFF2-40B4-BE49-F238E27FC236}">
                  <a16:creationId xmlns:a16="http://schemas.microsoft.com/office/drawing/2014/main" xmlns="" id="{B6E8BBF6-1E9A-FB2F-2032-2F84968EB849}"/>
                </a:ext>
              </a:extLst>
            </p:cNvPr>
            <p:cNvSpPr>
              <a:spLocks/>
            </p:cNvSpPr>
            <p:nvPr/>
          </p:nvSpPr>
          <p:spPr bwMode="gray">
            <a:xfrm>
              <a:off x="11318862" y="4215249"/>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1" name="Freeform 603">
              <a:extLst>
                <a:ext uri="{FF2B5EF4-FFF2-40B4-BE49-F238E27FC236}">
                  <a16:creationId xmlns:a16="http://schemas.microsoft.com/office/drawing/2014/main" xmlns="" id="{A527B8BB-8B88-AF5E-60B8-588B40FD3653}"/>
                </a:ext>
              </a:extLst>
            </p:cNvPr>
            <p:cNvSpPr>
              <a:spLocks/>
            </p:cNvSpPr>
            <p:nvPr/>
          </p:nvSpPr>
          <p:spPr bwMode="gray">
            <a:xfrm>
              <a:off x="11311101" y="4611017"/>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2" name="Freeform 604">
              <a:extLst>
                <a:ext uri="{FF2B5EF4-FFF2-40B4-BE49-F238E27FC236}">
                  <a16:creationId xmlns:a16="http://schemas.microsoft.com/office/drawing/2014/main" xmlns="" id="{344A6239-F440-B106-24F5-887490E30324}"/>
                </a:ext>
              </a:extLst>
            </p:cNvPr>
            <p:cNvSpPr>
              <a:spLocks/>
            </p:cNvSpPr>
            <p:nvPr/>
          </p:nvSpPr>
          <p:spPr bwMode="gray">
            <a:xfrm>
              <a:off x="11334383" y="4706079"/>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3" name="Freeform 605">
              <a:extLst>
                <a:ext uri="{FF2B5EF4-FFF2-40B4-BE49-F238E27FC236}">
                  <a16:creationId xmlns:a16="http://schemas.microsoft.com/office/drawing/2014/main" xmlns="" id="{17F36D74-77FD-8E15-13A9-991B2769EA1D}"/>
                </a:ext>
              </a:extLst>
            </p:cNvPr>
            <p:cNvSpPr>
              <a:spLocks/>
            </p:cNvSpPr>
            <p:nvPr/>
          </p:nvSpPr>
          <p:spPr bwMode="gray">
            <a:xfrm>
              <a:off x="11367363" y="4609077"/>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4" name="Freeform 606">
              <a:extLst>
                <a:ext uri="{FF2B5EF4-FFF2-40B4-BE49-F238E27FC236}">
                  <a16:creationId xmlns:a16="http://schemas.microsoft.com/office/drawing/2014/main" xmlns="" id="{DACC55E5-CB67-0EE6-54BA-3D4B7EEA066E}"/>
                </a:ext>
              </a:extLst>
            </p:cNvPr>
            <p:cNvSpPr>
              <a:spLocks/>
            </p:cNvSpPr>
            <p:nvPr/>
          </p:nvSpPr>
          <p:spPr bwMode="gray">
            <a:xfrm>
              <a:off x="11340203" y="4611017"/>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5" name="Freeform 608">
              <a:extLst>
                <a:ext uri="{FF2B5EF4-FFF2-40B4-BE49-F238E27FC236}">
                  <a16:creationId xmlns:a16="http://schemas.microsoft.com/office/drawing/2014/main" xmlns="" id="{13943F72-BFB3-1E40-FED4-FDA6492E1615}"/>
                </a:ext>
              </a:extLst>
            </p:cNvPr>
            <p:cNvSpPr>
              <a:spLocks/>
            </p:cNvSpPr>
            <p:nvPr/>
          </p:nvSpPr>
          <p:spPr bwMode="gray">
            <a:xfrm>
              <a:off x="11472125" y="5187209"/>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6" name="Freeform 609">
              <a:extLst>
                <a:ext uri="{FF2B5EF4-FFF2-40B4-BE49-F238E27FC236}">
                  <a16:creationId xmlns:a16="http://schemas.microsoft.com/office/drawing/2014/main" xmlns="" id="{1E0F55FC-F6A2-5ADE-C1F4-805B5CACDF01}"/>
                </a:ext>
              </a:extLst>
            </p:cNvPr>
            <p:cNvSpPr>
              <a:spLocks/>
            </p:cNvSpPr>
            <p:nvPr/>
          </p:nvSpPr>
          <p:spPr bwMode="gray">
            <a:xfrm>
              <a:off x="11580768" y="5189148"/>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7" name="Freeform 610">
              <a:extLst>
                <a:ext uri="{FF2B5EF4-FFF2-40B4-BE49-F238E27FC236}">
                  <a16:creationId xmlns:a16="http://schemas.microsoft.com/office/drawing/2014/main" xmlns="" id="{03913663-9181-8BFD-2171-A99A1D51F22C}"/>
                </a:ext>
              </a:extLst>
            </p:cNvPr>
            <p:cNvSpPr>
              <a:spLocks/>
            </p:cNvSpPr>
            <p:nvPr/>
          </p:nvSpPr>
          <p:spPr bwMode="gray">
            <a:xfrm>
              <a:off x="11574948" y="5187209"/>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8" name="Freeform 611">
              <a:extLst>
                <a:ext uri="{FF2B5EF4-FFF2-40B4-BE49-F238E27FC236}">
                  <a16:creationId xmlns:a16="http://schemas.microsoft.com/office/drawing/2014/main" xmlns="" id="{E0C6C5FC-6AB3-45BB-C1E4-4956B2094932}"/>
                </a:ext>
              </a:extLst>
            </p:cNvPr>
            <p:cNvSpPr>
              <a:spLocks/>
            </p:cNvSpPr>
            <p:nvPr/>
          </p:nvSpPr>
          <p:spPr bwMode="gray">
            <a:xfrm>
              <a:off x="11217980" y="5194968"/>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09" name="Freeform 612">
              <a:extLst>
                <a:ext uri="{FF2B5EF4-FFF2-40B4-BE49-F238E27FC236}">
                  <a16:creationId xmlns:a16="http://schemas.microsoft.com/office/drawing/2014/main" xmlns="" id="{4371CEF2-175F-9648-3270-CF9DDF422697}"/>
                </a:ext>
              </a:extLst>
            </p:cNvPr>
            <p:cNvSpPr>
              <a:spLocks noEditPoints="1"/>
            </p:cNvSpPr>
            <p:nvPr/>
          </p:nvSpPr>
          <p:spPr bwMode="gray">
            <a:xfrm>
              <a:off x="11309163" y="5200789"/>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0" name="Freeform 613">
              <a:extLst>
                <a:ext uri="{FF2B5EF4-FFF2-40B4-BE49-F238E27FC236}">
                  <a16:creationId xmlns:a16="http://schemas.microsoft.com/office/drawing/2014/main" xmlns="" id="{C0F31D6A-A491-5D4D-717A-2EFEBAB00E2F}"/>
                </a:ext>
              </a:extLst>
            </p:cNvPr>
            <p:cNvSpPr>
              <a:spLocks/>
            </p:cNvSpPr>
            <p:nvPr/>
          </p:nvSpPr>
          <p:spPr bwMode="gray">
            <a:xfrm>
              <a:off x="11340203" y="5198849"/>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1" name="Freeform 614">
              <a:extLst>
                <a:ext uri="{FF2B5EF4-FFF2-40B4-BE49-F238E27FC236}">
                  <a16:creationId xmlns:a16="http://schemas.microsoft.com/office/drawing/2014/main" xmlns="" id="{58B3D3EE-B12E-8D7C-B92A-C5D3886EFA57}"/>
                </a:ext>
              </a:extLst>
            </p:cNvPr>
            <p:cNvSpPr>
              <a:spLocks/>
            </p:cNvSpPr>
            <p:nvPr/>
          </p:nvSpPr>
          <p:spPr bwMode="gray">
            <a:xfrm>
              <a:off x="11309163" y="5198849"/>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2" name="Freeform 615">
              <a:extLst>
                <a:ext uri="{FF2B5EF4-FFF2-40B4-BE49-F238E27FC236}">
                  <a16:creationId xmlns:a16="http://schemas.microsoft.com/office/drawing/2014/main" xmlns="" id="{F94C28FC-D377-2851-6741-55C5CE59CB32}"/>
                </a:ext>
              </a:extLst>
            </p:cNvPr>
            <p:cNvSpPr>
              <a:spLocks/>
            </p:cNvSpPr>
            <p:nvPr/>
          </p:nvSpPr>
          <p:spPr bwMode="gray">
            <a:xfrm>
              <a:off x="11377063" y="4096908"/>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3" name="Freeform 616">
              <a:extLst>
                <a:ext uri="{FF2B5EF4-FFF2-40B4-BE49-F238E27FC236}">
                  <a16:creationId xmlns:a16="http://schemas.microsoft.com/office/drawing/2014/main" xmlns="" id="{1B7E157B-025E-E071-A14C-E86BE0A9958C}"/>
                </a:ext>
              </a:extLst>
            </p:cNvPr>
            <p:cNvSpPr>
              <a:spLocks/>
            </p:cNvSpPr>
            <p:nvPr/>
          </p:nvSpPr>
          <p:spPr bwMode="gray">
            <a:xfrm>
              <a:off x="11415865" y="4172569"/>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4" name="Rectangle 617">
              <a:extLst>
                <a:ext uri="{FF2B5EF4-FFF2-40B4-BE49-F238E27FC236}">
                  <a16:creationId xmlns:a16="http://schemas.microsoft.com/office/drawing/2014/main" xmlns="" id="{D3FDD711-9366-2F41-61A5-1A6A9ADD494D}"/>
                </a:ext>
              </a:extLst>
            </p:cNvPr>
            <p:cNvSpPr>
              <a:spLocks noChangeArrowheads="1"/>
            </p:cNvSpPr>
            <p:nvPr/>
          </p:nvSpPr>
          <p:spPr bwMode="gray">
            <a:xfrm>
              <a:off x="11338262" y="4599377"/>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5" name="Freeform 618">
              <a:extLst>
                <a:ext uri="{FF2B5EF4-FFF2-40B4-BE49-F238E27FC236}">
                  <a16:creationId xmlns:a16="http://schemas.microsoft.com/office/drawing/2014/main" xmlns="" id="{A2170343-E115-2C14-1547-AD9BD08AA564}"/>
                </a:ext>
              </a:extLst>
            </p:cNvPr>
            <p:cNvSpPr>
              <a:spLocks/>
            </p:cNvSpPr>
            <p:nvPr/>
          </p:nvSpPr>
          <p:spPr bwMode="gray">
            <a:xfrm>
              <a:off x="11361543" y="4048406"/>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6" name="Freeform 619">
              <a:extLst>
                <a:ext uri="{FF2B5EF4-FFF2-40B4-BE49-F238E27FC236}">
                  <a16:creationId xmlns:a16="http://schemas.microsoft.com/office/drawing/2014/main" xmlns="" id="{BC0E3292-0090-2E19-643F-14BDA82F06BF}"/>
                </a:ext>
              </a:extLst>
            </p:cNvPr>
            <p:cNvSpPr>
              <a:spLocks/>
            </p:cNvSpPr>
            <p:nvPr/>
          </p:nvSpPr>
          <p:spPr bwMode="gray">
            <a:xfrm>
              <a:off x="11404223" y="4217189"/>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7" name="Freeform 620">
              <a:extLst>
                <a:ext uri="{FF2B5EF4-FFF2-40B4-BE49-F238E27FC236}">
                  <a16:creationId xmlns:a16="http://schemas.microsoft.com/office/drawing/2014/main" xmlns="" id="{FA8ED940-9C29-9EAB-8190-336324F09F76}"/>
                </a:ext>
              </a:extLst>
            </p:cNvPr>
            <p:cNvSpPr>
              <a:spLocks/>
            </p:cNvSpPr>
            <p:nvPr/>
          </p:nvSpPr>
          <p:spPr bwMode="gray">
            <a:xfrm>
              <a:off x="11287822" y="4290912"/>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8" name="Freeform 621">
              <a:extLst>
                <a:ext uri="{FF2B5EF4-FFF2-40B4-BE49-F238E27FC236}">
                  <a16:creationId xmlns:a16="http://schemas.microsoft.com/office/drawing/2014/main" xmlns="" id="{96E9F4A5-7E38-6FC3-865F-E397B87A0BFC}"/>
                </a:ext>
              </a:extLst>
            </p:cNvPr>
            <p:cNvSpPr>
              <a:spLocks/>
            </p:cNvSpPr>
            <p:nvPr/>
          </p:nvSpPr>
          <p:spPr bwMode="gray">
            <a:xfrm>
              <a:off x="11536146" y="4442234"/>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19" name="Freeform 622">
              <a:extLst>
                <a:ext uri="{FF2B5EF4-FFF2-40B4-BE49-F238E27FC236}">
                  <a16:creationId xmlns:a16="http://schemas.microsoft.com/office/drawing/2014/main" xmlns="" id="{C30F29A0-173B-A57B-FE4F-8FAEE9DC89A3}"/>
                </a:ext>
              </a:extLst>
            </p:cNvPr>
            <p:cNvSpPr>
              <a:spLocks/>
            </p:cNvSpPr>
            <p:nvPr/>
          </p:nvSpPr>
          <p:spPr bwMode="gray">
            <a:xfrm>
              <a:off x="11571067" y="4449995"/>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0" name="Freeform 623">
              <a:extLst>
                <a:ext uri="{FF2B5EF4-FFF2-40B4-BE49-F238E27FC236}">
                  <a16:creationId xmlns:a16="http://schemas.microsoft.com/office/drawing/2014/main" xmlns="" id="{9E02ADD2-A051-6AEE-90CB-E4BAC99C2E80}"/>
                </a:ext>
              </a:extLst>
            </p:cNvPr>
            <p:cNvSpPr>
              <a:spLocks/>
            </p:cNvSpPr>
            <p:nvPr/>
          </p:nvSpPr>
          <p:spPr bwMode="gray">
            <a:xfrm>
              <a:off x="11278122" y="4502375"/>
              <a:ext cx="60142" cy="19401"/>
            </a:xfrm>
            <a:custGeom>
              <a:avLst/>
              <a:gdLst>
                <a:gd name="T0" fmla="*/ 0 w 128"/>
                <a:gd name="T1" fmla="*/ 0 h 43"/>
                <a:gd name="T2" fmla="*/ 128 w 128"/>
                <a:gd name="T3" fmla="*/ 0 h 43"/>
                <a:gd name="T4" fmla="*/ 0 w 128"/>
                <a:gd name="T5" fmla="*/ 0 h 43"/>
              </a:gdLst>
              <a:ahLst/>
              <a:cxnLst>
                <a:cxn ang="0">
                  <a:pos x="T0" y="T1"/>
                </a:cxn>
                <a:cxn ang="0">
                  <a:pos x="T2" y="T3"/>
                </a:cxn>
                <a:cxn ang="0">
                  <a:pos x="T4" y="T5"/>
                </a:cxn>
              </a:cxnLst>
              <a:rect l="0" t="0" r="r" b="b"/>
              <a:pathLst>
                <a:path w="128" h="43">
                  <a:moveTo>
                    <a:pt x="0" y="0"/>
                  </a:moveTo>
                  <a:cubicBezTo>
                    <a:pt x="0" y="0"/>
                    <a:pt x="102" y="43"/>
                    <a:pt x="128" y="0"/>
                  </a:cubicBezTo>
                  <a:lnTo>
                    <a:pt x="0" y="0"/>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1" name="Freeform 624">
              <a:extLst>
                <a:ext uri="{FF2B5EF4-FFF2-40B4-BE49-F238E27FC236}">
                  <a16:creationId xmlns:a16="http://schemas.microsoft.com/office/drawing/2014/main" xmlns="" id="{9D3C78B9-0EE7-1702-F993-15F9BE26CC76}"/>
                </a:ext>
              </a:extLst>
            </p:cNvPr>
            <p:cNvSpPr>
              <a:spLocks/>
            </p:cNvSpPr>
            <p:nvPr/>
          </p:nvSpPr>
          <p:spPr bwMode="gray">
            <a:xfrm>
              <a:off x="11219920" y="4438354"/>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2" name="Freeform 625">
              <a:extLst>
                <a:ext uri="{FF2B5EF4-FFF2-40B4-BE49-F238E27FC236}">
                  <a16:creationId xmlns:a16="http://schemas.microsoft.com/office/drawing/2014/main" xmlns="" id="{353DDE0A-F531-34AF-977F-0058F317BD28}"/>
                </a:ext>
              </a:extLst>
            </p:cNvPr>
            <p:cNvSpPr>
              <a:spLocks/>
            </p:cNvSpPr>
            <p:nvPr/>
          </p:nvSpPr>
          <p:spPr bwMode="gray">
            <a:xfrm>
              <a:off x="11146199" y="4346645"/>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3" name="Rectangle 291">
              <a:extLst>
                <a:ext uri="{FF2B5EF4-FFF2-40B4-BE49-F238E27FC236}">
                  <a16:creationId xmlns:a16="http://schemas.microsoft.com/office/drawing/2014/main" xmlns="" id="{8891B82C-861D-FE02-2B6D-B4E553EE4F38}"/>
                </a:ext>
              </a:extLst>
            </p:cNvPr>
            <p:cNvSpPr>
              <a:spLocks noChangeArrowheads="1"/>
            </p:cNvSpPr>
            <p:nvPr/>
          </p:nvSpPr>
          <p:spPr bwMode="gray">
            <a:xfrm rot="5400000" flipH="1">
              <a:off x="10682683" y="5058155"/>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4" name="Freeform 292">
              <a:extLst>
                <a:ext uri="{FF2B5EF4-FFF2-40B4-BE49-F238E27FC236}">
                  <a16:creationId xmlns:a16="http://schemas.microsoft.com/office/drawing/2014/main" xmlns="" id="{0C298DB1-CE0B-665D-D29A-E9386089BC17}"/>
                </a:ext>
              </a:extLst>
            </p:cNvPr>
            <p:cNvSpPr>
              <a:spLocks noEditPoints="1"/>
            </p:cNvSpPr>
            <p:nvPr/>
          </p:nvSpPr>
          <p:spPr bwMode="gray">
            <a:xfrm rot="5400000" flipH="1">
              <a:off x="10711850" y="4970667"/>
              <a:ext cx="101351" cy="102307"/>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5" name="Freeform 293">
              <a:extLst>
                <a:ext uri="{FF2B5EF4-FFF2-40B4-BE49-F238E27FC236}">
                  <a16:creationId xmlns:a16="http://schemas.microsoft.com/office/drawing/2014/main" xmlns="" id="{501DB900-98FD-2E94-D204-9E19F594EB23}"/>
                </a:ext>
              </a:extLst>
            </p:cNvPr>
            <p:cNvSpPr>
              <a:spLocks/>
            </p:cNvSpPr>
            <p:nvPr/>
          </p:nvSpPr>
          <p:spPr bwMode="gray">
            <a:xfrm rot="5400000" flipH="1">
              <a:off x="10654002" y="5029467"/>
              <a:ext cx="43025" cy="14343"/>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6" name="Freeform 294">
              <a:extLst>
                <a:ext uri="{FF2B5EF4-FFF2-40B4-BE49-F238E27FC236}">
                  <a16:creationId xmlns:a16="http://schemas.microsoft.com/office/drawing/2014/main" xmlns="" id="{45F146A6-398B-9878-50C8-26AA89A06D0F}"/>
                </a:ext>
              </a:extLst>
            </p:cNvPr>
            <p:cNvSpPr>
              <a:spLocks/>
            </p:cNvSpPr>
            <p:nvPr/>
          </p:nvSpPr>
          <p:spPr bwMode="gray">
            <a:xfrm rot="5400000" flipH="1">
              <a:off x="10740533" y="5000307"/>
              <a:ext cx="43982" cy="43025"/>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7" name="Freeform 295">
              <a:extLst>
                <a:ext uri="{FF2B5EF4-FFF2-40B4-BE49-F238E27FC236}">
                  <a16:creationId xmlns:a16="http://schemas.microsoft.com/office/drawing/2014/main" xmlns="" id="{10826F8D-E971-1224-4B74-FE9A4190035D}"/>
                </a:ext>
              </a:extLst>
            </p:cNvPr>
            <p:cNvSpPr>
              <a:spLocks/>
            </p:cNvSpPr>
            <p:nvPr/>
          </p:nvSpPr>
          <p:spPr bwMode="gray">
            <a:xfrm rot="5400000" flipH="1">
              <a:off x="10536877" y="5000307"/>
              <a:ext cx="43982" cy="43025"/>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8" name="Rectangle 296">
              <a:extLst>
                <a:ext uri="{FF2B5EF4-FFF2-40B4-BE49-F238E27FC236}">
                  <a16:creationId xmlns:a16="http://schemas.microsoft.com/office/drawing/2014/main" xmlns="" id="{A1697525-C980-66DF-B21D-D2A7E7917CD1}"/>
                </a:ext>
              </a:extLst>
            </p:cNvPr>
            <p:cNvSpPr>
              <a:spLocks noChangeArrowheads="1"/>
            </p:cNvSpPr>
            <p:nvPr/>
          </p:nvSpPr>
          <p:spPr bwMode="gray">
            <a:xfrm rot="5400000" flipH="1">
              <a:off x="10682207" y="5000306"/>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29" name="Freeform 297">
              <a:extLst>
                <a:ext uri="{FF2B5EF4-FFF2-40B4-BE49-F238E27FC236}">
                  <a16:creationId xmlns:a16="http://schemas.microsoft.com/office/drawing/2014/main" xmlns="" id="{9E67AD0F-18CD-AF1A-25CD-7DE8C4C68AA7}"/>
                </a:ext>
              </a:extLst>
            </p:cNvPr>
            <p:cNvSpPr>
              <a:spLocks noEditPoints="1"/>
            </p:cNvSpPr>
            <p:nvPr/>
          </p:nvSpPr>
          <p:spPr bwMode="gray">
            <a:xfrm rot="5400000" flipH="1">
              <a:off x="10508192" y="4970667"/>
              <a:ext cx="101351" cy="102307"/>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0" name="Rectangle 298">
              <a:extLst>
                <a:ext uri="{FF2B5EF4-FFF2-40B4-BE49-F238E27FC236}">
                  <a16:creationId xmlns:a16="http://schemas.microsoft.com/office/drawing/2014/main" xmlns="" id="{03C96A0F-59AF-CC24-8CAD-1684F5A66D5C}"/>
                </a:ext>
              </a:extLst>
            </p:cNvPr>
            <p:cNvSpPr>
              <a:spLocks noChangeArrowheads="1"/>
            </p:cNvSpPr>
            <p:nvPr/>
          </p:nvSpPr>
          <p:spPr bwMode="gray">
            <a:xfrm rot="5400000" flipH="1">
              <a:off x="10624362" y="4971145"/>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1" name="Freeform 299">
              <a:extLst>
                <a:ext uri="{FF2B5EF4-FFF2-40B4-BE49-F238E27FC236}">
                  <a16:creationId xmlns:a16="http://schemas.microsoft.com/office/drawing/2014/main" xmlns="" id="{A45BC740-8E47-89C1-75D2-5BD3446A5430}"/>
                </a:ext>
              </a:extLst>
            </p:cNvPr>
            <p:cNvSpPr>
              <a:spLocks/>
            </p:cNvSpPr>
            <p:nvPr/>
          </p:nvSpPr>
          <p:spPr bwMode="gray">
            <a:xfrm rot="5400000" flipH="1">
              <a:off x="10697026" y="4912821"/>
              <a:ext cx="58325" cy="87010"/>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2" name="Freeform 300">
              <a:extLst>
                <a:ext uri="{FF2B5EF4-FFF2-40B4-BE49-F238E27FC236}">
                  <a16:creationId xmlns:a16="http://schemas.microsoft.com/office/drawing/2014/main" xmlns="" id="{0FF5BB43-266B-46AE-D4B6-60E69619D884}"/>
                </a:ext>
              </a:extLst>
            </p:cNvPr>
            <p:cNvSpPr>
              <a:spLocks/>
            </p:cNvSpPr>
            <p:nvPr/>
          </p:nvSpPr>
          <p:spPr bwMode="gray">
            <a:xfrm rot="5400000" flipH="1">
              <a:off x="10595678" y="4985488"/>
              <a:ext cx="115691" cy="58325"/>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3" name="Freeform 301">
              <a:extLst>
                <a:ext uri="{FF2B5EF4-FFF2-40B4-BE49-F238E27FC236}">
                  <a16:creationId xmlns:a16="http://schemas.microsoft.com/office/drawing/2014/main" xmlns="" id="{B776E33C-8692-828C-CD4B-C2462BA20129}"/>
                </a:ext>
              </a:extLst>
            </p:cNvPr>
            <p:cNvSpPr>
              <a:spLocks/>
            </p:cNvSpPr>
            <p:nvPr/>
          </p:nvSpPr>
          <p:spPr bwMode="gray">
            <a:xfrm rot="5400000" flipH="1">
              <a:off x="10602370" y="4906129"/>
              <a:ext cx="43982" cy="57369"/>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4" name="Rectangle 302">
              <a:extLst>
                <a:ext uri="{FF2B5EF4-FFF2-40B4-BE49-F238E27FC236}">
                  <a16:creationId xmlns:a16="http://schemas.microsoft.com/office/drawing/2014/main" xmlns="" id="{3F8BCB50-3704-5043-A13D-A55656D84613}"/>
                </a:ext>
              </a:extLst>
            </p:cNvPr>
            <p:cNvSpPr>
              <a:spLocks noChangeArrowheads="1"/>
            </p:cNvSpPr>
            <p:nvPr/>
          </p:nvSpPr>
          <p:spPr bwMode="gray">
            <a:xfrm rot="5400000" flipH="1">
              <a:off x="10507717" y="4941505"/>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5" name="Freeform 303">
              <a:extLst>
                <a:ext uri="{FF2B5EF4-FFF2-40B4-BE49-F238E27FC236}">
                  <a16:creationId xmlns:a16="http://schemas.microsoft.com/office/drawing/2014/main" xmlns="" id="{4C8C1367-E6D9-B5F0-7E1B-77800CFA816D}"/>
                </a:ext>
              </a:extLst>
            </p:cNvPr>
            <p:cNvSpPr>
              <a:spLocks/>
            </p:cNvSpPr>
            <p:nvPr/>
          </p:nvSpPr>
          <p:spPr bwMode="gray">
            <a:xfrm rot="5400000" flipH="1">
              <a:off x="10769694" y="4912821"/>
              <a:ext cx="58325" cy="29640"/>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6" name="Rectangle 304">
              <a:extLst>
                <a:ext uri="{FF2B5EF4-FFF2-40B4-BE49-F238E27FC236}">
                  <a16:creationId xmlns:a16="http://schemas.microsoft.com/office/drawing/2014/main" xmlns="" id="{B5754EE3-1021-12D6-5485-3E4ECF2BFFCF}"/>
                </a:ext>
              </a:extLst>
            </p:cNvPr>
            <p:cNvSpPr>
              <a:spLocks noChangeArrowheads="1"/>
            </p:cNvSpPr>
            <p:nvPr/>
          </p:nvSpPr>
          <p:spPr bwMode="gray">
            <a:xfrm rot="5400000" flipH="1">
              <a:off x="10668343" y="4927164"/>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7" name="Rectangle 305">
              <a:extLst>
                <a:ext uri="{FF2B5EF4-FFF2-40B4-BE49-F238E27FC236}">
                  <a16:creationId xmlns:a16="http://schemas.microsoft.com/office/drawing/2014/main" xmlns="" id="{B4747D74-5378-52E3-151B-8494A70D56D2}"/>
                </a:ext>
              </a:extLst>
            </p:cNvPr>
            <p:cNvSpPr>
              <a:spLocks noChangeArrowheads="1"/>
            </p:cNvSpPr>
            <p:nvPr/>
          </p:nvSpPr>
          <p:spPr bwMode="gray">
            <a:xfrm rot="5400000" flipH="1">
              <a:off x="10711368" y="4912820"/>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8" name="Rectangle 306">
              <a:extLst>
                <a:ext uri="{FF2B5EF4-FFF2-40B4-BE49-F238E27FC236}">
                  <a16:creationId xmlns:a16="http://schemas.microsoft.com/office/drawing/2014/main" xmlns="" id="{D5F30B1B-C560-F7CA-56A8-F14E12296C13}"/>
                </a:ext>
              </a:extLst>
            </p:cNvPr>
            <p:cNvSpPr>
              <a:spLocks noChangeArrowheads="1"/>
            </p:cNvSpPr>
            <p:nvPr/>
          </p:nvSpPr>
          <p:spPr bwMode="gray">
            <a:xfrm rot="5400000" flipH="1">
              <a:off x="10755350" y="4898479"/>
              <a:ext cx="14343"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39" name="Rectangle 307">
              <a:extLst>
                <a:ext uri="{FF2B5EF4-FFF2-40B4-BE49-F238E27FC236}">
                  <a16:creationId xmlns:a16="http://schemas.microsoft.com/office/drawing/2014/main" xmlns="" id="{FE5D8F8E-E8AD-F1DA-3226-264660D1C3FF}"/>
                </a:ext>
              </a:extLst>
            </p:cNvPr>
            <p:cNvSpPr>
              <a:spLocks noChangeArrowheads="1"/>
            </p:cNvSpPr>
            <p:nvPr/>
          </p:nvSpPr>
          <p:spPr bwMode="gray">
            <a:xfrm rot="5400000" flipH="1">
              <a:off x="10726191" y="4898003"/>
              <a:ext cx="14343"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0" name="Freeform 308">
              <a:extLst>
                <a:ext uri="{FF2B5EF4-FFF2-40B4-BE49-F238E27FC236}">
                  <a16:creationId xmlns:a16="http://schemas.microsoft.com/office/drawing/2014/main" xmlns="" id="{08BDDA06-ACEC-ABCD-D843-480DCE6C61D4}"/>
                </a:ext>
              </a:extLst>
            </p:cNvPr>
            <p:cNvSpPr>
              <a:spLocks/>
            </p:cNvSpPr>
            <p:nvPr/>
          </p:nvSpPr>
          <p:spPr bwMode="gray">
            <a:xfrm rot="5400000" flipH="1">
              <a:off x="10667389" y="4868840"/>
              <a:ext cx="43982" cy="72666"/>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1" name="Rectangle 309">
              <a:extLst>
                <a:ext uri="{FF2B5EF4-FFF2-40B4-BE49-F238E27FC236}">
                  <a16:creationId xmlns:a16="http://schemas.microsoft.com/office/drawing/2014/main" xmlns="" id="{D4CFC42C-CC96-B7D5-8F35-F6ECA883DF06}"/>
                </a:ext>
              </a:extLst>
            </p:cNvPr>
            <p:cNvSpPr>
              <a:spLocks noChangeArrowheads="1"/>
            </p:cNvSpPr>
            <p:nvPr/>
          </p:nvSpPr>
          <p:spPr bwMode="gray">
            <a:xfrm rot="5400000" flipH="1">
              <a:off x="10798381" y="4883182"/>
              <a:ext cx="15297" cy="152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2" name="Rectangle 310">
              <a:extLst>
                <a:ext uri="{FF2B5EF4-FFF2-40B4-BE49-F238E27FC236}">
                  <a16:creationId xmlns:a16="http://schemas.microsoft.com/office/drawing/2014/main" xmlns="" id="{E45DA644-99CA-E308-E582-EFD5CAF062C3}"/>
                </a:ext>
              </a:extLst>
            </p:cNvPr>
            <p:cNvSpPr>
              <a:spLocks noChangeArrowheads="1"/>
            </p:cNvSpPr>
            <p:nvPr/>
          </p:nvSpPr>
          <p:spPr bwMode="gray">
            <a:xfrm rot="5400000" flipH="1">
              <a:off x="10740532" y="4883658"/>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3" name="Freeform 311">
              <a:extLst>
                <a:ext uri="{FF2B5EF4-FFF2-40B4-BE49-F238E27FC236}">
                  <a16:creationId xmlns:a16="http://schemas.microsoft.com/office/drawing/2014/main" xmlns="" id="{3824CD64-CE29-A775-6758-916C69870966}"/>
                </a:ext>
              </a:extLst>
            </p:cNvPr>
            <p:cNvSpPr>
              <a:spLocks/>
            </p:cNvSpPr>
            <p:nvPr/>
          </p:nvSpPr>
          <p:spPr bwMode="gray">
            <a:xfrm rot="5400000" flipH="1">
              <a:off x="10740533" y="4796651"/>
              <a:ext cx="43982" cy="43025"/>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4" name="Freeform 312">
              <a:extLst>
                <a:ext uri="{FF2B5EF4-FFF2-40B4-BE49-F238E27FC236}">
                  <a16:creationId xmlns:a16="http://schemas.microsoft.com/office/drawing/2014/main" xmlns="" id="{98911A0A-148A-72C3-F84D-0747F07A7C47}"/>
                </a:ext>
              </a:extLst>
            </p:cNvPr>
            <p:cNvSpPr>
              <a:spLocks noEditPoints="1"/>
            </p:cNvSpPr>
            <p:nvPr/>
          </p:nvSpPr>
          <p:spPr bwMode="gray">
            <a:xfrm rot="5400000" flipH="1">
              <a:off x="10514885" y="4774662"/>
              <a:ext cx="190270" cy="174016"/>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5" name="Freeform 313">
              <a:extLst>
                <a:ext uri="{FF2B5EF4-FFF2-40B4-BE49-F238E27FC236}">
                  <a16:creationId xmlns:a16="http://schemas.microsoft.com/office/drawing/2014/main" xmlns="" id="{4C1A3C20-3133-B19B-2C82-CCE0C45D1D66}"/>
                </a:ext>
              </a:extLst>
            </p:cNvPr>
            <p:cNvSpPr>
              <a:spLocks noEditPoints="1"/>
            </p:cNvSpPr>
            <p:nvPr/>
          </p:nvSpPr>
          <p:spPr bwMode="gray">
            <a:xfrm rot="5400000" flipH="1">
              <a:off x="10485725" y="4788528"/>
              <a:ext cx="131947" cy="87963"/>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6" name="Freeform 314">
              <a:extLst>
                <a:ext uri="{FF2B5EF4-FFF2-40B4-BE49-F238E27FC236}">
                  <a16:creationId xmlns:a16="http://schemas.microsoft.com/office/drawing/2014/main" xmlns="" id="{B3190D6F-3D39-AB11-E045-CAC22B322BA6}"/>
                </a:ext>
              </a:extLst>
            </p:cNvPr>
            <p:cNvSpPr>
              <a:spLocks noEditPoints="1"/>
            </p:cNvSpPr>
            <p:nvPr/>
          </p:nvSpPr>
          <p:spPr bwMode="gray">
            <a:xfrm rot="5400000" flipH="1">
              <a:off x="10711371" y="4766534"/>
              <a:ext cx="102307" cy="102307"/>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7" name="Rectangle 315">
              <a:extLst>
                <a:ext uri="{FF2B5EF4-FFF2-40B4-BE49-F238E27FC236}">
                  <a16:creationId xmlns:a16="http://schemas.microsoft.com/office/drawing/2014/main" xmlns="" id="{FF7F2D93-EA39-A316-68BC-F54AFE78BFDB}"/>
                </a:ext>
              </a:extLst>
            </p:cNvPr>
            <p:cNvSpPr>
              <a:spLocks noChangeArrowheads="1"/>
            </p:cNvSpPr>
            <p:nvPr/>
          </p:nvSpPr>
          <p:spPr bwMode="gray">
            <a:xfrm rot="5400000" flipH="1">
              <a:off x="10682207" y="4767012"/>
              <a:ext cx="15297" cy="143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8" name="Rectangle 316">
              <a:extLst>
                <a:ext uri="{FF2B5EF4-FFF2-40B4-BE49-F238E27FC236}">
                  <a16:creationId xmlns:a16="http://schemas.microsoft.com/office/drawing/2014/main" xmlns="" id="{A6F18212-21B9-3092-7F7B-B9B2275A9FE1}"/>
                </a:ext>
              </a:extLst>
            </p:cNvPr>
            <p:cNvSpPr>
              <a:spLocks noChangeArrowheads="1"/>
            </p:cNvSpPr>
            <p:nvPr/>
          </p:nvSpPr>
          <p:spPr bwMode="gray">
            <a:xfrm rot="5400000" flipH="1">
              <a:off x="10812244" y="4761273"/>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49" name="Rectangle 317">
              <a:extLst>
                <a:ext uri="{FF2B5EF4-FFF2-40B4-BE49-F238E27FC236}">
                  <a16:creationId xmlns:a16="http://schemas.microsoft.com/office/drawing/2014/main" xmlns="" id="{BA0DED95-80A1-6D98-8AAF-6958AF861BB8}"/>
                </a:ext>
              </a:extLst>
            </p:cNvPr>
            <p:cNvSpPr>
              <a:spLocks noChangeArrowheads="1"/>
            </p:cNvSpPr>
            <p:nvPr/>
          </p:nvSpPr>
          <p:spPr bwMode="gray">
            <a:xfrm rot="5400000" flipH="1">
              <a:off x="10810330" y="4718250"/>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0" name="Rectangle 318">
              <a:extLst>
                <a:ext uri="{FF2B5EF4-FFF2-40B4-BE49-F238E27FC236}">
                  <a16:creationId xmlns:a16="http://schemas.microsoft.com/office/drawing/2014/main" xmlns="" id="{6A2BA71D-8051-E44A-516B-6974E5411A00}"/>
                </a:ext>
              </a:extLst>
            </p:cNvPr>
            <p:cNvSpPr>
              <a:spLocks noChangeArrowheads="1"/>
            </p:cNvSpPr>
            <p:nvPr/>
          </p:nvSpPr>
          <p:spPr bwMode="gray">
            <a:xfrm rot="5400000" flipH="1">
              <a:off x="10502933" y="4720641"/>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1" name="Rectangle 319">
              <a:extLst>
                <a:ext uri="{FF2B5EF4-FFF2-40B4-BE49-F238E27FC236}">
                  <a16:creationId xmlns:a16="http://schemas.microsoft.com/office/drawing/2014/main" xmlns="" id="{52B365E8-D603-1158-6B81-A3E4D24F6B64}"/>
                </a:ext>
              </a:extLst>
            </p:cNvPr>
            <p:cNvSpPr>
              <a:spLocks noChangeArrowheads="1"/>
            </p:cNvSpPr>
            <p:nvPr/>
          </p:nvSpPr>
          <p:spPr bwMode="gray">
            <a:xfrm rot="5400000" flipH="1">
              <a:off x="10459430" y="4759364"/>
              <a:ext cx="50675"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2" name="Rectangle 320">
              <a:extLst>
                <a:ext uri="{FF2B5EF4-FFF2-40B4-BE49-F238E27FC236}">
                  <a16:creationId xmlns:a16="http://schemas.microsoft.com/office/drawing/2014/main" xmlns="" id="{E14C6102-DF45-FBFE-98AE-D24FA323D6D7}"/>
                </a:ext>
              </a:extLst>
            </p:cNvPr>
            <p:cNvSpPr>
              <a:spLocks noChangeArrowheads="1"/>
            </p:cNvSpPr>
            <p:nvPr/>
          </p:nvSpPr>
          <p:spPr bwMode="gray">
            <a:xfrm rot="5400000" flipH="1">
              <a:off x="10461342" y="5069148"/>
              <a:ext cx="46850"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3" name="Rectangle 321">
              <a:extLst>
                <a:ext uri="{FF2B5EF4-FFF2-40B4-BE49-F238E27FC236}">
                  <a16:creationId xmlns:a16="http://schemas.microsoft.com/office/drawing/2014/main" xmlns="" id="{E61025A8-4E75-5AB7-A485-66BB43927696}"/>
                </a:ext>
              </a:extLst>
            </p:cNvPr>
            <p:cNvSpPr>
              <a:spLocks noChangeArrowheads="1"/>
            </p:cNvSpPr>
            <p:nvPr/>
          </p:nvSpPr>
          <p:spPr bwMode="gray">
            <a:xfrm rot="5400000" flipH="1">
              <a:off x="10500542" y="5072018"/>
              <a:ext cx="9563" cy="50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4" name="Rectangle 322">
              <a:extLst>
                <a:ext uri="{FF2B5EF4-FFF2-40B4-BE49-F238E27FC236}">
                  <a16:creationId xmlns:a16="http://schemas.microsoft.com/office/drawing/2014/main" xmlns="" id="{3C0BCF12-65DF-4144-5691-D91EBEEF5FBF}"/>
                </a:ext>
              </a:extLst>
            </p:cNvPr>
            <p:cNvSpPr>
              <a:spLocks noChangeArrowheads="1"/>
            </p:cNvSpPr>
            <p:nvPr/>
          </p:nvSpPr>
          <p:spPr bwMode="gray">
            <a:xfrm rot="5400000" flipH="1">
              <a:off x="10807940" y="5074409"/>
              <a:ext cx="9563" cy="458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5" name="Rectangle 323">
              <a:extLst>
                <a:ext uri="{FF2B5EF4-FFF2-40B4-BE49-F238E27FC236}">
                  <a16:creationId xmlns:a16="http://schemas.microsoft.com/office/drawing/2014/main" xmlns="" id="{F91AFF34-74B5-58C1-7AA0-C9EFC0A5FAEB}"/>
                </a:ext>
              </a:extLst>
            </p:cNvPr>
            <p:cNvSpPr>
              <a:spLocks noChangeArrowheads="1"/>
            </p:cNvSpPr>
            <p:nvPr/>
          </p:nvSpPr>
          <p:spPr bwMode="gray">
            <a:xfrm rot="5400000" flipH="1">
              <a:off x="10809853" y="5071539"/>
              <a:ext cx="51632" cy="9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256" name="Group 255">
              <a:extLst>
                <a:ext uri="{FF2B5EF4-FFF2-40B4-BE49-F238E27FC236}">
                  <a16:creationId xmlns:a16="http://schemas.microsoft.com/office/drawing/2014/main" xmlns="" id="{B764D2F1-1AE5-A8F2-233F-1A72446337C6}"/>
                </a:ext>
              </a:extLst>
            </p:cNvPr>
            <p:cNvGrpSpPr/>
            <p:nvPr/>
          </p:nvGrpSpPr>
          <p:grpSpPr bwMode="gray">
            <a:xfrm>
              <a:off x="10473279" y="4287375"/>
              <a:ext cx="230574" cy="336637"/>
              <a:chOff x="3575050" y="4429126"/>
              <a:chExt cx="396876" cy="579437"/>
            </a:xfrm>
          </p:grpSpPr>
          <p:sp>
            <p:nvSpPr>
              <p:cNvPr id="257" name="Freeform 3842">
                <a:extLst>
                  <a:ext uri="{FF2B5EF4-FFF2-40B4-BE49-F238E27FC236}">
                    <a16:creationId xmlns:a16="http://schemas.microsoft.com/office/drawing/2014/main" xmlns="" id="{B008F30F-822A-BA4F-BF85-7D80786F9313}"/>
                  </a:ext>
                </a:extLst>
              </p:cNvPr>
              <p:cNvSpPr>
                <a:spLocks/>
              </p:cNvSpPr>
              <p:nvPr/>
            </p:nvSpPr>
            <p:spPr bwMode="gray">
              <a:xfrm>
                <a:off x="3860800" y="4511676"/>
                <a:ext cx="63500" cy="142875"/>
              </a:xfrm>
              <a:custGeom>
                <a:avLst/>
                <a:gdLst>
                  <a:gd name="T0" fmla="*/ 124 w 152"/>
                  <a:gd name="T1" fmla="*/ 23 h 347"/>
                  <a:gd name="T2" fmla="*/ 56 w 152"/>
                  <a:gd name="T3" fmla="*/ 63 h 347"/>
                  <a:gd name="T4" fmla="*/ 1 w 152"/>
                  <a:gd name="T5" fmla="*/ 336 h 347"/>
                  <a:gd name="T6" fmla="*/ 16 w 152"/>
                  <a:gd name="T7" fmla="*/ 341 h 347"/>
                  <a:gd name="T8" fmla="*/ 129 w 152"/>
                  <a:gd name="T9" fmla="*/ 107 h 347"/>
                  <a:gd name="T10" fmla="*/ 124 w 152"/>
                  <a:gd name="T11" fmla="*/ 23 h 347"/>
                </a:gdLst>
                <a:ahLst/>
                <a:cxnLst>
                  <a:cxn ang="0">
                    <a:pos x="T0" y="T1"/>
                  </a:cxn>
                  <a:cxn ang="0">
                    <a:pos x="T2" y="T3"/>
                  </a:cxn>
                  <a:cxn ang="0">
                    <a:pos x="T4" y="T5"/>
                  </a:cxn>
                  <a:cxn ang="0">
                    <a:pos x="T6" y="T7"/>
                  </a:cxn>
                  <a:cxn ang="0">
                    <a:pos x="T8" y="T9"/>
                  </a:cxn>
                  <a:cxn ang="0">
                    <a:pos x="T10" y="T11"/>
                  </a:cxn>
                </a:cxnLst>
                <a:rect l="0" t="0" r="r" b="b"/>
                <a:pathLst>
                  <a:path w="152" h="347">
                    <a:moveTo>
                      <a:pt x="124" y="23"/>
                    </a:moveTo>
                    <a:cubicBezTo>
                      <a:pt x="124" y="23"/>
                      <a:pt x="77" y="0"/>
                      <a:pt x="56" y="63"/>
                    </a:cubicBezTo>
                    <a:cubicBezTo>
                      <a:pt x="41" y="108"/>
                      <a:pt x="11" y="273"/>
                      <a:pt x="1" y="336"/>
                    </a:cubicBezTo>
                    <a:cubicBezTo>
                      <a:pt x="0" y="343"/>
                      <a:pt x="12" y="347"/>
                      <a:pt x="16" y="341"/>
                    </a:cubicBezTo>
                    <a:cubicBezTo>
                      <a:pt x="45" y="291"/>
                      <a:pt x="105" y="156"/>
                      <a:pt x="129" y="107"/>
                    </a:cubicBezTo>
                    <a:cubicBezTo>
                      <a:pt x="150" y="64"/>
                      <a:pt x="152" y="22"/>
                      <a:pt x="124" y="23"/>
                    </a:cubicBezTo>
                  </a:path>
                </a:pathLst>
              </a:custGeom>
              <a:solidFill>
                <a:srgbClr val="EA55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8" name="Freeform 3843">
                <a:extLst>
                  <a:ext uri="{FF2B5EF4-FFF2-40B4-BE49-F238E27FC236}">
                    <a16:creationId xmlns:a16="http://schemas.microsoft.com/office/drawing/2014/main" xmlns="" id="{85D2469E-84A6-F79A-2902-2202FB6ADEE6}"/>
                  </a:ext>
                </a:extLst>
              </p:cNvPr>
              <p:cNvSpPr>
                <a:spLocks/>
              </p:cNvSpPr>
              <p:nvPr/>
            </p:nvSpPr>
            <p:spPr bwMode="gray">
              <a:xfrm>
                <a:off x="3900488" y="4514851"/>
                <a:ext cx="20638" cy="7938"/>
              </a:xfrm>
              <a:custGeom>
                <a:avLst/>
                <a:gdLst>
                  <a:gd name="T0" fmla="*/ 42 w 49"/>
                  <a:gd name="T1" fmla="*/ 6 h 19"/>
                  <a:gd name="T2" fmla="*/ 12 w 49"/>
                  <a:gd name="T3" fmla="*/ 1 h 19"/>
                  <a:gd name="T4" fmla="*/ 1 w 49"/>
                  <a:gd name="T5" fmla="*/ 6 h 19"/>
                  <a:gd name="T6" fmla="*/ 7 w 49"/>
                  <a:gd name="T7" fmla="*/ 13 h 19"/>
                  <a:gd name="T8" fmla="*/ 38 w 49"/>
                  <a:gd name="T9" fmla="*/ 19 h 19"/>
                  <a:gd name="T10" fmla="*/ 41 w 49"/>
                  <a:gd name="T11" fmla="*/ 19 h 19"/>
                  <a:gd name="T12" fmla="*/ 48 w 49"/>
                  <a:gd name="T13" fmla="*/ 14 h 19"/>
                  <a:gd name="T14" fmla="*/ 42 w 49"/>
                  <a:gd name="T15" fmla="*/ 6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9">
                    <a:moveTo>
                      <a:pt x="42" y="6"/>
                    </a:moveTo>
                    <a:lnTo>
                      <a:pt x="12" y="1"/>
                    </a:lnTo>
                    <a:cubicBezTo>
                      <a:pt x="7" y="0"/>
                      <a:pt x="3" y="2"/>
                      <a:pt x="1" y="6"/>
                    </a:cubicBezTo>
                    <a:cubicBezTo>
                      <a:pt x="0" y="9"/>
                      <a:pt x="3" y="12"/>
                      <a:pt x="7" y="13"/>
                    </a:cubicBezTo>
                    <a:lnTo>
                      <a:pt x="38" y="19"/>
                    </a:lnTo>
                    <a:lnTo>
                      <a:pt x="41" y="19"/>
                    </a:lnTo>
                    <a:cubicBezTo>
                      <a:pt x="44" y="18"/>
                      <a:pt x="47" y="16"/>
                      <a:pt x="48" y="14"/>
                    </a:cubicBezTo>
                    <a:cubicBezTo>
                      <a:pt x="49" y="10"/>
                      <a:pt x="47" y="7"/>
                      <a:pt x="42" y="6"/>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59" name="Freeform 3844">
                <a:extLst>
                  <a:ext uri="{FF2B5EF4-FFF2-40B4-BE49-F238E27FC236}">
                    <a16:creationId xmlns:a16="http://schemas.microsoft.com/office/drawing/2014/main" xmlns="" id="{B75F1023-C210-56EA-AEC8-28E461D9D897}"/>
                  </a:ext>
                </a:extLst>
              </p:cNvPr>
              <p:cNvSpPr>
                <a:spLocks/>
              </p:cNvSpPr>
              <p:nvPr/>
            </p:nvSpPr>
            <p:spPr bwMode="gray">
              <a:xfrm>
                <a:off x="3908425" y="4446588"/>
                <a:ext cx="34925" cy="74613"/>
              </a:xfrm>
              <a:custGeom>
                <a:avLst/>
                <a:gdLst>
                  <a:gd name="T0" fmla="*/ 80 w 86"/>
                  <a:gd name="T1" fmla="*/ 2 h 180"/>
                  <a:gd name="T2" fmla="*/ 69 w 86"/>
                  <a:gd name="T3" fmla="*/ 6 h 180"/>
                  <a:gd name="T4" fmla="*/ 1 w 86"/>
                  <a:gd name="T5" fmla="*/ 173 h 180"/>
                  <a:gd name="T6" fmla="*/ 7 w 86"/>
                  <a:gd name="T7" fmla="*/ 180 h 180"/>
                  <a:gd name="T8" fmla="*/ 10 w 86"/>
                  <a:gd name="T9" fmla="*/ 180 h 180"/>
                  <a:gd name="T10" fmla="*/ 17 w 86"/>
                  <a:gd name="T11" fmla="*/ 176 h 180"/>
                  <a:gd name="T12" fmla="*/ 80 w 86"/>
                  <a:gd name="T13" fmla="*/ 73 h 180"/>
                  <a:gd name="T14" fmla="*/ 78 w 86"/>
                  <a:gd name="T15" fmla="*/ 64 h 180"/>
                  <a:gd name="T16" fmla="*/ 66 w 86"/>
                  <a:gd name="T17" fmla="*/ 66 h 180"/>
                  <a:gd name="T18" fmla="*/ 47 w 86"/>
                  <a:gd name="T19" fmla="*/ 90 h 180"/>
                  <a:gd name="T20" fmla="*/ 84 w 86"/>
                  <a:gd name="T21" fmla="*/ 10 h 180"/>
                  <a:gd name="T22" fmla="*/ 80 w 86"/>
                  <a:gd name="T23" fmla="*/ 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180">
                    <a:moveTo>
                      <a:pt x="80" y="2"/>
                    </a:moveTo>
                    <a:cubicBezTo>
                      <a:pt x="76" y="0"/>
                      <a:pt x="71" y="2"/>
                      <a:pt x="69" y="6"/>
                    </a:cubicBezTo>
                    <a:cubicBezTo>
                      <a:pt x="69" y="6"/>
                      <a:pt x="23" y="94"/>
                      <a:pt x="1" y="173"/>
                    </a:cubicBezTo>
                    <a:cubicBezTo>
                      <a:pt x="0" y="176"/>
                      <a:pt x="2" y="180"/>
                      <a:pt x="7" y="180"/>
                    </a:cubicBezTo>
                    <a:lnTo>
                      <a:pt x="10" y="180"/>
                    </a:lnTo>
                    <a:cubicBezTo>
                      <a:pt x="13" y="180"/>
                      <a:pt x="16" y="178"/>
                      <a:pt x="17" y="176"/>
                    </a:cubicBezTo>
                    <a:cubicBezTo>
                      <a:pt x="17" y="175"/>
                      <a:pt x="41" y="117"/>
                      <a:pt x="80" y="73"/>
                    </a:cubicBezTo>
                    <a:cubicBezTo>
                      <a:pt x="82" y="70"/>
                      <a:pt x="81" y="66"/>
                      <a:pt x="78" y="64"/>
                    </a:cubicBezTo>
                    <a:cubicBezTo>
                      <a:pt x="74" y="62"/>
                      <a:pt x="69" y="63"/>
                      <a:pt x="66" y="66"/>
                    </a:cubicBezTo>
                    <a:cubicBezTo>
                      <a:pt x="59" y="74"/>
                      <a:pt x="53" y="82"/>
                      <a:pt x="47" y="90"/>
                    </a:cubicBezTo>
                    <a:cubicBezTo>
                      <a:pt x="66" y="45"/>
                      <a:pt x="84" y="10"/>
                      <a:pt x="84" y="10"/>
                    </a:cubicBezTo>
                    <a:cubicBezTo>
                      <a:pt x="86" y="6"/>
                      <a:pt x="84" y="3"/>
                      <a:pt x="80" y="2"/>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0" name="Freeform 3845">
                <a:extLst>
                  <a:ext uri="{FF2B5EF4-FFF2-40B4-BE49-F238E27FC236}">
                    <a16:creationId xmlns:a16="http://schemas.microsoft.com/office/drawing/2014/main" xmlns="" id="{CCB48199-9592-FE8A-DE70-5F2FA28F4181}"/>
                  </a:ext>
                </a:extLst>
              </p:cNvPr>
              <p:cNvSpPr>
                <a:spLocks/>
              </p:cNvSpPr>
              <p:nvPr/>
            </p:nvSpPr>
            <p:spPr bwMode="gray">
              <a:xfrm>
                <a:off x="3919538" y="4452938"/>
                <a:ext cx="14288" cy="36513"/>
              </a:xfrm>
              <a:custGeom>
                <a:avLst/>
                <a:gdLst>
                  <a:gd name="T0" fmla="*/ 11 w 36"/>
                  <a:gd name="T1" fmla="*/ 2 h 90"/>
                  <a:gd name="T2" fmla="*/ 8 w 36"/>
                  <a:gd name="T3" fmla="*/ 11 h 90"/>
                  <a:gd name="T4" fmla="*/ 1 w 36"/>
                  <a:gd name="T5" fmla="*/ 83 h 90"/>
                  <a:gd name="T6" fmla="*/ 7 w 36"/>
                  <a:gd name="T7" fmla="*/ 90 h 90"/>
                  <a:gd name="T8" fmla="*/ 10 w 36"/>
                  <a:gd name="T9" fmla="*/ 90 h 90"/>
                  <a:gd name="T10" fmla="*/ 17 w 36"/>
                  <a:gd name="T11" fmla="*/ 85 h 90"/>
                  <a:gd name="T12" fmla="*/ 22 w 36"/>
                  <a:gd name="T13" fmla="*/ 4 h 90"/>
                  <a:gd name="T14" fmla="*/ 11 w 36"/>
                  <a:gd name="T15" fmla="*/ 2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90">
                    <a:moveTo>
                      <a:pt x="11" y="2"/>
                    </a:moveTo>
                    <a:cubicBezTo>
                      <a:pt x="7" y="4"/>
                      <a:pt x="6" y="8"/>
                      <a:pt x="8" y="11"/>
                    </a:cubicBezTo>
                    <a:cubicBezTo>
                      <a:pt x="16" y="21"/>
                      <a:pt x="8" y="61"/>
                      <a:pt x="1" y="83"/>
                    </a:cubicBezTo>
                    <a:cubicBezTo>
                      <a:pt x="0" y="86"/>
                      <a:pt x="2" y="90"/>
                      <a:pt x="7" y="90"/>
                    </a:cubicBezTo>
                    <a:lnTo>
                      <a:pt x="10" y="90"/>
                    </a:lnTo>
                    <a:cubicBezTo>
                      <a:pt x="13" y="90"/>
                      <a:pt x="16" y="88"/>
                      <a:pt x="17" y="85"/>
                    </a:cubicBezTo>
                    <a:cubicBezTo>
                      <a:pt x="20" y="75"/>
                      <a:pt x="36" y="21"/>
                      <a:pt x="22" y="4"/>
                    </a:cubicBezTo>
                    <a:cubicBezTo>
                      <a:pt x="20" y="1"/>
                      <a:pt x="15" y="0"/>
                      <a:pt x="11" y="2"/>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1" name="Freeform 3846">
                <a:extLst>
                  <a:ext uri="{FF2B5EF4-FFF2-40B4-BE49-F238E27FC236}">
                    <a16:creationId xmlns:a16="http://schemas.microsoft.com/office/drawing/2014/main" xmlns="" id="{D59DBC4B-1FC4-ECB5-1E5F-3883DB9AEC50}"/>
                  </a:ext>
                </a:extLst>
              </p:cNvPr>
              <p:cNvSpPr>
                <a:spLocks/>
              </p:cNvSpPr>
              <p:nvPr/>
            </p:nvSpPr>
            <p:spPr bwMode="gray">
              <a:xfrm>
                <a:off x="3616325" y="4522788"/>
                <a:ext cx="31750" cy="58738"/>
              </a:xfrm>
              <a:custGeom>
                <a:avLst/>
                <a:gdLst>
                  <a:gd name="T0" fmla="*/ 19 w 76"/>
                  <a:gd name="T1" fmla="*/ 4 h 141"/>
                  <a:gd name="T2" fmla="*/ 4 w 76"/>
                  <a:gd name="T3" fmla="*/ 6 h 141"/>
                  <a:gd name="T4" fmla="*/ 5 w 76"/>
                  <a:gd name="T5" fmla="*/ 22 h 141"/>
                  <a:gd name="T6" fmla="*/ 41 w 76"/>
                  <a:gd name="T7" fmla="*/ 128 h 141"/>
                  <a:gd name="T8" fmla="*/ 51 w 76"/>
                  <a:gd name="T9" fmla="*/ 141 h 141"/>
                  <a:gd name="T10" fmla="*/ 55 w 76"/>
                  <a:gd name="T11" fmla="*/ 141 h 141"/>
                  <a:gd name="T12" fmla="*/ 64 w 76"/>
                  <a:gd name="T13" fmla="*/ 132 h 141"/>
                  <a:gd name="T14" fmla="*/ 19 w 76"/>
                  <a:gd name="T15" fmla="*/ 4 h 1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41">
                    <a:moveTo>
                      <a:pt x="19" y="4"/>
                    </a:moveTo>
                    <a:cubicBezTo>
                      <a:pt x="15" y="0"/>
                      <a:pt x="7" y="1"/>
                      <a:pt x="4" y="6"/>
                    </a:cubicBezTo>
                    <a:cubicBezTo>
                      <a:pt x="0" y="11"/>
                      <a:pt x="0" y="18"/>
                      <a:pt x="5" y="22"/>
                    </a:cubicBezTo>
                    <a:cubicBezTo>
                      <a:pt x="52" y="59"/>
                      <a:pt x="41" y="127"/>
                      <a:pt x="41" y="128"/>
                    </a:cubicBezTo>
                    <a:cubicBezTo>
                      <a:pt x="40" y="134"/>
                      <a:pt x="44" y="140"/>
                      <a:pt x="51" y="141"/>
                    </a:cubicBezTo>
                    <a:lnTo>
                      <a:pt x="55" y="141"/>
                    </a:lnTo>
                    <a:cubicBezTo>
                      <a:pt x="59" y="140"/>
                      <a:pt x="63" y="136"/>
                      <a:pt x="64" y="132"/>
                    </a:cubicBezTo>
                    <a:cubicBezTo>
                      <a:pt x="64" y="128"/>
                      <a:pt x="76" y="50"/>
                      <a:pt x="19" y="4"/>
                    </a:cubicBezTo>
                  </a:path>
                </a:pathLst>
              </a:custGeom>
              <a:solidFill>
                <a:srgbClr val="7544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2" name="Freeform 3847">
                <a:extLst>
                  <a:ext uri="{FF2B5EF4-FFF2-40B4-BE49-F238E27FC236}">
                    <a16:creationId xmlns:a16="http://schemas.microsoft.com/office/drawing/2014/main" xmlns="" id="{41442D7C-5857-2F32-F7A7-753BD18144ED}"/>
                  </a:ext>
                </a:extLst>
              </p:cNvPr>
              <p:cNvSpPr>
                <a:spLocks/>
              </p:cNvSpPr>
              <p:nvPr/>
            </p:nvSpPr>
            <p:spPr bwMode="gray">
              <a:xfrm>
                <a:off x="3575050" y="4549776"/>
                <a:ext cx="139700" cy="122238"/>
              </a:xfrm>
              <a:custGeom>
                <a:avLst/>
                <a:gdLst>
                  <a:gd name="T0" fmla="*/ 214 w 340"/>
                  <a:gd name="T1" fmla="*/ 8 h 295"/>
                  <a:gd name="T2" fmla="*/ 174 w 340"/>
                  <a:gd name="T3" fmla="*/ 40 h 295"/>
                  <a:gd name="T4" fmla="*/ 160 w 340"/>
                  <a:gd name="T5" fmla="*/ 64 h 295"/>
                  <a:gd name="T6" fmla="*/ 135 w 340"/>
                  <a:gd name="T7" fmla="*/ 48 h 295"/>
                  <a:gd name="T8" fmla="*/ 86 w 340"/>
                  <a:gd name="T9" fmla="*/ 35 h 295"/>
                  <a:gd name="T10" fmla="*/ 15 w 340"/>
                  <a:gd name="T11" fmla="*/ 152 h 295"/>
                  <a:gd name="T12" fmla="*/ 163 w 340"/>
                  <a:gd name="T13" fmla="*/ 286 h 295"/>
                  <a:gd name="T14" fmla="*/ 187 w 340"/>
                  <a:gd name="T15" fmla="*/ 271 h 295"/>
                  <a:gd name="T16" fmla="*/ 188 w 340"/>
                  <a:gd name="T17" fmla="*/ 272 h 295"/>
                  <a:gd name="T18" fmla="*/ 214 w 340"/>
                  <a:gd name="T19" fmla="*/ 266 h 295"/>
                  <a:gd name="T20" fmla="*/ 242 w 340"/>
                  <a:gd name="T21" fmla="*/ 270 h 295"/>
                  <a:gd name="T22" fmla="*/ 325 w 340"/>
                  <a:gd name="T23" fmla="*/ 88 h 295"/>
                  <a:gd name="T24" fmla="*/ 214 w 340"/>
                  <a:gd name="T25" fmla="*/ 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0" h="295">
                    <a:moveTo>
                      <a:pt x="214" y="8"/>
                    </a:moveTo>
                    <a:cubicBezTo>
                      <a:pt x="197" y="12"/>
                      <a:pt x="183" y="23"/>
                      <a:pt x="174" y="40"/>
                    </a:cubicBezTo>
                    <a:cubicBezTo>
                      <a:pt x="171" y="43"/>
                      <a:pt x="160" y="64"/>
                      <a:pt x="160" y="64"/>
                    </a:cubicBezTo>
                    <a:cubicBezTo>
                      <a:pt x="160" y="64"/>
                      <a:pt x="144" y="53"/>
                      <a:pt x="135" y="48"/>
                    </a:cubicBezTo>
                    <a:cubicBezTo>
                      <a:pt x="120" y="37"/>
                      <a:pt x="102" y="31"/>
                      <a:pt x="86" y="35"/>
                    </a:cubicBezTo>
                    <a:cubicBezTo>
                      <a:pt x="42" y="44"/>
                      <a:pt x="0" y="81"/>
                      <a:pt x="15" y="152"/>
                    </a:cubicBezTo>
                    <a:cubicBezTo>
                      <a:pt x="30" y="224"/>
                      <a:pt x="119" y="295"/>
                      <a:pt x="163" y="286"/>
                    </a:cubicBezTo>
                    <a:cubicBezTo>
                      <a:pt x="173" y="284"/>
                      <a:pt x="181" y="279"/>
                      <a:pt x="187" y="271"/>
                    </a:cubicBezTo>
                    <a:lnTo>
                      <a:pt x="188" y="272"/>
                    </a:lnTo>
                    <a:cubicBezTo>
                      <a:pt x="200" y="261"/>
                      <a:pt x="214" y="266"/>
                      <a:pt x="214" y="266"/>
                    </a:cubicBezTo>
                    <a:cubicBezTo>
                      <a:pt x="223" y="271"/>
                      <a:pt x="232" y="272"/>
                      <a:pt x="242" y="270"/>
                    </a:cubicBezTo>
                    <a:cubicBezTo>
                      <a:pt x="286" y="261"/>
                      <a:pt x="340" y="160"/>
                      <a:pt x="325" y="88"/>
                    </a:cubicBezTo>
                    <a:cubicBezTo>
                      <a:pt x="310" y="17"/>
                      <a:pt x="257" y="0"/>
                      <a:pt x="214" y="8"/>
                    </a:cubicBezTo>
                  </a:path>
                </a:pathLst>
              </a:custGeom>
              <a:solidFill>
                <a:srgbClr val="EA55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3" name="Freeform 3848">
                <a:extLst>
                  <a:ext uri="{FF2B5EF4-FFF2-40B4-BE49-F238E27FC236}">
                    <a16:creationId xmlns:a16="http://schemas.microsoft.com/office/drawing/2014/main" xmlns="" id="{77DD2B46-3BF0-0D56-A181-867FD6D327B1}"/>
                  </a:ext>
                </a:extLst>
              </p:cNvPr>
              <p:cNvSpPr>
                <a:spLocks/>
              </p:cNvSpPr>
              <p:nvPr/>
            </p:nvSpPr>
            <p:spPr bwMode="gray">
              <a:xfrm>
                <a:off x="3705225" y="4429126"/>
                <a:ext cx="114300" cy="274638"/>
              </a:xfrm>
              <a:custGeom>
                <a:avLst/>
                <a:gdLst>
                  <a:gd name="T0" fmla="*/ 249 w 276"/>
                  <a:gd name="T1" fmla="*/ 128 h 669"/>
                  <a:gd name="T2" fmla="*/ 224 w 276"/>
                  <a:gd name="T3" fmla="*/ 104 h 669"/>
                  <a:gd name="T4" fmla="*/ 224 w 276"/>
                  <a:gd name="T5" fmla="*/ 104 h 669"/>
                  <a:gd name="T6" fmla="*/ 119 w 276"/>
                  <a:gd name="T7" fmla="*/ 43 h 669"/>
                  <a:gd name="T8" fmla="*/ 120 w 276"/>
                  <a:gd name="T9" fmla="*/ 48 h 669"/>
                  <a:gd name="T10" fmla="*/ 88 w 276"/>
                  <a:gd name="T11" fmla="*/ 43 h 669"/>
                  <a:gd name="T12" fmla="*/ 7 w 276"/>
                  <a:gd name="T13" fmla="*/ 94 h 669"/>
                  <a:gd name="T14" fmla="*/ 47 w 276"/>
                  <a:gd name="T15" fmla="*/ 170 h 669"/>
                  <a:gd name="T16" fmla="*/ 25 w 276"/>
                  <a:gd name="T17" fmla="*/ 281 h 669"/>
                  <a:gd name="T18" fmla="*/ 73 w 276"/>
                  <a:gd name="T19" fmla="*/ 365 h 669"/>
                  <a:gd name="T20" fmla="*/ 25 w 276"/>
                  <a:gd name="T21" fmla="*/ 514 h 669"/>
                  <a:gd name="T22" fmla="*/ 199 w 276"/>
                  <a:gd name="T23" fmla="*/ 526 h 669"/>
                  <a:gd name="T24" fmla="*/ 243 w 276"/>
                  <a:gd name="T25" fmla="*/ 378 h 669"/>
                  <a:gd name="T26" fmla="*/ 248 w 276"/>
                  <a:gd name="T27" fmla="*/ 279 h 669"/>
                  <a:gd name="T28" fmla="*/ 249 w 276"/>
                  <a:gd name="T29" fmla="*/ 128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6" h="669">
                    <a:moveTo>
                      <a:pt x="249" y="128"/>
                    </a:moveTo>
                    <a:cubicBezTo>
                      <a:pt x="243" y="116"/>
                      <a:pt x="234" y="109"/>
                      <a:pt x="224" y="104"/>
                    </a:cubicBezTo>
                    <a:lnTo>
                      <a:pt x="224" y="104"/>
                    </a:lnTo>
                    <a:cubicBezTo>
                      <a:pt x="224" y="104"/>
                      <a:pt x="206" y="0"/>
                      <a:pt x="119" y="43"/>
                    </a:cubicBezTo>
                    <a:lnTo>
                      <a:pt x="120" y="48"/>
                    </a:lnTo>
                    <a:cubicBezTo>
                      <a:pt x="111" y="45"/>
                      <a:pt x="100" y="43"/>
                      <a:pt x="88" y="43"/>
                    </a:cubicBezTo>
                    <a:cubicBezTo>
                      <a:pt x="22" y="44"/>
                      <a:pt x="4" y="77"/>
                      <a:pt x="7" y="94"/>
                    </a:cubicBezTo>
                    <a:cubicBezTo>
                      <a:pt x="10" y="111"/>
                      <a:pt x="50" y="158"/>
                      <a:pt x="47" y="170"/>
                    </a:cubicBezTo>
                    <a:cubicBezTo>
                      <a:pt x="44" y="182"/>
                      <a:pt x="0" y="212"/>
                      <a:pt x="25" y="281"/>
                    </a:cubicBezTo>
                    <a:cubicBezTo>
                      <a:pt x="50" y="350"/>
                      <a:pt x="73" y="365"/>
                      <a:pt x="73" y="365"/>
                    </a:cubicBezTo>
                    <a:cubicBezTo>
                      <a:pt x="73" y="365"/>
                      <a:pt x="14" y="473"/>
                      <a:pt x="25" y="514"/>
                    </a:cubicBezTo>
                    <a:cubicBezTo>
                      <a:pt x="65" y="669"/>
                      <a:pt x="199" y="526"/>
                      <a:pt x="199" y="526"/>
                    </a:cubicBezTo>
                    <a:cubicBezTo>
                      <a:pt x="199" y="526"/>
                      <a:pt x="215" y="406"/>
                      <a:pt x="243" y="378"/>
                    </a:cubicBezTo>
                    <a:cubicBezTo>
                      <a:pt x="271" y="350"/>
                      <a:pt x="256" y="291"/>
                      <a:pt x="248" y="279"/>
                    </a:cubicBezTo>
                    <a:cubicBezTo>
                      <a:pt x="239" y="267"/>
                      <a:pt x="276" y="178"/>
                      <a:pt x="249" y="128"/>
                    </a:cubicBezTo>
                  </a:path>
                </a:pathLst>
              </a:custGeom>
              <a:solidFill>
                <a:srgbClr val="5AA2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4" name="Freeform 3849">
                <a:extLst>
                  <a:ext uri="{FF2B5EF4-FFF2-40B4-BE49-F238E27FC236}">
                    <a16:creationId xmlns:a16="http://schemas.microsoft.com/office/drawing/2014/main" xmlns="" id="{686E4E3C-4091-4D3D-68E9-758DAF082F4E}"/>
                  </a:ext>
                </a:extLst>
              </p:cNvPr>
              <p:cNvSpPr>
                <a:spLocks/>
              </p:cNvSpPr>
              <p:nvPr/>
            </p:nvSpPr>
            <p:spPr bwMode="gray">
              <a:xfrm>
                <a:off x="3668713" y="4430713"/>
                <a:ext cx="107950" cy="227013"/>
              </a:xfrm>
              <a:custGeom>
                <a:avLst/>
                <a:gdLst>
                  <a:gd name="T0" fmla="*/ 192 w 263"/>
                  <a:gd name="T1" fmla="*/ 37 h 550"/>
                  <a:gd name="T2" fmla="*/ 159 w 263"/>
                  <a:gd name="T3" fmla="*/ 41 h 550"/>
                  <a:gd name="T4" fmla="*/ 161 w 263"/>
                  <a:gd name="T5" fmla="*/ 46 h 550"/>
                  <a:gd name="T6" fmla="*/ 54 w 263"/>
                  <a:gd name="T7" fmla="*/ 113 h 550"/>
                  <a:gd name="T8" fmla="*/ 54 w 263"/>
                  <a:gd name="T9" fmla="*/ 113 h 550"/>
                  <a:gd name="T10" fmla="*/ 28 w 263"/>
                  <a:gd name="T11" fmla="*/ 128 h 550"/>
                  <a:gd name="T12" fmla="*/ 26 w 263"/>
                  <a:gd name="T13" fmla="*/ 274 h 550"/>
                  <a:gd name="T14" fmla="*/ 28 w 263"/>
                  <a:gd name="T15" fmla="*/ 371 h 550"/>
                  <a:gd name="T16" fmla="*/ 67 w 263"/>
                  <a:gd name="T17" fmla="*/ 505 h 550"/>
                  <a:gd name="T18" fmla="*/ 166 w 263"/>
                  <a:gd name="T19" fmla="*/ 550 h 550"/>
                  <a:gd name="T20" fmla="*/ 198 w 263"/>
                  <a:gd name="T21" fmla="*/ 432 h 550"/>
                  <a:gd name="T22" fmla="*/ 187 w 263"/>
                  <a:gd name="T23" fmla="*/ 366 h 550"/>
                  <a:gd name="T24" fmla="*/ 236 w 263"/>
                  <a:gd name="T25" fmla="*/ 283 h 550"/>
                  <a:gd name="T26" fmla="*/ 217 w 263"/>
                  <a:gd name="T27" fmla="*/ 171 h 550"/>
                  <a:gd name="T28" fmla="*/ 259 w 263"/>
                  <a:gd name="T29" fmla="*/ 96 h 550"/>
                  <a:gd name="T30" fmla="*/ 192 w 263"/>
                  <a:gd name="T31" fmla="*/ 37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3" h="550">
                    <a:moveTo>
                      <a:pt x="192" y="37"/>
                    </a:moveTo>
                    <a:cubicBezTo>
                      <a:pt x="179" y="37"/>
                      <a:pt x="169" y="38"/>
                      <a:pt x="159" y="41"/>
                    </a:cubicBezTo>
                    <a:lnTo>
                      <a:pt x="161" y="46"/>
                    </a:lnTo>
                    <a:cubicBezTo>
                      <a:pt x="74" y="0"/>
                      <a:pt x="54" y="113"/>
                      <a:pt x="54" y="113"/>
                    </a:cubicBezTo>
                    <a:lnTo>
                      <a:pt x="54" y="113"/>
                    </a:lnTo>
                    <a:cubicBezTo>
                      <a:pt x="44" y="113"/>
                      <a:pt x="34" y="116"/>
                      <a:pt x="28" y="128"/>
                    </a:cubicBezTo>
                    <a:cubicBezTo>
                      <a:pt x="0" y="176"/>
                      <a:pt x="35" y="262"/>
                      <a:pt x="26" y="274"/>
                    </a:cubicBezTo>
                    <a:cubicBezTo>
                      <a:pt x="17" y="286"/>
                      <a:pt x="1" y="341"/>
                      <a:pt x="28" y="371"/>
                    </a:cubicBezTo>
                    <a:cubicBezTo>
                      <a:pt x="55" y="400"/>
                      <a:pt x="67" y="505"/>
                      <a:pt x="67" y="505"/>
                    </a:cubicBezTo>
                    <a:cubicBezTo>
                      <a:pt x="67" y="505"/>
                      <a:pt x="151" y="516"/>
                      <a:pt x="166" y="550"/>
                    </a:cubicBezTo>
                    <a:cubicBezTo>
                      <a:pt x="155" y="521"/>
                      <a:pt x="175" y="464"/>
                      <a:pt x="198" y="432"/>
                    </a:cubicBezTo>
                    <a:cubicBezTo>
                      <a:pt x="222" y="398"/>
                      <a:pt x="187" y="366"/>
                      <a:pt x="187" y="366"/>
                    </a:cubicBezTo>
                    <a:cubicBezTo>
                      <a:pt x="187" y="366"/>
                      <a:pt x="209" y="351"/>
                      <a:pt x="236" y="283"/>
                    </a:cubicBezTo>
                    <a:cubicBezTo>
                      <a:pt x="263" y="214"/>
                      <a:pt x="220" y="183"/>
                      <a:pt x="217" y="171"/>
                    </a:cubicBezTo>
                    <a:cubicBezTo>
                      <a:pt x="215" y="159"/>
                      <a:pt x="256" y="113"/>
                      <a:pt x="259" y="96"/>
                    </a:cubicBezTo>
                    <a:cubicBezTo>
                      <a:pt x="262" y="79"/>
                      <a:pt x="257" y="40"/>
                      <a:pt x="192" y="37"/>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5" name="Freeform 3850">
                <a:extLst>
                  <a:ext uri="{FF2B5EF4-FFF2-40B4-BE49-F238E27FC236}">
                    <a16:creationId xmlns:a16="http://schemas.microsoft.com/office/drawing/2014/main" xmlns="" id="{BBB662F7-7BF7-9775-D3B5-BCB9FB23B851}"/>
                  </a:ext>
                </a:extLst>
              </p:cNvPr>
              <p:cNvSpPr>
                <a:spLocks/>
              </p:cNvSpPr>
              <p:nvPr/>
            </p:nvSpPr>
            <p:spPr bwMode="gray">
              <a:xfrm>
                <a:off x="3692525" y="4481513"/>
                <a:ext cx="58738" cy="182563"/>
              </a:xfrm>
              <a:custGeom>
                <a:avLst/>
                <a:gdLst>
                  <a:gd name="T0" fmla="*/ 43 w 141"/>
                  <a:gd name="T1" fmla="*/ 134 h 447"/>
                  <a:gd name="T2" fmla="*/ 51 w 141"/>
                  <a:gd name="T3" fmla="*/ 0 h 447"/>
                  <a:gd name="T4" fmla="*/ 9 w 141"/>
                  <a:gd name="T5" fmla="*/ 94 h 447"/>
                  <a:gd name="T6" fmla="*/ 0 w 141"/>
                  <a:gd name="T7" fmla="*/ 354 h 447"/>
                  <a:gd name="T8" fmla="*/ 93 w 141"/>
                  <a:gd name="T9" fmla="*/ 447 h 447"/>
                  <a:gd name="T10" fmla="*/ 141 w 141"/>
                  <a:gd name="T11" fmla="*/ 447 h 447"/>
                  <a:gd name="T12" fmla="*/ 43 w 141"/>
                  <a:gd name="T13" fmla="*/ 134 h 447"/>
                </a:gdLst>
                <a:ahLst/>
                <a:cxnLst>
                  <a:cxn ang="0">
                    <a:pos x="T0" y="T1"/>
                  </a:cxn>
                  <a:cxn ang="0">
                    <a:pos x="T2" y="T3"/>
                  </a:cxn>
                  <a:cxn ang="0">
                    <a:pos x="T4" y="T5"/>
                  </a:cxn>
                  <a:cxn ang="0">
                    <a:pos x="T6" y="T7"/>
                  </a:cxn>
                  <a:cxn ang="0">
                    <a:pos x="T8" y="T9"/>
                  </a:cxn>
                  <a:cxn ang="0">
                    <a:pos x="T10" y="T11"/>
                  </a:cxn>
                  <a:cxn ang="0">
                    <a:pos x="T12" y="T13"/>
                  </a:cxn>
                </a:cxnLst>
                <a:rect l="0" t="0" r="r" b="b"/>
                <a:pathLst>
                  <a:path w="141" h="447">
                    <a:moveTo>
                      <a:pt x="43" y="134"/>
                    </a:moveTo>
                    <a:cubicBezTo>
                      <a:pt x="36" y="31"/>
                      <a:pt x="51" y="0"/>
                      <a:pt x="51" y="0"/>
                    </a:cubicBezTo>
                    <a:cubicBezTo>
                      <a:pt x="13" y="3"/>
                      <a:pt x="9" y="94"/>
                      <a:pt x="9" y="94"/>
                    </a:cubicBezTo>
                    <a:lnTo>
                      <a:pt x="0" y="354"/>
                    </a:lnTo>
                    <a:cubicBezTo>
                      <a:pt x="0" y="354"/>
                      <a:pt x="9" y="446"/>
                      <a:pt x="93" y="447"/>
                    </a:cubicBezTo>
                    <a:lnTo>
                      <a:pt x="141" y="447"/>
                    </a:lnTo>
                    <a:cubicBezTo>
                      <a:pt x="70" y="424"/>
                      <a:pt x="53" y="274"/>
                      <a:pt x="43" y="134"/>
                    </a:cubicBezTo>
                  </a:path>
                </a:pathLst>
              </a:custGeom>
              <a:solidFill>
                <a:srgbClr val="E2F3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6" name="Freeform 3851">
                <a:extLst>
                  <a:ext uri="{FF2B5EF4-FFF2-40B4-BE49-F238E27FC236}">
                    <a16:creationId xmlns:a16="http://schemas.microsoft.com/office/drawing/2014/main" xmlns="" id="{E1459F93-A8A5-4FB3-0EBF-B717C102195E}"/>
                  </a:ext>
                </a:extLst>
              </p:cNvPr>
              <p:cNvSpPr>
                <a:spLocks/>
              </p:cNvSpPr>
              <p:nvPr/>
            </p:nvSpPr>
            <p:spPr bwMode="gray">
              <a:xfrm>
                <a:off x="3741738" y="4454526"/>
                <a:ext cx="141288" cy="263525"/>
              </a:xfrm>
              <a:custGeom>
                <a:avLst/>
                <a:gdLst>
                  <a:gd name="T0" fmla="*/ 319 w 341"/>
                  <a:gd name="T1" fmla="*/ 60 h 641"/>
                  <a:gd name="T2" fmla="*/ 328 w 341"/>
                  <a:gd name="T3" fmla="*/ 27 h 641"/>
                  <a:gd name="T4" fmla="*/ 221 w 341"/>
                  <a:gd name="T5" fmla="*/ 0 h 641"/>
                  <a:gd name="T6" fmla="*/ 212 w 341"/>
                  <a:gd name="T7" fmla="*/ 33 h 641"/>
                  <a:gd name="T8" fmla="*/ 87 w 341"/>
                  <a:gd name="T9" fmla="*/ 226 h 641"/>
                  <a:gd name="T10" fmla="*/ 87 w 341"/>
                  <a:gd name="T11" fmla="*/ 226 h 641"/>
                  <a:gd name="T12" fmla="*/ 80 w 341"/>
                  <a:gd name="T13" fmla="*/ 244 h 641"/>
                  <a:gd name="T14" fmla="*/ 8 w 341"/>
                  <a:gd name="T15" fmla="*/ 527 h 641"/>
                  <a:gd name="T16" fmla="*/ 48 w 341"/>
                  <a:gd name="T17" fmla="*/ 596 h 641"/>
                  <a:gd name="T18" fmla="*/ 198 w 341"/>
                  <a:gd name="T19" fmla="*/ 634 h 641"/>
                  <a:gd name="T20" fmla="*/ 266 w 341"/>
                  <a:gd name="T21" fmla="*/ 593 h 641"/>
                  <a:gd name="T22" fmla="*/ 339 w 341"/>
                  <a:gd name="T23" fmla="*/ 309 h 641"/>
                  <a:gd name="T24" fmla="*/ 339 w 341"/>
                  <a:gd name="T25" fmla="*/ 278 h 641"/>
                  <a:gd name="T26" fmla="*/ 319 w 341"/>
                  <a:gd name="T27" fmla="*/ 60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1" h="641">
                    <a:moveTo>
                      <a:pt x="319" y="60"/>
                    </a:moveTo>
                    <a:lnTo>
                      <a:pt x="328" y="27"/>
                    </a:lnTo>
                    <a:lnTo>
                      <a:pt x="221" y="0"/>
                    </a:lnTo>
                    <a:lnTo>
                      <a:pt x="212" y="33"/>
                    </a:lnTo>
                    <a:lnTo>
                      <a:pt x="87" y="226"/>
                    </a:lnTo>
                    <a:lnTo>
                      <a:pt x="87" y="226"/>
                    </a:lnTo>
                    <a:cubicBezTo>
                      <a:pt x="84" y="232"/>
                      <a:pt x="81" y="237"/>
                      <a:pt x="80" y="244"/>
                    </a:cubicBezTo>
                    <a:lnTo>
                      <a:pt x="8" y="527"/>
                    </a:lnTo>
                    <a:cubicBezTo>
                      <a:pt x="0" y="557"/>
                      <a:pt x="18" y="588"/>
                      <a:pt x="48" y="596"/>
                    </a:cubicBezTo>
                    <a:lnTo>
                      <a:pt x="198" y="634"/>
                    </a:lnTo>
                    <a:cubicBezTo>
                      <a:pt x="228" y="641"/>
                      <a:pt x="259" y="623"/>
                      <a:pt x="266" y="593"/>
                    </a:cubicBezTo>
                    <a:lnTo>
                      <a:pt x="339" y="309"/>
                    </a:lnTo>
                    <a:cubicBezTo>
                      <a:pt x="341" y="299"/>
                      <a:pt x="341" y="288"/>
                      <a:pt x="339" y="278"/>
                    </a:cubicBezTo>
                    <a:lnTo>
                      <a:pt x="319" y="60"/>
                    </a:lnTo>
                  </a:path>
                </a:pathLst>
              </a:custGeom>
              <a:solidFill>
                <a:srgbClr val="D4F0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7" name="Freeform 3852">
                <a:extLst>
                  <a:ext uri="{FF2B5EF4-FFF2-40B4-BE49-F238E27FC236}">
                    <a16:creationId xmlns:a16="http://schemas.microsoft.com/office/drawing/2014/main" xmlns="" id="{95AFA63B-03A5-A651-DE1D-4881F2742E7A}"/>
                  </a:ext>
                </a:extLst>
              </p:cNvPr>
              <p:cNvSpPr>
                <a:spLocks/>
              </p:cNvSpPr>
              <p:nvPr/>
            </p:nvSpPr>
            <p:spPr bwMode="gray">
              <a:xfrm>
                <a:off x="3751263" y="4508501"/>
                <a:ext cx="123825" cy="201613"/>
              </a:xfrm>
              <a:custGeom>
                <a:avLst/>
                <a:gdLst>
                  <a:gd name="T0" fmla="*/ 301 w 303"/>
                  <a:gd name="T1" fmla="*/ 148 h 489"/>
                  <a:gd name="T2" fmla="*/ 291 w 303"/>
                  <a:gd name="T3" fmla="*/ 37 h 489"/>
                  <a:gd name="T4" fmla="*/ 146 w 303"/>
                  <a:gd name="T5" fmla="*/ 0 h 489"/>
                  <a:gd name="T6" fmla="*/ 84 w 303"/>
                  <a:gd name="T7" fmla="*/ 99 h 489"/>
                  <a:gd name="T8" fmla="*/ 82 w 303"/>
                  <a:gd name="T9" fmla="*/ 102 h 489"/>
                  <a:gd name="T10" fmla="*/ 77 w 303"/>
                  <a:gd name="T11" fmla="*/ 115 h 489"/>
                  <a:gd name="T12" fmla="*/ 5 w 303"/>
                  <a:gd name="T13" fmla="*/ 399 h 489"/>
                  <a:gd name="T14" fmla="*/ 33 w 303"/>
                  <a:gd name="T15" fmla="*/ 445 h 489"/>
                  <a:gd name="T16" fmla="*/ 182 w 303"/>
                  <a:gd name="T17" fmla="*/ 483 h 489"/>
                  <a:gd name="T18" fmla="*/ 229 w 303"/>
                  <a:gd name="T19" fmla="*/ 456 h 489"/>
                  <a:gd name="T20" fmla="*/ 301 w 303"/>
                  <a:gd name="T21" fmla="*/ 172 h 489"/>
                  <a:gd name="T22" fmla="*/ 302 w 303"/>
                  <a:gd name="T23" fmla="*/ 149 h 489"/>
                  <a:gd name="T24" fmla="*/ 301 w 303"/>
                  <a:gd name="T25" fmla="*/ 148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3" h="489">
                    <a:moveTo>
                      <a:pt x="301" y="148"/>
                    </a:moveTo>
                    <a:lnTo>
                      <a:pt x="291" y="37"/>
                    </a:lnTo>
                    <a:cubicBezTo>
                      <a:pt x="242" y="27"/>
                      <a:pt x="195" y="10"/>
                      <a:pt x="146" y="0"/>
                    </a:cubicBezTo>
                    <a:lnTo>
                      <a:pt x="84" y="99"/>
                    </a:lnTo>
                    <a:lnTo>
                      <a:pt x="82" y="102"/>
                    </a:lnTo>
                    <a:cubicBezTo>
                      <a:pt x="80" y="107"/>
                      <a:pt x="78" y="111"/>
                      <a:pt x="77" y="115"/>
                    </a:cubicBezTo>
                    <a:lnTo>
                      <a:pt x="5" y="399"/>
                    </a:lnTo>
                    <a:cubicBezTo>
                      <a:pt x="0" y="419"/>
                      <a:pt x="12" y="440"/>
                      <a:pt x="33" y="445"/>
                    </a:cubicBezTo>
                    <a:lnTo>
                      <a:pt x="182" y="483"/>
                    </a:lnTo>
                    <a:cubicBezTo>
                      <a:pt x="203" y="489"/>
                      <a:pt x="224" y="476"/>
                      <a:pt x="229" y="456"/>
                    </a:cubicBezTo>
                    <a:lnTo>
                      <a:pt x="301" y="172"/>
                    </a:lnTo>
                    <a:cubicBezTo>
                      <a:pt x="303" y="165"/>
                      <a:pt x="303" y="157"/>
                      <a:pt x="302" y="149"/>
                    </a:cubicBezTo>
                    <a:lnTo>
                      <a:pt x="301" y="148"/>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8" name="Freeform 3853">
                <a:extLst>
                  <a:ext uri="{FF2B5EF4-FFF2-40B4-BE49-F238E27FC236}">
                    <a16:creationId xmlns:a16="http://schemas.microsoft.com/office/drawing/2014/main" xmlns="" id="{508FD185-08F1-6450-7CEE-99A47B076BD2}"/>
                  </a:ext>
                </a:extLst>
              </p:cNvPr>
              <p:cNvSpPr>
                <a:spLocks/>
              </p:cNvSpPr>
              <p:nvPr/>
            </p:nvSpPr>
            <p:spPr bwMode="gray">
              <a:xfrm>
                <a:off x="3825875" y="4457701"/>
                <a:ext cx="57150" cy="17463"/>
              </a:xfrm>
              <a:custGeom>
                <a:avLst/>
                <a:gdLst>
                  <a:gd name="T0" fmla="*/ 135 w 139"/>
                  <a:gd name="T1" fmla="*/ 34 h 43"/>
                  <a:gd name="T2" fmla="*/ 6 w 139"/>
                  <a:gd name="T3" fmla="*/ 1 h 43"/>
                  <a:gd name="T4" fmla="*/ 0 w 139"/>
                  <a:gd name="T5" fmla="*/ 4 h 43"/>
                  <a:gd name="T6" fmla="*/ 4 w 139"/>
                  <a:gd name="T7" fmla="*/ 9 h 43"/>
                  <a:gd name="T8" fmla="*/ 133 w 139"/>
                  <a:gd name="T9" fmla="*/ 42 h 43"/>
                  <a:gd name="T10" fmla="*/ 138 w 139"/>
                  <a:gd name="T11" fmla="*/ 39 h 43"/>
                  <a:gd name="T12" fmla="*/ 135 w 139"/>
                  <a:gd name="T13" fmla="*/ 34 h 43"/>
                </a:gdLst>
                <a:ahLst/>
                <a:cxnLst>
                  <a:cxn ang="0">
                    <a:pos x="T0" y="T1"/>
                  </a:cxn>
                  <a:cxn ang="0">
                    <a:pos x="T2" y="T3"/>
                  </a:cxn>
                  <a:cxn ang="0">
                    <a:pos x="T4" y="T5"/>
                  </a:cxn>
                  <a:cxn ang="0">
                    <a:pos x="T6" y="T7"/>
                  </a:cxn>
                  <a:cxn ang="0">
                    <a:pos x="T8" y="T9"/>
                  </a:cxn>
                  <a:cxn ang="0">
                    <a:pos x="T10" y="T11"/>
                  </a:cxn>
                  <a:cxn ang="0">
                    <a:pos x="T12" y="T13"/>
                  </a:cxn>
                </a:cxnLst>
                <a:rect l="0" t="0" r="r" b="b"/>
                <a:pathLst>
                  <a:path w="139" h="43">
                    <a:moveTo>
                      <a:pt x="135" y="34"/>
                    </a:moveTo>
                    <a:lnTo>
                      <a:pt x="6" y="1"/>
                    </a:lnTo>
                    <a:cubicBezTo>
                      <a:pt x="3" y="0"/>
                      <a:pt x="1" y="2"/>
                      <a:pt x="0" y="4"/>
                    </a:cubicBezTo>
                    <a:cubicBezTo>
                      <a:pt x="0" y="6"/>
                      <a:pt x="1" y="9"/>
                      <a:pt x="4" y="9"/>
                    </a:cubicBezTo>
                    <a:lnTo>
                      <a:pt x="133" y="42"/>
                    </a:lnTo>
                    <a:cubicBezTo>
                      <a:pt x="135" y="43"/>
                      <a:pt x="138" y="41"/>
                      <a:pt x="138" y="39"/>
                    </a:cubicBezTo>
                    <a:cubicBezTo>
                      <a:pt x="139" y="37"/>
                      <a:pt x="137" y="34"/>
                      <a:pt x="135" y="34"/>
                    </a:cubicBezTo>
                  </a:path>
                </a:pathLst>
              </a:custGeom>
              <a:solidFill>
                <a:srgbClr val="4BBB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69" name="Freeform 3854">
                <a:extLst>
                  <a:ext uri="{FF2B5EF4-FFF2-40B4-BE49-F238E27FC236}">
                    <a16:creationId xmlns:a16="http://schemas.microsoft.com/office/drawing/2014/main" xmlns="" id="{203D7E10-9E0C-51D1-4821-2A7C4E6708BB}"/>
                  </a:ext>
                </a:extLst>
              </p:cNvPr>
              <p:cNvSpPr>
                <a:spLocks/>
              </p:cNvSpPr>
              <p:nvPr/>
            </p:nvSpPr>
            <p:spPr bwMode="gray">
              <a:xfrm>
                <a:off x="3829050" y="4438651"/>
                <a:ext cx="55563" cy="31750"/>
              </a:xfrm>
              <a:custGeom>
                <a:avLst/>
                <a:gdLst>
                  <a:gd name="T0" fmla="*/ 123 w 132"/>
                  <a:gd name="T1" fmla="*/ 27 h 76"/>
                  <a:gd name="T2" fmla="*/ 22 w 132"/>
                  <a:gd name="T3" fmla="*/ 1 h 76"/>
                  <a:gd name="T4" fmla="*/ 10 w 132"/>
                  <a:gd name="T5" fmla="*/ 9 h 76"/>
                  <a:gd name="T6" fmla="*/ 0 w 132"/>
                  <a:gd name="T7" fmla="*/ 46 h 76"/>
                  <a:gd name="T8" fmla="*/ 121 w 132"/>
                  <a:gd name="T9" fmla="*/ 76 h 76"/>
                  <a:gd name="T10" fmla="*/ 130 w 132"/>
                  <a:gd name="T11" fmla="*/ 39 h 76"/>
                  <a:gd name="T12" fmla="*/ 123 w 132"/>
                  <a:gd name="T13" fmla="*/ 27 h 76"/>
                </a:gdLst>
                <a:ahLst/>
                <a:cxnLst>
                  <a:cxn ang="0">
                    <a:pos x="T0" y="T1"/>
                  </a:cxn>
                  <a:cxn ang="0">
                    <a:pos x="T2" y="T3"/>
                  </a:cxn>
                  <a:cxn ang="0">
                    <a:pos x="T4" y="T5"/>
                  </a:cxn>
                  <a:cxn ang="0">
                    <a:pos x="T6" y="T7"/>
                  </a:cxn>
                  <a:cxn ang="0">
                    <a:pos x="T8" y="T9"/>
                  </a:cxn>
                  <a:cxn ang="0">
                    <a:pos x="T10" y="T11"/>
                  </a:cxn>
                  <a:cxn ang="0">
                    <a:pos x="T12" y="T13"/>
                  </a:cxn>
                </a:cxnLst>
                <a:rect l="0" t="0" r="r" b="b"/>
                <a:pathLst>
                  <a:path w="132" h="76">
                    <a:moveTo>
                      <a:pt x="123" y="27"/>
                    </a:moveTo>
                    <a:lnTo>
                      <a:pt x="22" y="1"/>
                    </a:lnTo>
                    <a:cubicBezTo>
                      <a:pt x="16" y="0"/>
                      <a:pt x="11" y="3"/>
                      <a:pt x="10" y="9"/>
                    </a:cubicBezTo>
                    <a:lnTo>
                      <a:pt x="0" y="46"/>
                    </a:lnTo>
                    <a:lnTo>
                      <a:pt x="121" y="76"/>
                    </a:lnTo>
                    <a:lnTo>
                      <a:pt x="130" y="39"/>
                    </a:lnTo>
                    <a:cubicBezTo>
                      <a:pt x="132" y="34"/>
                      <a:pt x="128" y="28"/>
                      <a:pt x="123" y="27"/>
                    </a:cubicBezTo>
                  </a:path>
                </a:pathLst>
              </a:custGeom>
              <a:solidFill>
                <a:srgbClr val="4BBB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0" name="Freeform 3855">
                <a:extLst>
                  <a:ext uri="{FF2B5EF4-FFF2-40B4-BE49-F238E27FC236}">
                    <a16:creationId xmlns:a16="http://schemas.microsoft.com/office/drawing/2014/main" xmlns="" id="{BBA683A8-4C1D-A0B8-F38D-C4B413F5AB01}"/>
                  </a:ext>
                </a:extLst>
              </p:cNvPr>
              <p:cNvSpPr>
                <a:spLocks/>
              </p:cNvSpPr>
              <p:nvPr/>
            </p:nvSpPr>
            <p:spPr bwMode="gray">
              <a:xfrm>
                <a:off x="3833813" y="4554538"/>
                <a:ext cx="138113" cy="131763"/>
              </a:xfrm>
              <a:custGeom>
                <a:avLst/>
                <a:gdLst>
                  <a:gd name="T0" fmla="*/ 211 w 334"/>
                  <a:gd name="T1" fmla="*/ 28 h 319"/>
                  <a:gd name="T2" fmla="*/ 24 w 334"/>
                  <a:gd name="T3" fmla="*/ 115 h 319"/>
                  <a:gd name="T4" fmla="*/ 125 w 334"/>
                  <a:gd name="T5" fmla="*/ 291 h 319"/>
                  <a:gd name="T6" fmla="*/ 310 w 334"/>
                  <a:gd name="T7" fmla="*/ 209 h 319"/>
                  <a:gd name="T8" fmla="*/ 211 w 334"/>
                  <a:gd name="T9" fmla="*/ 28 h 319"/>
                </a:gdLst>
                <a:ahLst/>
                <a:cxnLst>
                  <a:cxn ang="0">
                    <a:pos x="T0" y="T1"/>
                  </a:cxn>
                  <a:cxn ang="0">
                    <a:pos x="T2" y="T3"/>
                  </a:cxn>
                  <a:cxn ang="0">
                    <a:pos x="T4" y="T5"/>
                  </a:cxn>
                  <a:cxn ang="0">
                    <a:pos x="T6" y="T7"/>
                  </a:cxn>
                  <a:cxn ang="0">
                    <a:pos x="T8" y="T9"/>
                  </a:cxn>
                </a:cxnLst>
                <a:rect l="0" t="0" r="r" b="b"/>
                <a:pathLst>
                  <a:path w="334" h="319">
                    <a:moveTo>
                      <a:pt x="211" y="28"/>
                    </a:moveTo>
                    <a:cubicBezTo>
                      <a:pt x="126" y="0"/>
                      <a:pt x="49" y="41"/>
                      <a:pt x="24" y="115"/>
                    </a:cubicBezTo>
                    <a:cubicBezTo>
                      <a:pt x="0" y="190"/>
                      <a:pt x="40" y="264"/>
                      <a:pt x="125" y="291"/>
                    </a:cubicBezTo>
                    <a:cubicBezTo>
                      <a:pt x="209" y="319"/>
                      <a:pt x="285" y="284"/>
                      <a:pt x="310" y="209"/>
                    </a:cubicBezTo>
                    <a:cubicBezTo>
                      <a:pt x="334" y="135"/>
                      <a:pt x="296" y="55"/>
                      <a:pt x="211" y="28"/>
                    </a:cubicBezTo>
                  </a:path>
                </a:pathLst>
              </a:custGeom>
              <a:solidFill>
                <a:srgbClr val="F58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1" name="Freeform 3856">
                <a:extLst>
                  <a:ext uri="{FF2B5EF4-FFF2-40B4-BE49-F238E27FC236}">
                    <a16:creationId xmlns:a16="http://schemas.microsoft.com/office/drawing/2014/main" xmlns="" id="{AC98948B-3450-D9BE-6B85-5CEF62A3981F}"/>
                  </a:ext>
                </a:extLst>
              </p:cNvPr>
              <p:cNvSpPr>
                <a:spLocks/>
              </p:cNvSpPr>
              <p:nvPr/>
            </p:nvSpPr>
            <p:spPr bwMode="gray">
              <a:xfrm>
                <a:off x="3910013" y="4572001"/>
                <a:ext cx="15875" cy="14288"/>
              </a:xfrm>
              <a:custGeom>
                <a:avLst/>
                <a:gdLst>
                  <a:gd name="T0" fmla="*/ 10 w 36"/>
                  <a:gd name="T1" fmla="*/ 2 h 34"/>
                  <a:gd name="T2" fmla="*/ 2 w 36"/>
                  <a:gd name="T3" fmla="*/ 2 h 34"/>
                  <a:gd name="T4" fmla="*/ 2 w 36"/>
                  <a:gd name="T5" fmla="*/ 11 h 34"/>
                  <a:gd name="T6" fmla="*/ 25 w 36"/>
                  <a:gd name="T7" fmla="*/ 32 h 34"/>
                  <a:gd name="T8" fmla="*/ 27 w 36"/>
                  <a:gd name="T9" fmla="*/ 33 h 34"/>
                  <a:gd name="T10" fmla="*/ 33 w 36"/>
                  <a:gd name="T11" fmla="*/ 32 h 34"/>
                  <a:gd name="T12" fmla="*/ 33 w 36"/>
                  <a:gd name="T13" fmla="*/ 24 h 34"/>
                  <a:gd name="T14" fmla="*/ 10 w 36"/>
                  <a:gd name="T15" fmla="*/ 2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4">
                    <a:moveTo>
                      <a:pt x="10" y="2"/>
                    </a:moveTo>
                    <a:cubicBezTo>
                      <a:pt x="8" y="0"/>
                      <a:pt x="4" y="0"/>
                      <a:pt x="2" y="2"/>
                    </a:cubicBezTo>
                    <a:cubicBezTo>
                      <a:pt x="0" y="5"/>
                      <a:pt x="0" y="8"/>
                      <a:pt x="2" y="11"/>
                    </a:cubicBezTo>
                    <a:lnTo>
                      <a:pt x="25" y="32"/>
                    </a:lnTo>
                    <a:lnTo>
                      <a:pt x="27" y="33"/>
                    </a:lnTo>
                    <a:cubicBezTo>
                      <a:pt x="29" y="34"/>
                      <a:pt x="32" y="34"/>
                      <a:pt x="33" y="32"/>
                    </a:cubicBezTo>
                    <a:cubicBezTo>
                      <a:pt x="36" y="30"/>
                      <a:pt x="35" y="26"/>
                      <a:pt x="33" y="24"/>
                    </a:cubicBezTo>
                    <a:lnTo>
                      <a:pt x="10" y="2"/>
                    </a:lnTo>
                  </a:path>
                </a:pathLst>
              </a:custGeom>
              <a:solidFill>
                <a:srgbClr val="4889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2" name="Freeform 3857">
                <a:extLst>
                  <a:ext uri="{FF2B5EF4-FFF2-40B4-BE49-F238E27FC236}">
                    <a16:creationId xmlns:a16="http://schemas.microsoft.com/office/drawing/2014/main" xmlns="" id="{4947047C-F0E3-00D0-4DEB-C8AFF9C25E23}"/>
                  </a:ext>
                </a:extLst>
              </p:cNvPr>
              <p:cNvSpPr>
                <a:spLocks/>
              </p:cNvSpPr>
              <p:nvPr/>
            </p:nvSpPr>
            <p:spPr bwMode="gray">
              <a:xfrm>
                <a:off x="3908425" y="4575176"/>
                <a:ext cx="19050" cy="6350"/>
              </a:xfrm>
              <a:custGeom>
                <a:avLst/>
                <a:gdLst>
                  <a:gd name="T0" fmla="*/ 37 w 43"/>
                  <a:gd name="T1" fmla="*/ 1 h 16"/>
                  <a:gd name="T2" fmla="*/ 5 w 43"/>
                  <a:gd name="T3" fmla="*/ 4 h 16"/>
                  <a:gd name="T4" fmla="*/ 0 w 43"/>
                  <a:gd name="T5" fmla="*/ 11 h 16"/>
                  <a:gd name="T6" fmla="*/ 4 w 43"/>
                  <a:gd name="T7" fmla="*/ 16 h 16"/>
                  <a:gd name="T8" fmla="*/ 7 w 43"/>
                  <a:gd name="T9" fmla="*/ 16 h 16"/>
                  <a:gd name="T10" fmla="*/ 38 w 43"/>
                  <a:gd name="T11" fmla="*/ 12 h 16"/>
                  <a:gd name="T12" fmla="*/ 43 w 43"/>
                  <a:gd name="T13" fmla="*/ 6 h 16"/>
                  <a:gd name="T14" fmla="*/ 37 w 43"/>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16">
                    <a:moveTo>
                      <a:pt x="37" y="1"/>
                    </a:moveTo>
                    <a:lnTo>
                      <a:pt x="5" y="4"/>
                    </a:lnTo>
                    <a:cubicBezTo>
                      <a:pt x="2" y="5"/>
                      <a:pt x="0" y="8"/>
                      <a:pt x="0" y="11"/>
                    </a:cubicBezTo>
                    <a:cubicBezTo>
                      <a:pt x="1" y="13"/>
                      <a:pt x="2" y="15"/>
                      <a:pt x="4" y="16"/>
                    </a:cubicBezTo>
                    <a:lnTo>
                      <a:pt x="7" y="16"/>
                    </a:lnTo>
                    <a:lnTo>
                      <a:pt x="38" y="12"/>
                    </a:lnTo>
                    <a:cubicBezTo>
                      <a:pt x="41" y="12"/>
                      <a:pt x="43" y="9"/>
                      <a:pt x="43" y="6"/>
                    </a:cubicBezTo>
                    <a:cubicBezTo>
                      <a:pt x="43" y="3"/>
                      <a:pt x="40" y="0"/>
                      <a:pt x="37" y="1"/>
                    </a:cubicBezTo>
                  </a:path>
                </a:pathLst>
              </a:custGeom>
              <a:solidFill>
                <a:srgbClr val="4889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73" name="Freeform 3858">
                <a:extLst>
                  <a:ext uri="{FF2B5EF4-FFF2-40B4-BE49-F238E27FC236}">
                    <a16:creationId xmlns:a16="http://schemas.microsoft.com/office/drawing/2014/main" xmlns="" id="{F5F75498-D104-F822-0FDE-1616C8D3C8F0}"/>
                  </a:ext>
                </a:extLst>
              </p:cNvPr>
              <p:cNvSpPr>
                <a:spLocks/>
              </p:cNvSpPr>
              <p:nvPr/>
            </p:nvSpPr>
            <p:spPr bwMode="gray">
              <a:xfrm>
                <a:off x="3584575" y="4627563"/>
                <a:ext cx="381000" cy="381000"/>
              </a:xfrm>
              <a:custGeom>
                <a:avLst/>
                <a:gdLst>
                  <a:gd name="T0" fmla="*/ 207 w 240"/>
                  <a:gd name="T1" fmla="*/ 0 h 240"/>
                  <a:gd name="T2" fmla="*/ 192 w 240"/>
                  <a:gd name="T3" fmla="*/ 17 h 240"/>
                  <a:gd name="T4" fmla="*/ 178 w 240"/>
                  <a:gd name="T5" fmla="*/ 0 h 240"/>
                  <a:gd name="T6" fmla="*/ 163 w 240"/>
                  <a:gd name="T7" fmla="*/ 17 h 240"/>
                  <a:gd name="T8" fmla="*/ 149 w 240"/>
                  <a:gd name="T9" fmla="*/ 0 h 240"/>
                  <a:gd name="T10" fmla="*/ 134 w 240"/>
                  <a:gd name="T11" fmla="*/ 17 h 240"/>
                  <a:gd name="T12" fmla="*/ 120 w 240"/>
                  <a:gd name="T13" fmla="*/ 0 h 240"/>
                  <a:gd name="T14" fmla="*/ 105 w 240"/>
                  <a:gd name="T15" fmla="*/ 17 h 240"/>
                  <a:gd name="T16" fmla="*/ 91 w 240"/>
                  <a:gd name="T17" fmla="*/ 0 h 240"/>
                  <a:gd name="T18" fmla="*/ 77 w 240"/>
                  <a:gd name="T19" fmla="*/ 17 h 240"/>
                  <a:gd name="T20" fmla="*/ 62 w 240"/>
                  <a:gd name="T21" fmla="*/ 0 h 240"/>
                  <a:gd name="T22" fmla="*/ 48 w 240"/>
                  <a:gd name="T23" fmla="*/ 17 h 240"/>
                  <a:gd name="T24" fmla="*/ 33 w 240"/>
                  <a:gd name="T25" fmla="*/ 0 h 240"/>
                  <a:gd name="T26" fmla="*/ 19 w 240"/>
                  <a:gd name="T27" fmla="*/ 17 h 240"/>
                  <a:gd name="T28" fmla="*/ 0 w 240"/>
                  <a:gd name="T29" fmla="*/ 0 h 240"/>
                  <a:gd name="T30" fmla="*/ 9 w 240"/>
                  <a:gd name="T31" fmla="*/ 240 h 240"/>
                  <a:gd name="T32" fmla="*/ 231 w 240"/>
                  <a:gd name="T33" fmla="*/ 240 h 240"/>
                  <a:gd name="T34" fmla="*/ 240 w 240"/>
                  <a:gd name="T35" fmla="*/ 0 h 240"/>
                  <a:gd name="T36" fmla="*/ 221 w 240"/>
                  <a:gd name="T37" fmla="*/ 17 h 240"/>
                  <a:gd name="T38" fmla="*/ 207 w 240"/>
                  <a:gd name="T3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0" h="240">
                    <a:moveTo>
                      <a:pt x="207" y="0"/>
                    </a:moveTo>
                    <a:lnTo>
                      <a:pt x="192" y="17"/>
                    </a:lnTo>
                    <a:lnTo>
                      <a:pt x="178" y="0"/>
                    </a:lnTo>
                    <a:lnTo>
                      <a:pt x="163" y="17"/>
                    </a:lnTo>
                    <a:lnTo>
                      <a:pt x="149" y="0"/>
                    </a:lnTo>
                    <a:lnTo>
                      <a:pt x="134" y="17"/>
                    </a:lnTo>
                    <a:lnTo>
                      <a:pt x="120" y="0"/>
                    </a:lnTo>
                    <a:lnTo>
                      <a:pt x="105" y="17"/>
                    </a:lnTo>
                    <a:lnTo>
                      <a:pt x="91" y="0"/>
                    </a:lnTo>
                    <a:lnTo>
                      <a:pt x="77" y="17"/>
                    </a:lnTo>
                    <a:lnTo>
                      <a:pt x="62" y="0"/>
                    </a:lnTo>
                    <a:lnTo>
                      <a:pt x="48" y="17"/>
                    </a:lnTo>
                    <a:lnTo>
                      <a:pt x="33" y="0"/>
                    </a:lnTo>
                    <a:lnTo>
                      <a:pt x="19" y="17"/>
                    </a:lnTo>
                    <a:lnTo>
                      <a:pt x="0" y="0"/>
                    </a:lnTo>
                    <a:lnTo>
                      <a:pt x="9" y="240"/>
                    </a:lnTo>
                    <a:lnTo>
                      <a:pt x="231" y="240"/>
                    </a:lnTo>
                    <a:lnTo>
                      <a:pt x="240" y="0"/>
                    </a:lnTo>
                    <a:lnTo>
                      <a:pt x="221" y="17"/>
                    </a:lnTo>
                    <a:lnTo>
                      <a:pt x="207" y="0"/>
                    </a:lnTo>
                    <a:close/>
                  </a:path>
                </a:pathLst>
              </a:custGeom>
              <a:solidFill>
                <a:srgbClr val="BB8E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grpSp>
      <p:grpSp>
        <p:nvGrpSpPr>
          <p:cNvPr id="17" name="Group 16">
            <a:extLst>
              <a:ext uri="{FF2B5EF4-FFF2-40B4-BE49-F238E27FC236}">
                <a16:creationId xmlns:a16="http://schemas.microsoft.com/office/drawing/2014/main" xmlns="" id="{729F91F5-9C60-5268-E540-8223B5B9BFD7}"/>
              </a:ext>
            </a:extLst>
          </p:cNvPr>
          <p:cNvGrpSpPr/>
          <p:nvPr/>
        </p:nvGrpSpPr>
        <p:grpSpPr bwMode="gray">
          <a:xfrm>
            <a:off x="4264009" y="3920235"/>
            <a:ext cx="569816" cy="1255560"/>
            <a:chOff x="8577342" y="3057546"/>
            <a:chExt cx="411752" cy="907276"/>
          </a:xfrm>
        </p:grpSpPr>
        <p:grpSp>
          <p:nvGrpSpPr>
            <p:cNvPr id="152" name="Group 151">
              <a:extLst>
                <a:ext uri="{FF2B5EF4-FFF2-40B4-BE49-F238E27FC236}">
                  <a16:creationId xmlns:a16="http://schemas.microsoft.com/office/drawing/2014/main" xmlns="" id="{852B0BD9-68FB-48CC-7938-A066A18ACA30}"/>
                </a:ext>
              </a:extLst>
            </p:cNvPr>
            <p:cNvGrpSpPr/>
            <p:nvPr/>
          </p:nvGrpSpPr>
          <p:grpSpPr bwMode="gray">
            <a:xfrm>
              <a:off x="8577342" y="3057546"/>
              <a:ext cx="411752" cy="907276"/>
              <a:chOff x="7254686" y="1405038"/>
              <a:chExt cx="411752" cy="907276"/>
            </a:xfrm>
          </p:grpSpPr>
          <p:grpSp>
            <p:nvGrpSpPr>
              <p:cNvPr id="154" name="Group 153">
                <a:extLst>
                  <a:ext uri="{FF2B5EF4-FFF2-40B4-BE49-F238E27FC236}">
                    <a16:creationId xmlns:a16="http://schemas.microsoft.com/office/drawing/2014/main" xmlns="" id="{BFAAAD97-2279-285A-00DA-A5F9E98A46BA}"/>
                  </a:ext>
                </a:extLst>
              </p:cNvPr>
              <p:cNvGrpSpPr/>
              <p:nvPr/>
            </p:nvGrpSpPr>
            <p:grpSpPr bwMode="gray">
              <a:xfrm>
                <a:off x="7254686" y="1405038"/>
                <a:ext cx="411752" cy="907276"/>
                <a:chOff x="13245594" y="3448825"/>
                <a:chExt cx="367136" cy="808966"/>
              </a:xfrm>
            </p:grpSpPr>
            <p:sp>
              <p:nvSpPr>
                <p:cNvPr id="157" name="Freeform 273">
                  <a:extLst>
                    <a:ext uri="{FF2B5EF4-FFF2-40B4-BE49-F238E27FC236}">
                      <a16:creationId xmlns:a16="http://schemas.microsoft.com/office/drawing/2014/main" xmlns="" id="{CA274ADA-EC81-08EC-15F2-ECA3B4FC1BDD}"/>
                    </a:ext>
                  </a:extLst>
                </p:cNvPr>
                <p:cNvSpPr>
                  <a:spLocks/>
                </p:cNvSpPr>
                <p:nvPr/>
              </p:nvSpPr>
              <p:spPr bwMode="gray">
                <a:xfrm rot="5400000" flipH="1">
                  <a:off x="13024679" y="3669740"/>
                  <a:ext cx="808966" cy="367136"/>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8" name="Oval 274">
                  <a:extLst>
                    <a:ext uri="{FF2B5EF4-FFF2-40B4-BE49-F238E27FC236}">
                      <a16:creationId xmlns:a16="http://schemas.microsoft.com/office/drawing/2014/main" xmlns="" id="{99F14E24-54F1-0FDE-8F40-86154D2736C2}"/>
                    </a:ext>
                  </a:extLst>
                </p:cNvPr>
                <p:cNvSpPr>
                  <a:spLocks noChangeArrowheads="1"/>
                </p:cNvSpPr>
                <p:nvPr/>
              </p:nvSpPr>
              <p:spPr bwMode="gray">
                <a:xfrm rot="5400000" flipH="1">
                  <a:off x="13395338" y="4151033"/>
                  <a:ext cx="68353" cy="69058"/>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9" name="Freeform 275">
                  <a:extLst>
                    <a:ext uri="{FF2B5EF4-FFF2-40B4-BE49-F238E27FC236}">
                      <a16:creationId xmlns:a16="http://schemas.microsoft.com/office/drawing/2014/main" xmlns="" id="{DDAFF783-E2D1-D2EB-2035-F9AAF984BBAA}"/>
                    </a:ext>
                  </a:extLst>
                </p:cNvPr>
                <p:cNvSpPr>
                  <a:spLocks/>
                </p:cNvSpPr>
                <p:nvPr/>
              </p:nvSpPr>
              <p:spPr bwMode="gray">
                <a:xfrm rot="5400000" flipH="1">
                  <a:off x="13149406" y="3681721"/>
                  <a:ext cx="560216" cy="315693"/>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60" name="Freeform 280">
                  <a:extLst>
                    <a:ext uri="{FF2B5EF4-FFF2-40B4-BE49-F238E27FC236}">
                      <a16:creationId xmlns:a16="http://schemas.microsoft.com/office/drawing/2014/main" xmlns="" id="{A9B0C7D4-D6B8-6C3A-593A-869FA86950CA}"/>
                    </a:ext>
                  </a:extLst>
                </p:cNvPr>
                <p:cNvSpPr>
                  <a:spLocks/>
                </p:cNvSpPr>
                <p:nvPr/>
              </p:nvSpPr>
              <p:spPr bwMode="gray">
                <a:xfrm rot="5400000" flipH="1">
                  <a:off x="13425287" y="3442483"/>
                  <a:ext cx="8457" cy="124022"/>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pic>
            <p:nvPicPr>
              <p:cNvPr id="155" name="Picture 154">
                <a:extLst>
                  <a:ext uri="{FF2B5EF4-FFF2-40B4-BE49-F238E27FC236}">
                    <a16:creationId xmlns:a16="http://schemas.microsoft.com/office/drawing/2014/main" xmlns="" id="{C93134DB-3AF4-4473-D1C8-2F8DC662E9F6}"/>
                  </a:ext>
                </a:extLst>
              </p:cNvPr>
              <p:cNvPicPr>
                <a:picLocks noChangeAspect="1"/>
              </p:cNvPicPr>
              <p:nvPr/>
            </p:nvPicPr>
            <p:blipFill rotWithShape="1">
              <a:blip r:embed="rId14" cstate="screen">
                <a:extLst>
                  <a:ext uri="{28A0092B-C50C-407E-A947-70E740481C1C}">
                    <a14:useLocalDpi xmlns:a14="http://schemas.microsoft.com/office/drawing/2010/main"/>
                  </a:ext>
                </a:extLst>
              </a:blip>
              <a:srcRect l="19694" t="13052" r="18890" b="22100"/>
              <a:stretch/>
            </p:blipFill>
            <p:spPr bwMode="gray">
              <a:xfrm>
                <a:off x="7323687" y="1564827"/>
                <a:ext cx="167681" cy="187592"/>
              </a:xfrm>
              <a:prstGeom prst="rect">
                <a:avLst/>
              </a:prstGeom>
            </p:spPr>
          </p:pic>
          <p:pic>
            <p:nvPicPr>
              <p:cNvPr id="156" name="Picture 155">
                <a:extLst>
                  <a:ext uri="{FF2B5EF4-FFF2-40B4-BE49-F238E27FC236}">
                    <a16:creationId xmlns:a16="http://schemas.microsoft.com/office/drawing/2014/main" xmlns="" id="{FF1CE325-775C-D6CD-7203-414CFD915D69}"/>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bwMode="gray">
              <a:xfrm>
                <a:off x="7300302" y="1860131"/>
                <a:ext cx="318084" cy="180783"/>
              </a:xfrm>
              <a:prstGeom prst="rect">
                <a:avLst/>
              </a:prstGeom>
            </p:spPr>
          </p:pic>
        </p:grpSp>
        <p:pic>
          <p:nvPicPr>
            <p:cNvPr id="153" name="Picture 152">
              <a:extLst>
                <a:ext uri="{FF2B5EF4-FFF2-40B4-BE49-F238E27FC236}">
                  <a16:creationId xmlns:a16="http://schemas.microsoft.com/office/drawing/2014/main" xmlns="" id="{A0EC10F8-9C7A-38FF-F50F-5A7DF7BB2881}"/>
                </a:ext>
              </a:extLst>
            </p:cNvPr>
            <p:cNvPicPr>
              <a:picLocks noChangeAspect="1"/>
            </p:cNvPicPr>
            <p:nvPr/>
          </p:nvPicPr>
          <p:blipFill rotWithShape="1">
            <a:blip r:embed="rId16" cstate="screen">
              <a:extLst>
                <a:ext uri="{28A0092B-C50C-407E-A947-70E740481C1C}">
                  <a14:useLocalDpi xmlns:a14="http://schemas.microsoft.com/office/drawing/2010/main"/>
                </a:ext>
              </a:extLst>
            </a:blip>
            <a:srcRect l="11263" t="24140" r="7779" b="36486"/>
            <a:stretch/>
          </p:blipFill>
          <p:spPr bwMode="gray">
            <a:xfrm>
              <a:off x="8646343" y="3401329"/>
              <a:ext cx="267341" cy="59143"/>
            </a:xfrm>
            <a:prstGeom prst="rect">
              <a:avLst/>
            </a:prstGeom>
          </p:spPr>
        </p:pic>
      </p:grpSp>
      <p:grpSp>
        <p:nvGrpSpPr>
          <p:cNvPr id="18" name="Group 17">
            <a:extLst>
              <a:ext uri="{FF2B5EF4-FFF2-40B4-BE49-F238E27FC236}">
                <a16:creationId xmlns:a16="http://schemas.microsoft.com/office/drawing/2014/main" xmlns="" id="{49B12570-D719-7F6C-DCB6-A2820929C018}"/>
              </a:ext>
            </a:extLst>
          </p:cNvPr>
          <p:cNvGrpSpPr/>
          <p:nvPr/>
        </p:nvGrpSpPr>
        <p:grpSpPr>
          <a:xfrm>
            <a:off x="6942026" y="4042875"/>
            <a:ext cx="1417606" cy="1132920"/>
            <a:chOff x="7313684" y="3913568"/>
            <a:chExt cx="1678653" cy="1341543"/>
          </a:xfrm>
        </p:grpSpPr>
        <p:sp>
          <p:nvSpPr>
            <p:cNvPr id="53" name="Freeform 1922">
              <a:extLst>
                <a:ext uri="{FF2B5EF4-FFF2-40B4-BE49-F238E27FC236}">
                  <a16:creationId xmlns:a16="http://schemas.microsoft.com/office/drawing/2014/main" xmlns="" id="{B851CBD0-896C-41AA-AE6C-A46CAFD4F7B1}"/>
                </a:ext>
              </a:extLst>
            </p:cNvPr>
            <p:cNvSpPr>
              <a:spLocks/>
            </p:cNvSpPr>
            <p:nvPr/>
          </p:nvSpPr>
          <p:spPr bwMode="gray">
            <a:xfrm>
              <a:off x="7720443" y="3913568"/>
              <a:ext cx="472350" cy="349795"/>
            </a:xfrm>
            <a:custGeom>
              <a:avLst/>
              <a:gdLst>
                <a:gd name="T0" fmla="*/ 1403 w 1424"/>
                <a:gd name="T1" fmla="*/ 0 h 1060"/>
                <a:gd name="T2" fmla="*/ 21 w 1424"/>
                <a:gd name="T3" fmla="*/ 0 h 1060"/>
                <a:gd name="T4" fmla="*/ 0 w 1424"/>
                <a:gd name="T5" fmla="*/ 21 h 1060"/>
                <a:gd name="T6" fmla="*/ 0 w 1424"/>
                <a:gd name="T7" fmla="*/ 1039 h 1060"/>
                <a:gd name="T8" fmla="*/ 21 w 1424"/>
                <a:gd name="T9" fmla="*/ 1060 h 1060"/>
                <a:gd name="T10" fmla="*/ 1403 w 1424"/>
                <a:gd name="T11" fmla="*/ 1060 h 1060"/>
                <a:gd name="T12" fmla="*/ 1424 w 1424"/>
                <a:gd name="T13" fmla="*/ 1039 h 1060"/>
                <a:gd name="T14" fmla="*/ 1424 w 1424"/>
                <a:gd name="T15" fmla="*/ 21 h 1060"/>
                <a:gd name="T16" fmla="*/ 1403 w 1424"/>
                <a:gd name="T17" fmla="*/ 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4" h="1060">
                  <a:moveTo>
                    <a:pt x="1403" y="0"/>
                  </a:moveTo>
                  <a:lnTo>
                    <a:pt x="21" y="0"/>
                  </a:lnTo>
                  <a:cubicBezTo>
                    <a:pt x="9" y="0"/>
                    <a:pt x="0" y="10"/>
                    <a:pt x="0" y="21"/>
                  </a:cubicBezTo>
                  <a:lnTo>
                    <a:pt x="0" y="1039"/>
                  </a:lnTo>
                  <a:cubicBezTo>
                    <a:pt x="0" y="1051"/>
                    <a:pt x="9" y="1060"/>
                    <a:pt x="21" y="1060"/>
                  </a:cubicBezTo>
                  <a:lnTo>
                    <a:pt x="1403" y="1060"/>
                  </a:lnTo>
                  <a:cubicBezTo>
                    <a:pt x="1415" y="1060"/>
                    <a:pt x="1424" y="1051"/>
                    <a:pt x="1424" y="1039"/>
                  </a:cubicBezTo>
                  <a:lnTo>
                    <a:pt x="1424" y="21"/>
                  </a:lnTo>
                  <a:cubicBezTo>
                    <a:pt x="1424" y="10"/>
                    <a:pt x="1415" y="0"/>
                    <a:pt x="140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4" name="Rectangle 1894">
              <a:extLst>
                <a:ext uri="{FF2B5EF4-FFF2-40B4-BE49-F238E27FC236}">
                  <a16:creationId xmlns:a16="http://schemas.microsoft.com/office/drawing/2014/main" xmlns="" id="{44C78093-69D5-8387-8A8A-034478104E56}"/>
                </a:ext>
              </a:extLst>
            </p:cNvPr>
            <p:cNvSpPr>
              <a:spLocks noChangeArrowheads="1"/>
            </p:cNvSpPr>
            <p:nvPr/>
          </p:nvSpPr>
          <p:spPr bwMode="gray">
            <a:xfrm>
              <a:off x="8296199" y="4151020"/>
              <a:ext cx="88087" cy="88087"/>
            </a:xfrm>
            <a:prstGeom prst="rect">
              <a:avLst/>
            </a:prstGeom>
            <a:solidFill>
              <a:srgbClr val="FDDF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5" name="Freeform 2596">
              <a:extLst>
                <a:ext uri="{FF2B5EF4-FFF2-40B4-BE49-F238E27FC236}">
                  <a16:creationId xmlns:a16="http://schemas.microsoft.com/office/drawing/2014/main" xmlns="" id="{F66161C5-4A0A-49D4-2817-C7B8028D2F18}"/>
                </a:ext>
              </a:extLst>
            </p:cNvPr>
            <p:cNvSpPr>
              <a:spLocks/>
            </p:cNvSpPr>
            <p:nvPr/>
          </p:nvSpPr>
          <p:spPr bwMode="gray">
            <a:xfrm>
              <a:off x="8407266" y="4338683"/>
              <a:ext cx="104683" cy="370220"/>
            </a:xfrm>
            <a:custGeom>
              <a:avLst/>
              <a:gdLst>
                <a:gd name="T0" fmla="*/ 262 w 315"/>
                <a:gd name="T1" fmla="*/ 553 h 1118"/>
                <a:gd name="T2" fmla="*/ 173 w 315"/>
                <a:gd name="T3" fmla="*/ 0 h 1118"/>
                <a:gd name="T4" fmla="*/ 0 w 315"/>
                <a:gd name="T5" fmla="*/ 22 h 1118"/>
                <a:gd name="T6" fmla="*/ 135 w 315"/>
                <a:gd name="T7" fmla="*/ 577 h 1118"/>
                <a:gd name="T8" fmla="*/ 197 w 315"/>
                <a:gd name="T9" fmla="*/ 989 h 1118"/>
                <a:gd name="T10" fmla="*/ 197 w 315"/>
                <a:gd name="T11" fmla="*/ 989 h 1118"/>
                <a:gd name="T12" fmla="*/ 172 w 315"/>
                <a:gd name="T13" fmla="*/ 1087 h 1118"/>
                <a:gd name="T14" fmla="*/ 170 w 315"/>
                <a:gd name="T15" fmla="*/ 1117 h 1118"/>
                <a:gd name="T16" fmla="*/ 205 w 315"/>
                <a:gd name="T17" fmla="*/ 1118 h 1118"/>
                <a:gd name="T18" fmla="*/ 315 w 315"/>
                <a:gd name="T19" fmla="*/ 1118 h 1118"/>
                <a:gd name="T20" fmla="*/ 274 w 315"/>
                <a:gd name="T21" fmla="*/ 980 h 1118"/>
                <a:gd name="T22" fmla="*/ 262 w 315"/>
                <a:gd name="T23" fmla="*/ 553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5" h="1118">
                  <a:moveTo>
                    <a:pt x="262" y="553"/>
                  </a:moveTo>
                  <a:lnTo>
                    <a:pt x="173" y="0"/>
                  </a:lnTo>
                  <a:lnTo>
                    <a:pt x="0" y="22"/>
                  </a:lnTo>
                  <a:lnTo>
                    <a:pt x="135" y="577"/>
                  </a:lnTo>
                  <a:lnTo>
                    <a:pt x="197" y="989"/>
                  </a:lnTo>
                  <a:lnTo>
                    <a:pt x="197" y="989"/>
                  </a:lnTo>
                  <a:lnTo>
                    <a:pt x="172" y="1087"/>
                  </a:lnTo>
                  <a:lnTo>
                    <a:pt x="170" y="1117"/>
                  </a:lnTo>
                  <a:cubicBezTo>
                    <a:pt x="181" y="1117"/>
                    <a:pt x="193" y="1118"/>
                    <a:pt x="205" y="1118"/>
                  </a:cubicBezTo>
                  <a:cubicBezTo>
                    <a:pt x="241" y="1118"/>
                    <a:pt x="278" y="1118"/>
                    <a:pt x="315" y="1118"/>
                  </a:cubicBezTo>
                  <a:lnTo>
                    <a:pt x="274" y="980"/>
                  </a:lnTo>
                  <a:lnTo>
                    <a:pt x="262" y="553"/>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6" name="Freeform 2597">
              <a:extLst>
                <a:ext uri="{FF2B5EF4-FFF2-40B4-BE49-F238E27FC236}">
                  <a16:creationId xmlns:a16="http://schemas.microsoft.com/office/drawing/2014/main" xmlns="" id="{897F1DCD-E6DA-AE1C-1F86-6330550D1570}"/>
                </a:ext>
              </a:extLst>
            </p:cNvPr>
            <p:cNvSpPr>
              <a:spLocks/>
            </p:cNvSpPr>
            <p:nvPr/>
          </p:nvSpPr>
          <p:spPr bwMode="gray">
            <a:xfrm>
              <a:off x="8423862" y="4387194"/>
              <a:ext cx="54895" cy="269368"/>
            </a:xfrm>
            <a:custGeom>
              <a:avLst/>
              <a:gdLst>
                <a:gd name="T0" fmla="*/ 164 w 164"/>
                <a:gd name="T1" fmla="*/ 813 h 813"/>
                <a:gd name="T2" fmla="*/ 142 w 164"/>
                <a:gd name="T3" fmla="*/ 813 h 813"/>
                <a:gd name="T4" fmla="*/ 84 w 164"/>
                <a:gd name="T5" fmla="*/ 431 h 813"/>
                <a:gd name="T6" fmla="*/ 0 w 164"/>
                <a:gd name="T7" fmla="*/ 86 h 813"/>
                <a:gd name="T8" fmla="*/ 9 w 164"/>
                <a:gd name="T9" fmla="*/ 81 h 813"/>
                <a:gd name="T10" fmla="*/ 9 w 164"/>
                <a:gd name="T11" fmla="*/ 81 h 813"/>
                <a:gd name="T12" fmla="*/ 145 w 164"/>
                <a:gd name="T13" fmla="*/ 0 h 813"/>
                <a:gd name="T14" fmla="*/ 148 w 164"/>
                <a:gd name="T15" fmla="*/ 18 h 813"/>
                <a:gd name="T16" fmla="*/ 40 w 164"/>
                <a:gd name="T17" fmla="*/ 110 h 813"/>
                <a:gd name="T18" fmla="*/ 128 w 164"/>
                <a:gd name="T19" fmla="*/ 422 h 813"/>
                <a:gd name="T20" fmla="*/ 164 w 164"/>
                <a:gd name="T21" fmla="*/ 813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4" h="813">
                  <a:moveTo>
                    <a:pt x="164" y="813"/>
                  </a:moveTo>
                  <a:lnTo>
                    <a:pt x="142" y="813"/>
                  </a:lnTo>
                  <a:lnTo>
                    <a:pt x="84" y="431"/>
                  </a:lnTo>
                  <a:lnTo>
                    <a:pt x="0" y="86"/>
                  </a:lnTo>
                  <a:lnTo>
                    <a:pt x="9" y="81"/>
                  </a:lnTo>
                  <a:lnTo>
                    <a:pt x="9" y="81"/>
                  </a:lnTo>
                  <a:cubicBezTo>
                    <a:pt x="45" y="59"/>
                    <a:pt x="104" y="24"/>
                    <a:pt x="145" y="0"/>
                  </a:cubicBezTo>
                  <a:lnTo>
                    <a:pt x="148" y="18"/>
                  </a:lnTo>
                  <a:cubicBezTo>
                    <a:pt x="131" y="27"/>
                    <a:pt x="50" y="92"/>
                    <a:pt x="40" y="110"/>
                  </a:cubicBezTo>
                  <a:cubicBezTo>
                    <a:pt x="32" y="125"/>
                    <a:pt x="109" y="353"/>
                    <a:pt x="128" y="422"/>
                  </a:cubicBezTo>
                  <a:cubicBezTo>
                    <a:pt x="155" y="522"/>
                    <a:pt x="162" y="719"/>
                    <a:pt x="164" y="813"/>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7" name="Freeform 2598">
              <a:extLst>
                <a:ext uri="{FF2B5EF4-FFF2-40B4-BE49-F238E27FC236}">
                  <a16:creationId xmlns:a16="http://schemas.microsoft.com/office/drawing/2014/main" xmlns="" id="{6708BC70-D194-5BF6-8872-C70FE4FB766A}"/>
                </a:ext>
              </a:extLst>
            </p:cNvPr>
            <p:cNvSpPr>
              <a:spLocks/>
            </p:cNvSpPr>
            <p:nvPr/>
          </p:nvSpPr>
          <p:spPr bwMode="gray">
            <a:xfrm>
              <a:off x="8171090" y="4345066"/>
              <a:ext cx="109790" cy="361285"/>
            </a:xfrm>
            <a:custGeom>
              <a:avLst/>
              <a:gdLst>
                <a:gd name="T0" fmla="*/ 111 w 331"/>
                <a:gd name="T1" fmla="*/ 534 h 1092"/>
                <a:gd name="T2" fmla="*/ 35 w 331"/>
                <a:gd name="T3" fmla="*/ 965 h 1092"/>
                <a:gd name="T4" fmla="*/ 34 w 331"/>
                <a:gd name="T5" fmla="*/ 964 h 1092"/>
                <a:gd name="T6" fmla="*/ 0 w 331"/>
                <a:gd name="T7" fmla="*/ 1091 h 1092"/>
                <a:gd name="T8" fmla="*/ 141 w 331"/>
                <a:gd name="T9" fmla="*/ 1092 h 1092"/>
                <a:gd name="T10" fmla="*/ 139 w 331"/>
                <a:gd name="T11" fmla="*/ 1068 h 1092"/>
                <a:gd name="T12" fmla="*/ 111 w 331"/>
                <a:gd name="T13" fmla="*/ 971 h 1092"/>
                <a:gd name="T14" fmla="*/ 111 w 331"/>
                <a:gd name="T15" fmla="*/ 971 h 1092"/>
                <a:gd name="T16" fmla="*/ 239 w 331"/>
                <a:gd name="T17" fmla="*/ 552 h 1092"/>
                <a:gd name="T18" fmla="*/ 331 w 331"/>
                <a:gd name="T19" fmla="*/ 0 h 1092"/>
                <a:gd name="T20" fmla="*/ 153 w 331"/>
                <a:gd name="T21" fmla="*/ 19 h 1092"/>
                <a:gd name="T22" fmla="*/ 111 w 331"/>
                <a:gd name="T23" fmla="*/ 534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1" h="1092">
                  <a:moveTo>
                    <a:pt x="111" y="534"/>
                  </a:moveTo>
                  <a:lnTo>
                    <a:pt x="35" y="965"/>
                  </a:lnTo>
                  <a:lnTo>
                    <a:pt x="34" y="964"/>
                  </a:lnTo>
                  <a:lnTo>
                    <a:pt x="0" y="1091"/>
                  </a:lnTo>
                  <a:cubicBezTo>
                    <a:pt x="47" y="1091"/>
                    <a:pt x="94" y="1091"/>
                    <a:pt x="141" y="1092"/>
                  </a:cubicBezTo>
                  <a:lnTo>
                    <a:pt x="139" y="1068"/>
                  </a:lnTo>
                  <a:lnTo>
                    <a:pt x="111" y="971"/>
                  </a:lnTo>
                  <a:lnTo>
                    <a:pt x="111" y="971"/>
                  </a:lnTo>
                  <a:lnTo>
                    <a:pt x="239" y="552"/>
                  </a:lnTo>
                  <a:lnTo>
                    <a:pt x="331" y="0"/>
                  </a:lnTo>
                  <a:lnTo>
                    <a:pt x="153" y="19"/>
                  </a:lnTo>
                  <a:lnTo>
                    <a:pt x="111" y="534"/>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8" name="Freeform 2599">
              <a:extLst>
                <a:ext uri="{FF2B5EF4-FFF2-40B4-BE49-F238E27FC236}">
                  <a16:creationId xmlns:a16="http://schemas.microsoft.com/office/drawing/2014/main" xmlns="" id="{FAFA4AA8-3810-7F36-B0C4-4AF5A44EBDF2}"/>
                </a:ext>
              </a:extLst>
            </p:cNvPr>
            <p:cNvSpPr>
              <a:spLocks/>
            </p:cNvSpPr>
            <p:nvPr/>
          </p:nvSpPr>
          <p:spPr bwMode="gray">
            <a:xfrm>
              <a:off x="8185134" y="4388471"/>
              <a:ext cx="66384" cy="268091"/>
            </a:xfrm>
            <a:custGeom>
              <a:avLst/>
              <a:gdLst>
                <a:gd name="T0" fmla="*/ 37 w 201"/>
                <a:gd name="T1" fmla="*/ 810 h 810"/>
                <a:gd name="T2" fmla="*/ 0 w 201"/>
                <a:gd name="T3" fmla="*/ 810 h 810"/>
                <a:gd name="T4" fmla="*/ 71 w 201"/>
                <a:gd name="T5" fmla="*/ 404 h 810"/>
                <a:gd name="T6" fmla="*/ 104 w 201"/>
                <a:gd name="T7" fmla="*/ 0 h 810"/>
                <a:gd name="T8" fmla="*/ 134 w 201"/>
                <a:gd name="T9" fmla="*/ 18 h 810"/>
                <a:gd name="T10" fmla="*/ 134 w 201"/>
                <a:gd name="T11" fmla="*/ 18 h 810"/>
                <a:gd name="T12" fmla="*/ 201 w 201"/>
                <a:gd name="T13" fmla="*/ 57 h 810"/>
                <a:gd name="T14" fmla="*/ 201 w 201"/>
                <a:gd name="T15" fmla="*/ 61 h 810"/>
                <a:gd name="T16" fmla="*/ 174 w 201"/>
                <a:gd name="T17" fmla="*/ 61 h 810"/>
                <a:gd name="T18" fmla="*/ 145 w 201"/>
                <a:gd name="T19" fmla="*/ 61 h 810"/>
                <a:gd name="T20" fmla="*/ 123 w 201"/>
                <a:gd name="T21" fmla="*/ 420 h 810"/>
                <a:gd name="T22" fmla="*/ 37 w 201"/>
                <a:gd name="T23" fmla="*/ 81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1" h="810">
                  <a:moveTo>
                    <a:pt x="37" y="810"/>
                  </a:moveTo>
                  <a:lnTo>
                    <a:pt x="0" y="810"/>
                  </a:lnTo>
                  <a:lnTo>
                    <a:pt x="71" y="404"/>
                  </a:lnTo>
                  <a:lnTo>
                    <a:pt x="104" y="0"/>
                  </a:lnTo>
                  <a:cubicBezTo>
                    <a:pt x="113" y="6"/>
                    <a:pt x="123" y="12"/>
                    <a:pt x="134" y="18"/>
                  </a:cubicBezTo>
                  <a:lnTo>
                    <a:pt x="134" y="18"/>
                  </a:lnTo>
                  <a:cubicBezTo>
                    <a:pt x="156" y="30"/>
                    <a:pt x="179" y="44"/>
                    <a:pt x="201" y="57"/>
                  </a:cubicBezTo>
                  <a:cubicBezTo>
                    <a:pt x="201" y="58"/>
                    <a:pt x="201" y="60"/>
                    <a:pt x="201" y="61"/>
                  </a:cubicBezTo>
                  <a:cubicBezTo>
                    <a:pt x="191" y="61"/>
                    <a:pt x="182" y="61"/>
                    <a:pt x="174" y="61"/>
                  </a:cubicBezTo>
                  <a:cubicBezTo>
                    <a:pt x="156" y="61"/>
                    <a:pt x="145" y="61"/>
                    <a:pt x="145" y="61"/>
                  </a:cubicBezTo>
                  <a:cubicBezTo>
                    <a:pt x="144" y="152"/>
                    <a:pt x="143" y="330"/>
                    <a:pt x="123" y="420"/>
                  </a:cubicBezTo>
                  <a:cubicBezTo>
                    <a:pt x="109" y="477"/>
                    <a:pt x="66" y="670"/>
                    <a:pt x="37" y="810"/>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59" name="Freeform 2600">
              <a:extLst>
                <a:ext uri="{FF2B5EF4-FFF2-40B4-BE49-F238E27FC236}">
                  <a16:creationId xmlns:a16="http://schemas.microsoft.com/office/drawing/2014/main" xmlns="" id="{019A1F76-1989-F5EE-30CA-6758ADC8C868}"/>
                </a:ext>
              </a:extLst>
            </p:cNvPr>
            <p:cNvSpPr>
              <a:spLocks/>
            </p:cNvSpPr>
            <p:nvPr/>
          </p:nvSpPr>
          <p:spPr bwMode="gray">
            <a:xfrm>
              <a:off x="8284710" y="4136977"/>
              <a:ext cx="122556" cy="139152"/>
            </a:xfrm>
            <a:custGeom>
              <a:avLst/>
              <a:gdLst>
                <a:gd name="T0" fmla="*/ 0 w 368"/>
                <a:gd name="T1" fmla="*/ 265 h 423"/>
                <a:gd name="T2" fmla="*/ 158 w 368"/>
                <a:gd name="T3" fmla="*/ 423 h 423"/>
                <a:gd name="T4" fmla="*/ 316 w 368"/>
                <a:gd name="T5" fmla="*/ 265 h 423"/>
                <a:gd name="T6" fmla="*/ 355 w 368"/>
                <a:gd name="T7" fmla="*/ 227 h 423"/>
                <a:gd name="T8" fmla="*/ 368 w 368"/>
                <a:gd name="T9" fmla="*/ 96 h 423"/>
                <a:gd name="T10" fmla="*/ 0 w 368"/>
                <a:gd name="T11" fmla="*/ 0 h 423"/>
                <a:gd name="T12" fmla="*/ 0 w 368"/>
                <a:gd name="T13" fmla="*/ 265 h 423"/>
              </a:gdLst>
              <a:ahLst/>
              <a:cxnLst>
                <a:cxn ang="0">
                  <a:pos x="T0" y="T1"/>
                </a:cxn>
                <a:cxn ang="0">
                  <a:pos x="T2" y="T3"/>
                </a:cxn>
                <a:cxn ang="0">
                  <a:pos x="T4" y="T5"/>
                </a:cxn>
                <a:cxn ang="0">
                  <a:pos x="T6" y="T7"/>
                </a:cxn>
                <a:cxn ang="0">
                  <a:pos x="T8" y="T9"/>
                </a:cxn>
                <a:cxn ang="0">
                  <a:pos x="T10" y="T11"/>
                </a:cxn>
                <a:cxn ang="0">
                  <a:pos x="T12" y="T13"/>
                </a:cxn>
              </a:cxnLst>
              <a:rect l="0" t="0" r="r" b="b"/>
              <a:pathLst>
                <a:path w="368" h="423">
                  <a:moveTo>
                    <a:pt x="0" y="265"/>
                  </a:moveTo>
                  <a:cubicBezTo>
                    <a:pt x="0" y="353"/>
                    <a:pt x="71" y="423"/>
                    <a:pt x="158" y="423"/>
                  </a:cubicBezTo>
                  <a:cubicBezTo>
                    <a:pt x="210" y="423"/>
                    <a:pt x="316" y="353"/>
                    <a:pt x="316" y="265"/>
                  </a:cubicBezTo>
                  <a:lnTo>
                    <a:pt x="355" y="227"/>
                  </a:lnTo>
                  <a:lnTo>
                    <a:pt x="368" y="96"/>
                  </a:lnTo>
                  <a:lnTo>
                    <a:pt x="0" y="0"/>
                  </a:lnTo>
                  <a:lnTo>
                    <a:pt x="0" y="265"/>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0" name="Freeform 2601">
              <a:extLst>
                <a:ext uri="{FF2B5EF4-FFF2-40B4-BE49-F238E27FC236}">
                  <a16:creationId xmlns:a16="http://schemas.microsoft.com/office/drawing/2014/main" xmlns="" id="{C207F77D-11C2-FA3A-DE0C-8862BB8C8709}"/>
                </a:ext>
              </a:extLst>
            </p:cNvPr>
            <p:cNvSpPr>
              <a:spLocks/>
            </p:cNvSpPr>
            <p:nvPr/>
          </p:nvSpPr>
          <p:spPr bwMode="gray">
            <a:xfrm>
              <a:off x="8312796" y="4234000"/>
              <a:ext cx="61278" cy="90641"/>
            </a:xfrm>
            <a:custGeom>
              <a:avLst/>
              <a:gdLst>
                <a:gd name="T0" fmla="*/ 0 w 188"/>
                <a:gd name="T1" fmla="*/ 211 h 276"/>
                <a:gd name="T2" fmla="*/ 81 w 188"/>
                <a:gd name="T3" fmla="*/ 276 h 276"/>
                <a:gd name="T4" fmla="*/ 188 w 188"/>
                <a:gd name="T5" fmla="*/ 211 h 276"/>
                <a:gd name="T6" fmla="*/ 188 w 188"/>
                <a:gd name="T7" fmla="*/ 0 h 276"/>
                <a:gd name="T8" fmla="*/ 0 w 188"/>
                <a:gd name="T9" fmla="*/ 0 h 276"/>
                <a:gd name="T10" fmla="*/ 0 w 188"/>
                <a:gd name="T11" fmla="*/ 211 h 276"/>
              </a:gdLst>
              <a:ahLst/>
              <a:cxnLst>
                <a:cxn ang="0">
                  <a:pos x="T0" y="T1"/>
                </a:cxn>
                <a:cxn ang="0">
                  <a:pos x="T2" y="T3"/>
                </a:cxn>
                <a:cxn ang="0">
                  <a:pos x="T4" y="T5"/>
                </a:cxn>
                <a:cxn ang="0">
                  <a:pos x="T6" y="T7"/>
                </a:cxn>
                <a:cxn ang="0">
                  <a:pos x="T8" y="T9"/>
                </a:cxn>
                <a:cxn ang="0">
                  <a:pos x="T10" y="T11"/>
                </a:cxn>
              </a:cxnLst>
              <a:rect l="0" t="0" r="r" b="b"/>
              <a:pathLst>
                <a:path w="188" h="276">
                  <a:moveTo>
                    <a:pt x="0" y="211"/>
                  </a:moveTo>
                  <a:cubicBezTo>
                    <a:pt x="0" y="263"/>
                    <a:pt x="29" y="276"/>
                    <a:pt x="81" y="276"/>
                  </a:cubicBezTo>
                  <a:cubicBezTo>
                    <a:pt x="81" y="276"/>
                    <a:pt x="188" y="263"/>
                    <a:pt x="188" y="211"/>
                  </a:cubicBezTo>
                  <a:lnTo>
                    <a:pt x="188" y="0"/>
                  </a:lnTo>
                  <a:lnTo>
                    <a:pt x="0" y="0"/>
                  </a:lnTo>
                  <a:lnTo>
                    <a:pt x="0" y="211"/>
                  </a:lnTo>
                </a:path>
              </a:pathLst>
            </a:custGeom>
            <a:solidFill>
              <a:srgbClr val="EAB7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1" name="Freeform 2602">
              <a:extLst>
                <a:ext uri="{FF2B5EF4-FFF2-40B4-BE49-F238E27FC236}">
                  <a16:creationId xmlns:a16="http://schemas.microsoft.com/office/drawing/2014/main" xmlns="" id="{9E4B1482-724D-0E45-E4DA-C68372FA8459}"/>
                </a:ext>
              </a:extLst>
            </p:cNvPr>
            <p:cNvSpPr>
              <a:spLocks/>
            </p:cNvSpPr>
            <p:nvPr/>
          </p:nvSpPr>
          <p:spPr bwMode="gray">
            <a:xfrm>
              <a:off x="8206836" y="4285065"/>
              <a:ext cx="280857" cy="278304"/>
            </a:xfrm>
            <a:custGeom>
              <a:avLst/>
              <a:gdLst>
                <a:gd name="T0" fmla="*/ 676 w 847"/>
                <a:gd name="T1" fmla="*/ 59 h 840"/>
                <a:gd name="T2" fmla="*/ 506 w 847"/>
                <a:gd name="T3" fmla="*/ 0 h 840"/>
                <a:gd name="T4" fmla="*/ 396 w 847"/>
                <a:gd name="T5" fmla="*/ 123 h 840"/>
                <a:gd name="T6" fmla="*/ 304 w 847"/>
                <a:gd name="T7" fmla="*/ 75 h 840"/>
                <a:gd name="T8" fmla="*/ 281 w 847"/>
                <a:gd name="T9" fmla="*/ 15 h 840"/>
                <a:gd name="T10" fmla="*/ 151 w 847"/>
                <a:gd name="T11" fmla="*/ 60 h 840"/>
                <a:gd name="T12" fmla="*/ 59 w 847"/>
                <a:gd name="T13" fmla="*/ 136 h 840"/>
                <a:gd name="T14" fmla="*/ 0 w 847"/>
                <a:gd name="T15" fmla="*/ 293 h 840"/>
                <a:gd name="T16" fmla="*/ 134 w 847"/>
                <a:gd name="T17" fmla="*/ 369 h 840"/>
                <a:gd name="T18" fmla="*/ 127 w 847"/>
                <a:gd name="T19" fmla="*/ 434 h 840"/>
                <a:gd name="T20" fmla="*/ 127 w 847"/>
                <a:gd name="T21" fmla="*/ 442 h 840"/>
                <a:gd name="T22" fmla="*/ 176 w 847"/>
                <a:gd name="T23" fmla="*/ 533 h 840"/>
                <a:gd name="T24" fmla="*/ 192 w 847"/>
                <a:gd name="T25" fmla="*/ 840 h 840"/>
                <a:gd name="T26" fmla="*/ 622 w 847"/>
                <a:gd name="T27" fmla="*/ 840 h 840"/>
                <a:gd name="T28" fmla="*/ 653 w 847"/>
                <a:gd name="T29" fmla="*/ 396 h 840"/>
                <a:gd name="T30" fmla="*/ 847 w 847"/>
                <a:gd name="T31" fmla="*/ 283 h 840"/>
                <a:gd name="T32" fmla="*/ 780 w 847"/>
                <a:gd name="T33" fmla="*/ 153 h 840"/>
                <a:gd name="T34" fmla="*/ 676 w 847"/>
                <a:gd name="T35" fmla="*/ 59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7" h="840">
                  <a:moveTo>
                    <a:pt x="676" y="59"/>
                  </a:moveTo>
                  <a:lnTo>
                    <a:pt x="506" y="0"/>
                  </a:lnTo>
                  <a:cubicBezTo>
                    <a:pt x="510" y="60"/>
                    <a:pt x="473" y="123"/>
                    <a:pt x="396" y="123"/>
                  </a:cubicBezTo>
                  <a:cubicBezTo>
                    <a:pt x="352" y="123"/>
                    <a:pt x="322" y="103"/>
                    <a:pt x="304" y="75"/>
                  </a:cubicBezTo>
                  <a:cubicBezTo>
                    <a:pt x="291" y="58"/>
                    <a:pt x="284" y="37"/>
                    <a:pt x="281" y="15"/>
                  </a:cubicBezTo>
                  <a:lnTo>
                    <a:pt x="151" y="60"/>
                  </a:lnTo>
                  <a:cubicBezTo>
                    <a:pt x="101" y="75"/>
                    <a:pt x="73" y="111"/>
                    <a:pt x="59" y="136"/>
                  </a:cubicBezTo>
                  <a:lnTo>
                    <a:pt x="0" y="293"/>
                  </a:lnTo>
                  <a:cubicBezTo>
                    <a:pt x="8" y="295"/>
                    <a:pt x="78" y="337"/>
                    <a:pt x="134" y="369"/>
                  </a:cubicBezTo>
                  <a:cubicBezTo>
                    <a:pt x="129" y="406"/>
                    <a:pt x="127" y="434"/>
                    <a:pt x="127" y="434"/>
                  </a:cubicBezTo>
                  <a:lnTo>
                    <a:pt x="127" y="442"/>
                  </a:lnTo>
                  <a:cubicBezTo>
                    <a:pt x="127" y="481"/>
                    <a:pt x="147" y="515"/>
                    <a:pt x="176" y="533"/>
                  </a:cubicBezTo>
                  <a:lnTo>
                    <a:pt x="192" y="840"/>
                  </a:lnTo>
                  <a:lnTo>
                    <a:pt x="622" y="840"/>
                  </a:lnTo>
                  <a:lnTo>
                    <a:pt x="653" y="396"/>
                  </a:lnTo>
                  <a:cubicBezTo>
                    <a:pt x="705" y="365"/>
                    <a:pt x="837" y="287"/>
                    <a:pt x="847" y="283"/>
                  </a:cubicBezTo>
                  <a:lnTo>
                    <a:pt x="780" y="153"/>
                  </a:lnTo>
                  <a:cubicBezTo>
                    <a:pt x="770" y="130"/>
                    <a:pt x="741" y="76"/>
                    <a:pt x="676" y="59"/>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2" name="Freeform 2603">
              <a:extLst>
                <a:ext uri="{FF2B5EF4-FFF2-40B4-BE49-F238E27FC236}">
                  <a16:creationId xmlns:a16="http://schemas.microsoft.com/office/drawing/2014/main" xmlns="" id="{D70DF92B-D7F6-1115-FBF2-B031DDA2BB42}"/>
                </a:ext>
              </a:extLst>
            </p:cNvPr>
            <p:cNvSpPr>
              <a:spLocks/>
            </p:cNvSpPr>
            <p:nvPr/>
          </p:nvSpPr>
          <p:spPr bwMode="gray">
            <a:xfrm>
              <a:off x="8206836" y="4382088"/>
              <a:ext cx="12766" cy="6384"/>
            </a:xfrm>
            <a:custGeom>
              <a:avLst/>
              <a:gdLst>
                <a:gd name="T0" fmla="*/ 36 w 36"/>
                <a:gd name="T1" fmla="*/ 19 h 19"/>
                <a:gd name="T2" fmla="*/ 0 w 36"/>
                <a:gd name="T3" fmla="*/ 0 h 19"/>
                <a:gd name="T4" fmla="*/ 36 w 36"/>
                <a:gd name="T5" fmla="*/ 19 h 19"/>
                <a:gd name="T6" fmla="*/ 36 w 36"/>
                <a:gd name="T7" fmla="*/ 19 h 19"/>
              </a:gdLst>
              <a:ahLst/>
              <a:cxnLst>
                <a:cxn ang="0">
                  <a:pos x="T0" y="T1"/>
                </a:cxn>
                <a:cxn ang="0">
                  <a:pos x="T2" y="T3"/>
                </a:cxn>
                <a:cxn ang="0">
                  <a:pos x="T4" y="T5"/>
                </a:cxn>
                <a:cxn ang="0">
                  <a:pos x="T6" y="T7"/>
                </a:cxn>
              </a:cxnLst>
              <a:rect l="0" t="0" r="r" b="b"/>
              <a:pathLst>
                <a:path w="36" h="19">
                  <a:moveTo>
                    <a:pt x="36" y="19"/>
                  </a:moveTo>
                  <a:cubicBezTo>
                    <a:pt x="18" y="9"/>
                    <a:pt x="4" y="1"/>
                    <a:pt x="0" y="0"/>
                  </a:cubicBezTo>
                  <a:cubicBezTo>
                    <a:pt x="4" y="1"/>
                    <a:pt x="18" y="9"/>
                    <a:pt x="36" y="19"/>
                  </a:cubicBezTo>
                  <a:lnTo>
                    <a:pt x="36" y="19"/>
                  </a:ln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3" name="Freeform 2604">
              <a:extLst>
                <a:ext uri="{FF2B5EF4-FFF2-40B4-BE49-F238E27FC236}">
                  <a16:creationId xmlns:a16="http://schemas.microsoft.com/office/drawing/2014/main" xmlns="" id="{1669A248-282F-1A5A-BDD1-E85DACBE0E75}"/>
                </a:ext>
              </a:extLst>
            </p:cNvPr>
            <p:cNvSpPr>
              <a:spLocks/>
            </p:cNvSpPr>
            <p:nvPr/>
          </p:nvSpPr>
          <p:spPr bwMode="gray">
            <a:xfrm>
              <a:off x="8219602" y="4388471"/>
              <a:ext cx="8937" cy="6384"/>
            </a:xfrm>
            <a:custGeom>
              <a:avLst/>
              <a:gdLst>
                <a:gd name="T0" fmla="*/ 30 w 30"/>
                <a:gd name="T1" fmla="*/ 18 h 18"/>
                <a:gd name="T2" fmla="*/ 0 w 30"/>
                <a:gd name="T3" fmla="*/ 0 h 18"/>
                <a:gd name="T4" fmla="*/ 0 w 30"/>
                <a:gd name="T5" fmla="*/ 0 h 18"/>
                <a:gd name="T6" fmla="*/ 30 w 30"/>
                <a:gd name="T7" fmla="*/ 18 h 18"/>
                <a:gd name="T8" fmla="*/ 30 w 30"/>
                <a:gd name="T9" fmla="*/ 18 h 18"/>
              </a:gdLst>
              <a:ahLst/>
              <a:cxnLst>
                <a:cxn ang="0">
                  <a:pos x="T0" y="T1"/>
                </a:cxn>
                <a:cxn ang="0">
                  <a:pos x="T2" y="T3"/>
                </a:cxn>
                <a:cxn ang="0">
                  <a:pos x="T4" y="T5"/>
                </a:cxn>
                <a:cxn ang="0">
                  <a:pos x="T6" y="T7"/>
                </a:cxn>
                <a:cxn ang="0">
                  <a:pos x="T8" y="T9"/>
                </a:cxn>
              </a:cxnLst>
              <a:rect l="0" t="0" r="r" b="b"/>
              <a:pathLst>
                <a:path w="30" h="18">
                  <a:moveTo>
                    <a:pt x="30" y="18"/>
                  </a:moveTo>
                  <a:cubicBezTo>
                    <a:pt x="19" y="12"/>
                    <a:pt x="9" y="6"/>
                    <a:pt x="0" y="0"/>
                  </a:cubicBezTo>
                  <a:lnTo>
                    <a:pt x="0" y="0"/>
                  </a:lnTo>
                  <a:cubicBezTo>
                    <a:pt x="9" y="6"/>
                    <a:pt x="19" y="11"/>
                    <a:pt x="30" y="18"/>
                  </a:cubicBezTo>
                  <a:lnTo>
                    <a:pt x="30" y="18"/>
                  </a:ln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4" name="Freeform 2605">
              <a:extLst>
                <a:ext uri="{FF2B5EF4-FFF2-40B4-BE49-F238E27FC236}">
                  <a16:creationId xmlns:a16="http://schemas.microsoft.com/office/drawing/2014/main" xmlns="" id="{A2155639-3D6E-F1A7-B4C6-CCAEE22C6CE2}"/>
                </a:ext>
              </a:extLst>
            </p:cNvPr>
            <p:cNvSpPr>
              <a:spLocks noEditPoints="1"/>
            </p:cNvSpPr>
            <p:nvPr/>
          </p:nvSpPr>
          <p:spPr bwMode="gray">
            <a:xfrm>
              <a:off x="8206836" y="4290171"/>
              <a:ext cx="94470" cy="91917"/>
            </a:xfrm>
            <a:custGeom>
              <a:avLst/>
              <a:gdLst>
                <a:gd name="T0" fmla="*/ 0 w 282"/>
                <a:gd name="T1" fmla="*/ 278 h 278"/>
                <a:gd name="T2" fmla="*/ 0 w 282"/>
                <a:gd name="T3" fmla="*/ 278 h 278"/>
                <a:gd name="T4" fmla="*/ 0 w 282"/>
                <a:gd name="T5" fmla="*/ 278 h 278"/>
                <a:gd name="T6" fmla="*/ 0 w 282"/>
                <a:gd name="T7" fmla="*/ 278 h 278"/>
                <a:gd name="T8" fmla="*/ 0 w 282"/>
                <a:gd name="T9" fmla="*/ 278 h 278"/>
                <a:gd name="T10" fmla="*/ 0 w 282"/>
                <a:gd name="T11" fmla="*/ 278 h 278"/>
                <a:gd name="T12" fmla="*/ 0 w 282"/>
                <a:gd name="T13" fmla="*/ 278 h 278"/>
                <a:gd name="T14" fmla="*/ 0 w 282"/>
                <a:gd name="T15" fmla="*/ 278 h 278"/>
                <a:gd name="T16" fmla="*/ 0 w 282"/>
                <a:gd name="T17" fmla="*/ 278 h 278"/>
                <a:gd name="T18" fmla="*/ 0 w 282"/>
                <a:gd name="T19" fmla="*/ 278 h 278"/>
                <a:gd name="T20" fmla="*/ 0 w 282"/>
                <a:gd name="T21" fmla="*/ 278 h 278"/>
                <a:gd name="T22" fmla="*/ 0 w 282"/>
                <a:gd name="T23" fmla="*/ 278 h 278"/>
                <a:gd name="T24" fmla="*/ 0 w 282"/>
                <a:gd name="T25" fmla="*/ 278 h 278"/>
                <a:gd name="T26" fmla="*/ 0 w 282"/>
                <a:gd name="T27" fmla="*/ 278 h 278"/>
                <a:gd name="T28" fmla="*/ 0 w 282"/>
                <a:gd name="T29" fmla="*/ 278 h 278"/>
                <a:gd name="T30" fmla="*/ 0 w 282"/>
                <a:gd name="T31" fmla="*/ 278 h 278"/>
                <a:gd name="T32" fmla="*/ 0 w 282"/>
                <a:gd name="T33" fmla="*/ 278 h 278"/>
                <a:gd name="T34" fmla="*/ 0 w 282"/>
                <a:gd name="T35" fmla="*/ 278 h 278"/>
                <a:gd name="T36" fmla="*/ 0 w 282"/>
                <a:gd name="T37" fmla="*/ 278 h 278"/>
                <a:gd name="T38" fmla="*/ 0 w 282"/>
                <a:gd name="T39" fmla="*/ 278 h 278"/>
                <a:gd name="T40" fmla="*/ 0 w 282"/>
                <a:gd name="T41" fmla="*/ 278 h 278"/>
                <a:gd name="T42" fmla="*/ 0 w 282"/>
                <a:gd name="T43" fmla="*/ 278 h 278"/>
                <a:gd name="T44" fmla="*/ 282 w 282"/>
                <a:gd name="T45" fmla="*/ 6 h 278"/>
                <a:gd name="T46" fmla="*/ 281 w 282"/>
                <a:gd name="T47" fmla="*/ 0 h 278"/>
                <a:gd name="T48" fmla="*/ 282 w 282"/>
                <a:gd name="T49" fmla="*/ 6 h 278"/>
                <a:gd name="T50" fmla="*/ 282 w 282"/>
                <a:gd name="T51" fmla="*/ 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2" h="278">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cubicBezTo>
                    <a:pt x="0" y="278"/>
                    <a:pt x="0" y="278"/>
                    <a:pt x="0" y="278"/>
                  </a:cubicBezTo>
                  <a:cubicBezTo>
                    <a:pt x="0" y="278"/>
                    <a:pt x="0" y="278"/>
                    <a:pt x="0" y="278"/>
                  </a:cubicBezTo>
                  <a:moveTo>
                    <a:pt x="0" y="278"/>
                  </a:moveTo>
                  <a:lnTo>
                    <a:pt x="0" y="278"/>
                  </a:lnTo>
                  <a:lnTo>
                    <a:pt x="0" y="278"/>
                  </a:lnTo>
                  <a:moveTo>
                    <a:pt x="0" y="278"/>
                  </a:moveTo>
                  <a:cubicBezTo>
                    <a:pt x="0" y="278"/>
                    <a:pt x="0" y="278"/>
                    <a:pt x="0" y="278"/>
                  </a:cubicBezTo>
                  <a:lnTo>
                    <a:pt x="0" y="278"/>
                  </a:lnTo>
                  <a:cubicBezTo>
                    <a:pt x="0" y="278"/>
                    <a:pt x="0" y="278"/>
                    <a:pt x="0" y="278"/>
                  </a:cubicBezTo>
                  <a:moveTo>
                    <a:pt x="282" y="6"/>
                  </a:moveTo>
                  <a:cubicBezTo>
                    <a:pt x="282" y="4"/>
                    <a:pt x="282" y="2"/>
                    <a:pt x="281" y="0"/>
                  </a:cubicBezTo>
                  <a:cubicBezTo>
                    <a:pt x="282" y="2"/>
                    <a:pt x="282" y="4"/>
                    <a:pt x="282" y="6"/>
                  </a:cubicBezTo>
                  <a:cubicBezTo>
                    <a:pt x="282" y="6"/>
                    <a:pt x="282" y="6"/>
                    <a:pt x="282" y="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5" name="Freeform 2606">
              <a:extLst>
                <a:ext uri="{FF2B5EF4-FFF2-40B4-BE49-F238E27FC236}">
                  <a16:creationId xmlns:a16="http://schemas.microsoft.com/office/drawing/2014/main" xmlns="" id="{6A8878B3-F645-CC43-9BEE-573071456FB2}"/>
                </a:ext>
              </a:extLst>
            </p:cNvPr>
            <p:cNvSpPr>
              <a:spLocks/>
            </p:cNvSpPr>
            <p:nvPr/>
          </p:nvSpPr>
          <p:spPr bwMode="gray">
            <a:xfrm>
              <a:off x="8206836" y="4290171"/>
              <a:ext cx="94470" cy="104683"/>
            </a:xfrm>
            <a:custGeom>
              <a:avLst/>
              <a:gdLst>
                <a:gd name="T0" fmla="*/ 66 w 282"/>
                <a:gd name="T1" fmla="*/ 315 h 315"/>
                <a:gd name="T2" fmla="*/ 36 w 282"/>
                <a:gd name="T3" fmla="*/ 297 h 315"/>
                <a:gd name="T4" fmla="*/ 36 w 282"/>
                <a:gd name="T5" fmla="*/ 297 h 315"/>
                <a:gd name="T6" fmla="*/ 0 w 282"/>
                <a:gd name="T7" fmla="*/ 278 h 315"/>
                <a:gd name="T8" fmla="*/ 0 w 282"/>
                <a:gd name="T9" fmla="*/ 278 h 315"/>
                <a:gd name="T10" fmla="*/ 0 w 282"/>
                <a:gd name="T11" fmla="*/ 278 h 315"/>
                <a:gd name="T12" fmla="*/ 0 w 282"/>
                <a:gd name="T13" fmla="*/ 278 h 315"/>
                <a:gd name="T14" fmla="*/ 0 w 282"/>
                <a:gd name="T15" fmla="*/ 278 h 315"/>
                <a:gd name="T16" fmla="*/ 0 w 282"/>
                <a:gd name="T17" fmla="*/ 278 h 315"/>
                <a:gd name="T18" fmla="*/ 0 w 282"/>
                <a:gd name="T19" fmla="*/ 278 h 315"/>
                <a:gd name="T20" fmla="*/ 0 w 282"/>
                <a:gd name="T21" fmla="*/ 278 h 315"/>
                <a:gd name="T22" fmla="*/ 0 w 282"/>
                <a:gd name="T23" fmla="*/ 278 h 315"/>
                <a:gd name="T24" fmla="*/ 0 w 282"/>
                <a:gd name="T25" fmla="*/ 278 h 315"/>
                <a:gd name="T26" fmla="*/ 0 w 282"/>
                <a:gd name="T27" fmla="*/ 278 h 315"/>
                <a:gd name="T28" fmla="*/ 0 w 282"/>
                <a:gd name="T29" fmla="*/ 278 h 315"/>
                <a:gd name="T30" fmla="*/ 0 w 282"/>
                <a:gd name="T31" fmla="*/ 278 h 315"/>
                <a:gd name="T32" fmla="*/ 0 w 282"/>
                <a:gd name="T33" fmla="*/ 278 h 315"/>
                <a:gd name="T34" fmla="*/ 0 w 282"/>
                <a:gd name="T35" fmla="*/ 278 h 315"/>
                <a:gd name="T36" fmla="*/ 59 w 282"/>
                <a:gd name="T37" fmla="*/ 121 h 315"/>
                <a:gd name="T38" fmla="*/ 151 w 282"/>
                <a:gd name="T39" fmla="*/ 45 h 315"/>
                <a:gd name="T40" fmla="*/ 281 w 282"/>
                <a:gd name="T41" fmla="*/ 0 h 315"/>
                <a:gd name="T42" fmla="*/ 281 w 282"/>
                <a:gd name="T43" fmla="*/ 0 h 315"/>
                <a:gd name="T44" fmla="*/ 282 w 282"/>
                <a:gd name="T45" fmla="*/ 6 h 315"/>
                <a:gd name="T46" fmla="*/ 264 w 282"/>
                <a:gd name="T47" fmla="*/ 19 h 315"/>
                <a:gd name="T48" fmla="*/ 191 w 282"/>
                <a:gd name="T49" fmla="*/ 77 h 315"/>
                <a:gd name="T50" fmla="*/ 118 w 282"/>
                <a:gd name="T51" fmla="*/ 178 h 315"/>
                <a:gd name="T52" fmla="*/ 66 w 282"/>
                <a:gd name="T5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2" h="315">
                  <a:moveTo>
                    <a:pt x="66" y="315"/>
                  </a:moveTo>
                  <a:cubicBezTo>
                    <a:pt x="55" y="309"/>
                    <a:pt x="45" y="303"/>
                    <a:pt x="36" y="297"/>
                  </a:cubicBezTo>
                  <a:lnTo>
                    <a:pt x="36" y="297"/>
                  </a:lnTo>
                  <a:cubicBezTo>
                    <a:pt x="18" y="287"/>
                    <a:pt x="4" y="279"/>
                    <a:pt x="0" y="278"/>
                  </a:cubicBezTo>
                  <a:lnTo>
                    <a:pt x="0" y="278"/>
                  </a:lnTo>
                  <a:cubicBezTo>
                    <a:pt x="0" y="278"/>
                    <a:pt x="0" y="278"/>
                    <a:pt x="0" y="278"/>
                  </a:cubicBezTo>
                  <a:cubicBezTo>
                    <a:pt x="0" y="278"/>
                    <a:pt x="0" y="278"/>
                    <a:pt x="0" y="278"/>
                  </a:cubicBezTo>
                  <a:cubicBezTo>
                    <a:pt x="0" y="278"/>
                    <a:pt x="0" y="278"/>
                    <a:pt x="0" y="278"/>
                  </a:cubicBezTo>
                  <a:lnTo>
                    <a:pt x="0" y="278"/>
                  </a:lnTo>
                  <a:cubicBezTo>
                    <a:pt x="0" y="278"/>
                    <a:pt x="0" y="278"/>
                    <a:pt x="0" y="278"/>
                  </a:cubicBezTo>
                  <a:lnTo>
                    <a:pt x="0" y="278"/>
                  </a:lnTo>
                  <a:cubicBezTo>
                    <a:pt x="0" y="278"/>
                    <a:pt x="0" y="278"/>
                    <a:pt x="0" y="278"/>
                  </a:cubicBezTo>
                  <a:lnTo>
                    <a:pt x="0" y="278"/>
                  </a:lnTo>
                  <a:cubicBezTo>
                    <a:pt x="0" y="278"/>
                    <a:pt x="0" y="278"/>
                    <a:pt x="0" y="278"/>
                  </a:cubicBezTo>
                  <a:lnTo>
                    <a:pt x="0" y="278"/>
                  </a:lnTo>
                  <a:lnTo>
                    <a:pt x="0" y="278"/>
                  </a:lnTo>
                  <a:cubicBezTo>
                    <a:pt x="0" y="278"/>
                    <a:pt x="0" y="278"/>
                    <a:pt x="0" y="278"/>
                  </a:cubicBezTo>
                  <a:cubicBezTo>
                    <a:pt x="0" y="278"/>
                    <a:pt x="0" y="278"/>
                    <a:pt x="0" y="278"/>
                  </a:cubicBezTo>
                  <a:lnTo>
                    <a:pt x="59" y="121"/>
                  </a:lnTo>
                  <a:cubicBezTo>
                    <a:pt x="73" y="96"/>
                    <a:pt x="101" y="60"/>
                    <a:pt x="151" y="45"/>
                  </a:cubicBezTo>
                  <a:lnTo>
                    <a:pt x="281" y="0"/>
                  </a:lnTo>
                  <a:lnTo>
                    <a:pt x="281" y="0"/>
                  </a:lnTo>
                  <a:cubicBezTo>
                    <a:pt x="282" y="2"/>
                    <a:pt x="282" y="4"/>
                    <a:pt x="282" y="6"/>
                  </a:cubicBezTo>
                  <a:cubicBezTo>
                    <a:pt x="276" y="10"/>
                    <a:pt x="270" y="14"/>
                    <a:pt x="264" y="19"/>
                  </a:cubicBezTo>
                  <a:cubicBezTo>
                    <a:pt x="241" y="40"/>
                    <a:pt x="213" y="55"/>
                    <a:pt x="191" y="77"/>
                  </a:cubicBezTo>
                  <a:cubicBezTo>
                    <a:pt x="162" y="106"/>
                    <a:pt x="139" y="143"/>
                    <a:pt x="118" y="178"/>
                  </a:cubicBezTo>
                  <a:cubicBezTo>
                    <a:pt x="93" y="221"/>
                    <a:pt x="76" y="267"/>
                    <a:pt x="66" y="315"/>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6" name="Freeform 2607">
              <a:extLst>
                <a:ext uri="{FF2B5EF4-FFF2-40B4-BE49-F238E27FC236}">
                  <a16:creationId xmlns:a16="http://schemas.microsoft.com/office/drawing/2014/main" xmlns="" id="{00DA24BD-29BB-B0B0-DF04-0BA87A1B8544}"/>
                </a:ext>
              </a:extLst>
            </p:cNvPr>
            <p:cNvSpPr>
              <a:spLocks noEditPoints="1"/>
            </p:cNvSpPr>
            <p:nvPr/>
          </p:nvSpPr>
          <p:spPr bwMode="gray">
            <a:xfrm>
              <a:off x="8248965" y="4408897"/>
              <a:ext cx="12766" cy="49789"/>
            </a:xfrm>
            <a:custGeom>
              <a:avLst/>
              <a:gdLst>
                <a:gd name="T0" fmla="*/ 39 w 39"/>
                <a:gd name="T1" fmla="*/ 153 h 153"/>
                <a:gd name="T2" fmla="*/ 0 w 39"/>
                <a:gd name="T3" fmla="*/ 69 h 153"/>
                <a:gd name="T4" fmla="*/ 0 w 39"/>
                <a:gd name="T5" fmla="*/ 69 h 153"/>
                <a:gd name="T6" fmla="*/ 39 w 39"/>
                <a:gd name="T7" fmla="*/ 153 h 153"/>
                <a:gd name="T8" fmla="*/ 39 w 39"/>
                <a:gd name="T9" fmla="*/ 153 h 153"/>
                <a:gd name="T10" fmla="*/ 0 w 39"/>
                <a:gd name="T11" fmla="*/ 61 h 153"/>
                <a:gd name="T12" fmla="*/ 0 w 39"/>
                <a:gd name="T13" fmla="*/ 61 h 153"/>
                <a:gd name="T14" fmla="*/ 0 w 39"/>
                <a:gd name="T15" fmla="*/ 61 h 153"/>
                <a:gd name="T16" fmla="*/ 3 w 39"/>
                <a:gd name="T17" fmla="*/ 32 h 153"/>
                <a:gd name="T18" fmla="*/ 6 w 39"/>
                <a:gd name="T19" fmla="*/ 0 h 153"/>
                <a:gd name="T20" fmla="*/ 6 w 39"/>
                <a:gd name="T21" fmla="*/ 0 h 153"/>
                <a:gd name="T22" fmla="*/ 3 w 39"/>
                <a:gd name="T23"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53">
                  <a:moveTo>
                    <a:pt x="39" y="153"/>
                  </a:moveTo>
                  <a:cubicBezTo>
                    <a:pt x="15" y="134"/>
                    <a:pt x="0" y="103"/>
                    <a:pt x="0" y="69"/>
                  </a:cubicBezTo>
                  <a:lnTo>
                    <a:pt x="0" y="69"/>
                  </a:lnTo>
                  <a:cubicBezTo>
                    <a:pt x="0" y="103"/>
                    <a:pt x="15" y="134"/>
                    <a:pt x="39" y="153"/>
                  </a:cubicBezTo>
                  <a:lnTo>
                    <a:pt x="39" y="153"/>
                  </a:lnTo>
                  <a:moveTo>
                    <a:pt x="0" y="61"/>
                  </a:moveTo>
                  <a:lnTo>
                    <a:pt x="0" y="61"/>
                  </a:lnTo>
                  <a:lnTo>
                    <a:pt x="0" y="61"/>
                  </a:lnTo>
                  <a:moveTo>
                    <a:pt x="3" y="32"/>
                  </a:moveTo>
                  <a:cubicBezTo>
                    <a:pt x="3" y="22"/>
                    <a:pt x="4" y="11"/>
                    <a:pt x="6" y="0"/>
                  </a:cubicBezTo>
                  <a:cubicBezTo>
                    <a:pt x="6" y="0"/>
                    <a:pt x="6" y="0"/>
                    <a:pt x="6" y="0"/>
                  </a:cubicBezTo>
                  <a:cubicBezTo>
                    <a:pt x="5" y="12"/>
                    <a:pt x="3" y="23"/>
                    <a:pt x="3" y="32"/>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7" name="Freeform 2608">
              <a:extLst>
                <a:ext uri="{FF2B5EF4-FFF2-40B4-BE49-F238E27FC236}">
                  <a16:creationId xmlns:a16="http://schemas.microsoft.com/office/drawing/2014/main" xmlns="" id="{9516F266-1684-A5F7-9254-EA932A66F37C}"/>
                </a:ext>
              </a:extLst>
            </p:cNvPr>
            <p:cNvSpPr>
              <a:spLocks/>
            </p:cNvSpPr>
            <p:nvPr/>
          </p:nvSpPr>
          <p:spPr bwMode="gray">
            <a:xfrm>
              <a:off x="8251518" y="4407620"/>
              <a:ext cx="0" cy="1277"/>
            </a:xfrm>
            <a:custGeom>
              <a:avLst/>
              <a:gdLst>
                <a:gd name="T0" fmla="*/ 0 w 1"/>
                <a:gd name="T1" fmla="*/ 4 h 4"/>
                <a:gd name="T2" fmla="*/ 0 w 1"/>
                <a:gd name="T3" fmla="*/ 4 h 4"/>
                <a:gd name="T4" fmla="*/ 0 w 1"/>
                <a:gd name="T5" fmla="*/ 0 h 4"/>
                <a:gd name="T6" fmla="*/ 1 w 1"/>
                <a:gd name="T7" fmla="*/ 0 h 4"/>
                <a:gd name="T8" fmla="*/ 0 w 1"/>
                <a:gd name="T9" fmla="*/ 4 h 4"/>
              </a:gdLst>
              <a:ahLst/>
              <a:cxnLst>
                <a:cxn ang="0">
                  <a:pos x="T0" y="T1"/>
                </a:cxn>
                <a:cxn ang="0">
                  <a:pos x="T2" y="T3"/>
                </a:cxn>
                <a:cxn ang="0">
                  <a:pos x="T4" y="T5"/>
                </a:cxn>
                <a:cxn ang="0">
                  <a:pos x="T6" y="T7"/>
                </a:cxn>
                <a:cxn ang="0">
                  <a:pos x="T8" y="T9"/>
                </a:cxn>
              </a:cxnLst>
              <a:rect l="0" t="0" r="r" b="b"/>
              <a:pathLst>
                <a:path w="1" h="4">
                  <a:moveTo>
                    <a:pt x="0" y="4"/>
                  </a:moveTo>
                  <a:cubicBezTo>
                    <a:pt x="0" y="4"/>
                    <a:pt x="0" y="4"/>
                    <a:pt x="0" y="4"/>
                  </a:cubicBezTo>
                  <a:cubicBezTo>
                    <a:pt x="0" y="3"/>
                    <a:pt x="0" y="1"/>
                    <a:pt x="0" y="0"/>
                  </a:cubicBezTo>
                  <a:cubicBezTo>
                    <a:pt x="0" y="0"/>
                    <a:pt x="0" y="0"/>
                    <a:pt x="1" y="0"/>
                  </a:cubicBezTo>
                  <a:cubicBezTo>
                    <a:pt x="0" y="2"/>
                    <a:pt x="0" y="3"/>
                    <a:pt x="0" y="4"/>
                  </a:cubicBezTo>
                </a:path>
              </a:pathLst>
            </a:custGeom>
            <a:solidFill>
              <a:srgbClr val="B49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8" name="Freeform 2609">
              <a:extLst>
                <a:ext uri="{FF2B5EF4-FFF2-40B4-BE49-F238E27FC236}">
                  <a16:creationId xmlns:a16="http://schemas.microsoft.com/office/drawing/2014/main" xmlns="" id="{85021B42-A765-A317-18A7-0E74D8EDEF1D}"/>
                </a:ext>
              </a:extLst>
            </p:cNvPr>
            <p:cNvSpPr>
              <a:spLocks/>
            </p:cNvSpPr>
            <p:nvPr/>
          </p:nvSpPr>
          <p:spPr bwMode="gray">
            <a:xfrm>
              <a:off x="8248965" y="4387194"/>
              <a:ext cx="37022" cy="171067"/>
            </a:xfrm>
            <a:custGeom>
              <a:avLst/>
              <a:gdLst>
                <a:gd name="T0" fmla="*/ 86 w 109"/>
                <a:gd name="T1" fmla="*/ 516 h 516"/>
                <a:gd name="T2" fmla="*/ 64 w 109"/>
                <a:gd name="T3" fmla="*/ 516 h 516"/>
                <a:gd name="T4" fmla="*/ 64 w 109"/>
                <a:gd name="T5" fmla="*/ 516 h 516"/>
                <a:gd name="T6" fmla="*/ 49 w 109"/>
                <a:gd name="T7" fmla="*/ 223 h 516"/>
                <a:gd name="T8" fmla="*/ 39 w 109"/>
                <a:gd name="T9" fmla="*/ 216 h 516"/>
                <a:gd name="T10" fmla="*/ 0 w 109"/>
                <a:gd name="T11" fmla="*/ 132 h 516"/>
                <a:gd name="T12" fmla="*/ 0 w 109"/>
                <a:gd name="T13" fmla="*/ 124 h 516"/>
                <a:gd name="T14" fmla="*/ 0 w 109"/>
                <a:gd name="T15" fmla="*/ 124 h 516"/>
                <a:gd name="T16" fmla="*/ 3 w 109"/>
                <a:gd name="T17" fmla="*/ 95 h 516"/>
                <a:gd name="T18" fmla="*/ 6 w 109"/>
                <a:gd name="T19" fmla="*/ 63 h 516"/>
                <a:gd name="T20" fmla="*/ 7 w 109"/>
                <a:gd name="T21" fmla="*/ 59 h 516"/>
                <a:gd name="T22" fmla="*/ 6 w 109"/>
                <a:gd name="T23" fmla="*/ 59 h 516"/>
                <a:gd name="T24" fmla="*/ 12 w 109"/>
                <a:gd name="T25" fmla="*/ 0 h 516"/>
                <a:gd name="T26" fmla="*/ 24 w 109"/>
                <a:gd name="T27" fmla="*/ 6 h 516"/>
                <a:gd name="T28" fmla="*/ 100 w 109"/>
                <a:gd name="T29" fmla="*/ 215 h 516"/>
                <a:gd name="T30" fmla="*/ 105 w 109"/>
                <a:gd name="T31" fmla="*/ 215 h 516"/>
                <a:gd name="T32" fmla="*/ 86 w 109"/>
                <a:gd name="T33" fmla="*/ 516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516">
                  <a:moveTo>
                    <a:pt x="86" y="516"/>
                  </a:moveTo>
                  <a:lnTo>
                    <a:pt x="64" y="516"/>
                  </a:lnTo>
                  <a:lnTo>
                    <a:pt x="64" y="516"/>
                  </a:lnTo>
                  <a:lnTo>
                    <a:pt x="49" y="223"/>
                  </a:lnTo>
                  <a:cubicBezTo>
                    <a:pt x="45" y="221"/>
                    <a:pt x="42" y="219"/>
                    <a:pt x="39" y="216"/>
                  </a:cubicBezTo>
                  <a:cubicBezTo>
                    <a:pt x="15" y="197"/>
                    <a:pt x="0" y="166"/>
                    <a:pt x="0" y="132"/>
                  </a:cubicBezTo>
                  <a:lnTo>
                    <a:pt x="0" y="124"/>
                  </a:lnTo>
                  <a:lnTo>
                    <a:pt x="0" y="124"/>
                  </a:lnTo>
                  <a:cubicBezTo>
                    <a:pt x="0" y="124"/>
                    <a:pt x="1" y="112"/>
                    <a:pt x="3" y="95"/>
                  </a:cubicBezTo>
                  <a:cubicBezTo>
                    <a:pt x="3" y="86"/>
                    <a:pt x="5" y="75"/>
                    <a:pt x="6" y="63"/>
                  </a:cubicBezTo>
                  <a:cubicBezTo>
                    <a:pt x="6" y="62"/>
                    <a:pt x="6" y="61"/>
                    <a:pt x="7" y="59"/>
                  </a:cubicBezTo>
                  <a:cubicBezTo>
                    <a:pt x="6" y="59"/>
                    <a:pt x="6" y="59"/>
                    <a:pt x="6" y="59"/>
                  </a:cubicBezTo>
                  <a:cubicBezTo>
                    <a:pt x="8" y="37"/>
                    <a:pt x="11" y="15"/>
                    <a:pt x="12" y="0"/>
                  </a:cubicBezTo>
                  <a:cubicBezTo>
                    <a:pt x="14" y="1"/>
                    <a:pt x="24" y="6"/>
                    <a:pt x="24" y="6"/>
                  </a:cubicBezTo>
                  <a:cubicBezTo>
                    <a:pt x="24" y="6"/>
                    <a:pt x="8" y="215"/>
                    <a:pt x="100" y="215"/>
                  </a:cubicBezTo>
                  <a:cubicBezTo>
                    <a:pt x="101" y="215"/>
                    <a:pt x="103" y="215"/>
                    <a:pt x="105" y="215"/>
                  </a:cubicBezTo>
                  <a:cubicBezTo>
                    <a:pt x="109" y="218"/>
                    <a:pt x="86" y="447"/>
                    <a:pt x="86" y="516"/>
                  </a:cubicBezTo>
                </a:path>
              </a:pathLst>
            </a:custGeom>
            <a:solidFill>
              <a:srgbClr val="67B1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69" name="Freeform 2610">
              <a:extLst>
                <a:ext uri="{FF2B5EF4-FFF2-40B4-BE49-F238E27FC236}">
                  <a16:creationId xmlns:a16="http://schemas.microsoft.com/office/drawing/2014/main" xmlns="" id="{D6F6F50F-3F06-6D9D-7E84-87F25E0A1D32}"/>
                </a:ext>
              </a:extLst>
            </p:cNvPr>
            <p:cNvSpPr>
              <a:spLocks/>
            </p:cNvSpPr>
            <p:nvPr/>
          </p:nvSpPr>
          <p:spPr bwMode="gray">
            <a:xfrm>
              <a:off x="8312796" y="4267192"/>
              <a:ext cx="43405" cy="12766"/>
            </a:xfrm>
            <a:custGeom>
              <a:avLst/>
              <a:gdLst>
                <a:gd name="T0" fmla="*/ 49 w 131"/>
                <a:gd name="T1" fmla="*/ 38 h 38"/>
                <a:gd name="T2" fmla="*/ 0 w 131"/>
                <a:gd name="T3" fmla="*/ 26 h 38"/>
                <a:gd name="T4" fmla="*/ 0 w 131"/>
                <a:gd name="T5" fmla="*/ 9 h 38"/>
                <a:gd name="T6" fmla="*/ 51 w 131"/>
                <a:gd name="T7" fmla="*/ 22 h 38"/>
                <a:gd name="T8" fmla="*/ 131 w 131"/>
                <a:gd name="T9" fmla="*/ 0 h 38"/>
                <a:gd name="T10" fmla="*/ 49 w 131"/>
                <a:gd name="T11" fmla="*/ 38 h 38"/>
              </a:gdLst>
              <a:ahLst/>
              <a:cxnLst>
                <a:cxn ang="0">
                  <a:pos x="T0" y="T1"/>
                </a:cxn>
                <a:cxn ang="0">
                  <a:pos x="T2" y="T3"/>
                </a:cxn>
                <a:cxn ang="0">
                  <a:pos x="T4" y="T5"/>
                </a:cxn>
                <a:cxn ang="0">
                  <a:pos x="T6" y="T7"/>
                </a:cxn>
                <a:cxn ang="0">
                  <a:pos x="T8" y="T9"/>
                </a:cxn>
                <a:cxn ang="0">
                  <a:pos x="T10" y="T11"/>
                </a:cxn>
              </a:cxnLst>
              <a:rect l="0" t="0" r="r" b="b"/>
              <a:pathLst>
                <a:path w="131" h="38">
                  <a:moveTo>
                    <a:pt x="49" y="38"/>
                  </a:moveTo>
                  <a:cubicBezTo>
                    <a:pt x="20" y="38"/>
                    <a:pt x="0" y="26"/>
                    <a:pt x="0" y="26"/>
                  </a:cubicBezTo>
                  <a:lnTo>
                    <a:pt x="0" y="9"/>
                  </a:lnTo>
                  <a:cubicBezTo>
                    <a:pt x="17" y="19"/>
                    <a:pt x="34" y="22"/>
                    <a:pt x="51" y="22"/>
                  </a:cubicBezTo>
                  <a:cubicBezTo>
                    <a:pt x="94" y="22"/>
                    <a:pt x="131" y="0"/>
                    <a:pt x="131" y="0"/>
                  </a:cubicBezTo>
                  <a:cubicBezTo>
                    <a:pt x="103" y="30"/>
                    <a:pt x="73" y="38"/>
                    <a:pt x="49" y="38"/>
                  </a:cubicBezTo>
                </a:path>
              </a:pathLst>
            </a:custGeom>
            <a:solidFill>
              <a:srgbClr val="CDA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0" name="Freeform 2611">
              <a:extLst>
                <a:ext uri="{FF2B5EF4-FFF2-40B4-BE49-F238E27FC236}">
                  <a16:creationId xmlns:a16="http://schemas.microsoft.com/office/drawing/2014/main" xmlns="" id="{EBBF12B4-8785-2CD6-DB68-E3436D1DF5AA}"/>
                </a:ext>
              </a:extLst>
            </p:cNvPr>
            <p:cNvSpPr>
              <a:spLocks/>
            </p:cNvSpPr>
            <p:nvPr/>
          </p:nvSpPr>
          <p:spPr bwMode="gray">
            <a:xfrm>
              <a:off x="8243858" y="4558262"/>
              <a:ext cx="209366" cy="150641"/>
            </a:xfrm>
            <a:custGeom>
              <a:avLst/>
              <a:gdLst>
                <a:gd name="T0" fmla="*/ 513 w 630"/>
                <a:gd name="T1" fmla="*/ 1 h 454"/>
                <a:gd name="T2" fmla="*/ 80 w 630"/>
                <a:gd name="T3" fmla="*/ 0 h 454"/>
                <a:gd name="T4" fmla="*/ 13 w 630"/>
                <a:gd name="T5" fmla="*/ 260 h 454"/>
                <a:gd name="T6" fmla="*/ 0 w 630"/>
                <a:gd name="T7" fmla="*/ 443 h 454"/>
                <a:gd name="T8" fmla="*/ 0 w 630"/>
                <a:gd name="T9" fmla="*/ 449 h 454"/>
                <a:gd name="T10" fmla="*/ 630 w 630"/>
                <a:gd name="T11" fmla="*/ 454 h 454"/>
                <a:gd name="T12" fmla="*/ 610 w 630"/>
                <a:gd name="T13" fmla="*/ 265 h 454"/>
                <a:gd name="T14" fmla="*/ 513 w 630"/>
                <a:gd name="T15" fmla="*/ 1 h 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454">
                  <a:moveTo>
                    <a:pt x="513" y="1"/>
                  </a:moveTo>
                  <a:lnTo>
                    <a:pt x="80" y="0"/>
                  </a:lnTo>
                  <a:lnTo>
                    <a:pt x="13" y="260"/>
                  </a:lnTo>
                  <a:cubicBezTo>
                    <a:pt x="4" y="298"/>
                    <a:pt x="0" y="404"/>
                    <a:pt x="0" y="443"/>
                  </a:cubicBezTo>
                  <a:lnTo>
                    <a:pt x="0" y="449"/>
                  </a:lnTo>
                  <a:cubicBezTo>
                    <a:pt x="210" y="450"/>
                    <a:pt x="420" y="453"/>
                    <a:pt x="630" y="454"/>
                  </a:cubicBezTo>
                  <a:cubicBezTo>
                    <a:pt x="629" y="397"/>
                    <a:pt x="622" y="306"/>
                    <a:pt x="610" y="265"/>
                  </a:cubicBezTo>
                  <a:lnTo>
                    <a:pt x="513" y="1"/>
                  </a:lnTo>
                </a:path>
              </a:pathLst>
            </a:custGeom>
            <a:solidFill>
              <a:srgbClr val="E14C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1" name="Freeform 2612">
              <a:extLst>
                <a:ext uri="{FF2B5EF4-FFF2-40B4-BE49-F238E27FC236}">
                  <a16:creationId xmlns:a16="http://schemas.microsoft.com/office/drawing/2014/main" xmlns="" id="{DDE8D210-F6AA-F38A-2312-3293F3A00FDC}"/>
                </a:ext>
              </a:extLst>
            </p:cNvPr>
            <p:cNvSpPr>
              <a:spLocks/>
            </p:cNvSpPr>
            <p:nvPr/>
          </p:nvSpPr>
          <p:spPr bwMode="gray">
            <a:xfrm>
              <a:off x="8246411" y="4643796"/>
              <a:ext cx="2553" cy="12766"/>
            </a:xfrm>
            <a:custGeom>
              <a:avLst/>
              <a:gdLst>
                <a:gd name="T0" fmla="*/ 0 w 6"/>
                <a:gd name="T1" fmla="*/ 36 h 36"/>
                <a:gd name="T2" fmla="*/ 0 w 6"/>
                <a:gd name="T3" fmla="*/ 36 h 36"/>
                <a:gd name="T4" fmla="*/ 6 w 6"/>
                <a:gd name="T5" fmla="*/ 0 h 36"/>
                <a:gd name="T6" fmla="*/ 0 w 6"/>
                <a:gd name="T7" fmla="*/ 36 h 36"/>
              </a:gdLst>
              <a:ahLst/>
              <a:cxnLst>
                <a:cxn ang="0">
                  <a:pos x="T0" y="T1"/>
                </a:cxn>
                <a:cxn ang="0">
                  <a:pos x="T2" y="T3"/>
                </a:cxn>
                <a:cxn ang="0">
                  <a:pos x="T4" y="T5"/>
                </a:cxn>
                <a:cxn ang="0">
                  <a:pos x="T6" y="T7"/>
                </a:cxn>
              </a:cxnLst>
              <a:rect l="0" t="0" r="r" b="b"/>
              <a:pathLst>
                <a:path w="6" h="36">
                  <a:moveTo>
                    <a:pt x="0" y="36"/>
                  </a:moveTo>
                  <a:lnTo>
                    <a:pt x="0" y="36"/>
                  </a:lnTo>
                  <a:cubicBezTo>
                    <a:pt x="2" y="22"/>
                    <a:pt x="4" y="9"/>
                    <a:pt x="6" y="0"/>
                  </a:cubicBezTo>
                  <a:cubicBezTo>
                    <a:pt x="4" y="9"/>
                    <a:pt x="2" y="22"/>
                    <a:pt x="0" y="36"/>
                  </a:cubicBezTo>
                </a:path>
              </a:pathLst>
            </a:custGeom>
            <a:solidFill>
              <a:srgbClr val="DDB3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2" name="Freeform 2613">
              <a:extLst>
                <a:ext uri="{FF2B5EF4-FFF2-40B4-BE49-F238E27FC236}">
                  <a16:creationId xmlns:a16="http://schemas.microsoft.com/office/drawing/2014/main" xmlns="" id="{4FEA6A26-1714-6673-5FBD-2DE5910282C7}"/>
                </a:ext>
              </a:extLst>
            </p:cNvPr>
            <p:cNvSpPr>
              <a:spLocks/>
            </p:cNvSpPr>
            <p:nvPr/>
          </p:nvSpPr>
          <p:spPr bwMode="gray">
            <a:xfrm>
              <a:off x="8246411" y="4558262"/>
              <a:ext cx="167238" cy="98300"/>
            </a:xfrm>
            <a:custGeom>
              <a:avLst/>
              <a:gdLst>
                <a:gd name="T0" fmla="*/ 82 w 504"/>
                <a:gd name="T1" fmla="*/ 296 h 296"/>
                <a:gd name="T2" fmla="*/ 0 w 504"/>
                <a:gd name="T3" fmla="*/ 296 h 296"/>
                <a:gd name="T4" fmla="*/ 6 w 504"/>
                <a:gd name="T5" fmla="*/ 260 h 296"/>
                <a:gd name="T6" fmla="*/ 6 w 504"/>
                <a:gd name="T7" fmla="*/ 260 h 296"/>
                <a:gd name="T8" fmla="*/ 73 w 504"/>
                <a:gd name="T9" fmla="*/ 0 h 296"/>
                <a:gd name="T10" fmla="*/ 504 w 504"/>
                <a:gd name="T11" fmla="*/ 1 h 296"/>
                <a:gd name="T12" fmla="*/ 130 w 504"/>
                <a:gd name="T13" fmla="*/ 44 h 296"/>
                <a:gd name="T14" fmla="*/ 82 w 504"/>
                <a:gd name="T15" fmla="*/ 296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4" h="296">
                  <a:moveTo>
                    <a:pt x="82" y="296"/>
                  </a:moveTo>
                  <a:lnTo>
                    <a:pt x="0" y="296"/>
                  </a:lnTo>
                  <a:cubicBezTo>
                    <a:pt x="2" y="282"/>
                    <a:pt x="4" y="269"/>
                    <a:pt x="6" y="260"/>
                  </a:cubicBezTo>
                  <a:lnTo>
                    <a:pt x="6" y="260"/>
                  </a:lnTo>
                  <a:lnTo>
                    <a:pt x="73" y="0"/>
                  </a:lnTo>
                  <a:lnTo>
                    <a:pt x="504" y="1"/>
                  </a:lnTo>
                  <a:cubicBezTo>
                    <a:pt x="496" y="12"/>
                    <a:pt x="133" y="27"/>
                    <a:pt x="130" y="44"/>
                  </a:cubicBezTo>
                  <a:cubicBezTo>
                    <a:pt x="114" y="128"/>
                    <a:pt x="97" y="212"/>
                    <a:pt x="82" y="296"/>
                  </a:cubicBezTo>
                </a:path>
              </a:pathLst>
            </a:custGeom>
            <a:solidFill>
              <a:srgbClr val="C74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3" name="Freeform 2614">
              <a:extLst>
                <a:ext uri="{FF2B5EF4-FFF2-40B4-BE49-F238E27FC236}">
                  <a16:creationId xmlns:a16="http://schemas.microsoft.com/office/drawing/2014/main" xmlns="" id="{CF5987C7-3B87-4A37-DE8F-AC5AC7BFBF5C}"/>
                </a:ext>
              </a:extLst>
            </p:cNvPr>
            <p:cNvSpPr>
              <a:spLocks/>
            </p:cNvSpPr>
            <p:nvPr/>
          </p:nvSpPr>
          <p:spPr bwMode="gray">
            <a:xfrm>
              <a:off x="8339604" y="4102508"/>
              <a:ext cx="63831" cy="154472"/>
            </a:xfrm>
            <a:custGeom>
              <a:avLst/>
              <a:gdLst>
                <a:gd name="T0" fmla="*/ 2 w 194"/>
                <a:gd name="T1" fmla="*/ 18 h 464"/>
                <a:gd name="T2" fmla="*/ 0 w 194"/>
                <a:gd name="T3" fmla="*/ 166 h 464"/>
                <a:gd name="T4" fmla="*/ 58 w 194"/>
                <a:gd name="T5" fmla="*/ 169 h 464"/>
                <a:gd name="T6" fmla="*/ 114 w 194"/>
                <a:gd name="T7" fmla="*/ 224 h 464"/>
                <a:gd name="T8" fmla="*/ 114 w 194"/>
                <a:gd name="T9" fmla="*/ 249 h 464"/>
                <a:gd name="T10" fmla="*/ 130 w 194"/>
                <a:gd name="T11" fmla="*/ 249 h 464"/>
                <a:gd name="T12" fmla="*/ 155 w 194"/>
                <a:gd name="T13" fmla="*/ 228 h 464"/>
                <a:gd name="T14" fmla="*/ 178 w 194"/>
                <a:gd name="T15" fmla="*/ 262 h 464"/>
                <a:gd name="T16" fmla="*/ 134 w 194"/>
                <a:gd name="T17" fmla="*/ 346 h 464"/>
                <a:gd name="T18" fmla="*/ 107 w 194"/>
                <a:gd name="T19" fmla="*/ 464 h 464"/>
                <a:gd name="T20" fmla="*/ 194 w 194"/>
                <a:gd name="T21" fmla="*/ 211 h 464"/>
                <a:gd name="T22" fmla="*/ 2 w 194"/>
                <a:gd name="T23" fmla="*/ 18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464">
                  <a:moveTo>
                    <a:pt x="2" y="18"/>
                  </a:moveTo>
                  <a:cubicBezTo>
                    <a:pt x="2" y="18"/>
                    <a:pt x="18" y="138"/>
                    <a:pt x="0" y="166"/>
                  </a:cubicBezTo>
                  <a:lnTo>
                    <a:pt x="58" y="169"/>
                  </a:lnTo>
                  <a:cubicBezTo>
                    <a:pt x="89" y="169"/>
                    <a:pt x="114" y="193"/>
                    <a:pt x="114" y="224"/>
                  </a:cubicBezTo>
                  <a:lnTo>
                    <a:pt x="114" y="249"/>
                  </a:lnTo>
                  <a:lnTo>
                    <a:pt x="130" y="249"/>
                  </a:lnTo>
                  <a:cubicBezTo>
                    <a:pt x="130" y="249"/>
                    <a:pt x="141" y="228"/>
                    <a:pt x="155" y="228"/>
                  </a:cubicBezTo>
                  <a:cubicBezTo>
                    <a:pt x="165" y="228"/>
                    <a:pt x="178" y="229"/>
                    <a:pt x="178" y="262"/>
                  </a:cubicBezTo>
                  <a:cubicBezTo>
                    <a:pt x="178" y="353"/>
                    <a:pt x="134" y="346"/>
                    <a:pt x="134" y="346"/>
                  </a:cubicBezTo>
                  <a:lnTo>
                    <a:pt x="107" y="464"/>
                  </a:lnTo>
                  <a:cubicBezTo>
                    <a:pt x="176" y="417"/>
                    <a:pt x="194" y="274"/>
                    <a:pt x="194" y="211"/>
                  </a:cubicBezTo>
                  <a:cubicBezTo>
                    <a:pt x="194" y="0"/>
                    <a:pt x="2" y="18"/>
                    <a:pt x="2" y="18"/>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4" name="Freeform 2615">
              <a:extLst>
                <a:ext uri="{FF2B5EF4-FFF2-40B4-BE49-F238E27FC236}">
                  <a16:creationId xmlns:a16="http://schemas.microsoft.com/office/drawing/2014/main" xmlns="" id="{0066E702-904A-5396-5395-121CFD96A0EC}"/>
                </a:ext>
              </a:extLst>
            </p:cNvPr>
            <p:cNvSpPr>
              <a:spLocks/>
            </p:cNvSpPr>
            <p:nvPr/>
          </p:nvSpPr>
          <p:spPr bwMode="gray">
            <a:xfrm>
              <a:off x="8279604" y="4106338"/>
              <a:ext cx="80428" cy="84257"/>
            </a:xfrm>
            <a:custGeom>
              <a:avLst/>
              <a:gdLst>
                <a:gd name="T0" fmla="*/ 161 w 242"/>
                <a:gd name="T1" fmla="*/ 5 h 255"/>
                <a:gd name="T2" fmla="*/ 10 w 242"/>
                <a:gd name="T3" fmla="*/ 143 h 255"/>
                <a:gd name="T4" fmla="*/ 10 w 242"/>
                <a:gd name="T5" fmla="*/ 255 h 255"/>
                <a:gd name="T6" fmla="*/ 88 w 242"/>
                <a:gd name="T7" fmla="*/ 112 h 255"/>
                <a:gd name="T8" fmla="*/ 242 w 242"/>
                <a:gd name="T9" fmla="*/ 158 h 255"/>
                <a:gd name="T10" fmla="*/ 207 w 242"/>
                <a:gd name="T11" fmla="*/ 7 h 255"/>
                <a:gd name="T12" fmla="*/ 161 w 242"/>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42" h="255">
                  <a:moveTo>
                    <a:pt x="161" y="5"/>
                  </a:moveTo>
                  <a:cubicBezTo>
                    <a:pt x="32" y="0"/>
                    <a:pt x="10" y="143"/>
                    <a:pt x="10" y="143"/>
                  </a:cubicBezTo>
                  <a:cubicBezTo>
                    <a:pt x="0" y="213"/>
                    <a:pt x="10" y="255"/>
                    <a:pt x="10" y="255"/>
                  </a:cubicBezTo>
                  <a:cubicBezTo>
                    <a:pt x="10" y="196"/>
                    <a:pt x="88" y="112"/>
                    <a:pt x="88" y="112"/>
                  </a:cubicBezTo>
                  <a:cubicBezTo>
                    <a:pt x="127" y="166"/>
                    <a:pt x="242" y="158"/>
                    <a:pt x="242" y="158"/>
                  </a:cubicBezTo>
                  <a:lnTo>
                    <a:pt x="207" y="7"/>
                  </a:lnTo>
                  <a:lnTo>
                    <a:pt x="161" y="5"/>
                  </a:ln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5" name="Freeform 2616">
              <a:extLst>
                <a:ext uri="{FF2B5EF4-FFF2-40B4-BE49-F238E27FC236}">
                  <a16:creationId xmlns:a16="http://schemas.microsoft.com/office/drawing/2014/main" xmlns="" id="{9B25CA42-53E0-DE89-4210-8607A94339A3}"/>
                </a:ext>
              </a:extLst>
            </p:cNvPr>
            <p:cNvSpPr>
              <a:spLocks/>
            </p:cNvSpPr>
            <p:nvPr/>
          </p:nvSpPr>
          <p:spPr bwMode="gray">
            <a:xfrm>
              <a:off x="8390669" y="4128041"/>
              <a:ext cx="38299" cy="93194"/>
            </a:xfrm>
            <a:custGeom>
              <a:avLst/>
              <a:gdLst>
                <a:gd name="T0" fmla="*/ 0 w 115"/>
                <a:gd name="T1" fmla="*/ 65 h 284"/>
                <a:gd name="T2" fmla="*/ 11 w 115"/>
                <a:gd name="T3" fmla="*/ 270 h 284"/>
                <a:gd name="T4" fmla="*/ 73 w 115"/>
                <a:gd name="T5" fmla="*/ 42 h 284"/>
                <a:gd name="T6" fmla="*/ 0 w 115"/>
                <a:gd name="T7" fmla="*/ 65 h 284"/>
              </a:gdLst>
              <a:ahLst/>
              <a:cxnLst>
                <a:cxn ang="0">
                  <a:pos x="T0" y="T1"/>
                </a:cxn>
                <a:cxn ang="0">
                  <a:pos x="T2" y="T3"/>
                </a:cxn>
                <a:cxn ang="0">
                  <a:pos x="T4" y="T5"/>
                </a:cxn>
                <a:cxn ang="0">
                  <a:pos x="T6" y="T7"/>
                </a:cxn>
              </a:cxnLst>
              <a:rect l="0" t="0" r="r" b="b"/>
              <a:pathLst>
                <a:path w="115" h="284">
                  <a:moveTo>
                    <a:pt x="0" y="65"/>
                  </a:moveTo>
                  <a:cubicBezTo>
                    <a:pt x="76" y="97"/>
                    <a:pt x="11" y="270"/>
                    <a:pt x="11" y="270"/>
                  </a:cubicBezTo>
                  <a:cubicBezTo>
                    <a:pt x="115" y="284"/>
                    <a:pt x="113" y="83"/>
                    <a:pt x="73" y="42"/>
                  </a:cubicBezTo>
                  <a:cubicBezTo>
                    <a:pt x="33" y="0"/>
                    <a:pt x="0" y="65"/>
                    <a:pt x="0" y="65"/>
                  </a:cubicBezTo>
                </a:path>
              </a:pathLst>
            </a:custGeom>
            <a:solidFill>
              <a:srgbClr val="2635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6" name="Freeform 2618">
              <a:extLst>
                <a:ext uri="{FF2B5EF4-FFF2-40B4-BE49-F238E27FC236}">
                  <a16:creationId xmlns:a16="http://schemas.microsoft.com/office/drawing/2014/main" xmlns="" id="{2C6AABB2-396C-0550-9809-E40D15A179FF}"/>
                </a:ext>
              </a:extLst>
            </p:cNvPr>
            <p:cNvSpPr>
              <a:spLocks/>
            </p:cNvSpPr>
            <p:nvPr/>
          </p:nvSpPr>
          <p:spPr bwMode="gray">
            <a:xfrm>
              <a:off x="8335775" y="4278682"/>
              <a:ext cx="62555" cy="71491"/>
            </a:xfrm>
            <a:custGeom>
              <a:avLst/>
              <a:gdLst>
                <a:gd name="T0" fmla="*/ 0 w 188"/>
                <a:gd name="T1" fmla="*/ 144 h 216"/>
                <a:gd name="T2" fmla="*/ 58 w 188"/>
                <a:gd name="T3" fmla="*/ 216 h 216"/>
                <a:gd name="T4" fmla="*/ 188 w 188"/>
                <a:gd name="T5" fmla="*/ 44 h 216"/>
                <a:gd name="T6" fmla="*/ 127 w 188"/>
                <a:gd name="T7" fmla="*/ 0 h 216"/>
                <a:gd name="T8" fmla="*/ 0 w 188"/>
                <a:gd name="T9" fmla="*/ 144 h 216"/>
              </a:gdLst>
              <a:ahLst/>
              <a:cxnLst>
                <a:cxn ang="0">
                  <a:pos x="T0" y="T1"/>
                </a:cxn>
                <a:cxn ang="0">
                  <a:pos x="T2" y="T3"/>
                </a:cxn>
                <a:cxn ang="0">
                  <a:pos x="T4" y="T5"/>
                </a:cxn>
                <a:cxn ang="0">
                  <a:pos x="T6" y="T7"/>
                </a:cxn>
                <a:cxn ang="0">
                  <a:pos x="T8" y="T9"/>
                </a:cxn>
              </a:cxnLst>
              <a:rect l="0" t="0" r="r" b="b"/>
              <a:pathLst>
                <a:path w="188" h="216">
                  <a:moveTo>
                    <a:pt x="0" y="144"/>
                  </a:moveTo>
                  <a:lnTo>
                    <a:pt x="58" y="216"/>
                  </a:lnTo>
                  <a:lnTo>
                    <a:pt x="188" y="44"/>
                  </a:lnTo>
                  <a:lnTo>
                    <a:pt x="127" y="0"/>
                  </a:lnTo>
                  <a:cubicBezTo>
                    <a:pt x="127" y="0"/>
                    <a:pt x="1" y="142"/>
                    <a:pt x="0" y="144"/>
                  </a:cubicBez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7" name="Freeform 2619">
              <a:extLst>
                <a:ext uri="{FF2B5EF4-FFF2-40B4-BE49-F238E27FC236}">
                  <a16:creationId xmlns:a16="http://schemas.microsoft.com/office/drawing/2014/main" xmlns="" id="{D670658A-729B-E379-375A-5619A1F69154}"/>
                </a:ext>
              </a:extLst>
            </p:cNvPr>
            <p:cNvSpPr>
              <a:spLocks/>
            </p:cNvSpPr>
            <p:nvPr/>
          </p:nvSpPr>
          <p:spPr bwMode="gray">
            <a:xfrm>
              <a:off x="8287263" y="4279959"/>
              <a:ext cx="51065" cy="70215"/>
            </a:xfrm>
            <a:custGeom>
              <a:avLst/>
              <a:gdLst>
                <a:gd name="T0" fmla="*/ 0 w 154"/>
                <a:gd name="T1" fmla="*/ 44 h 211"/>
                <a:gd name="T2" fmla="*/ 97 w 154"/>
                <a:gd name="T3" fmla="*/ 211 h 211"/>
                <a:gd name="T4" fmla="*/ 154 w 154"/>
                <a:gd name="T5" fmla="*/ 139 h 211"/>
                <a:gd name="T6" fmla="*/ 62 w 154"/>
                <a:gd name="T7" fmla="*/ 0 h 211"/>
                <a:gd name="T8" fmla="*/ 0 w 154"/>
                <a:gd name="T9" fmla="*/ 44 h 211"/>
              </a:gdLst>
              <a:ahLst/>
              <a:cxnLst>
                <a:cxn ang="0">
                  <a:pos x="T0" y="T1"/>
                </a:cxn>
                <a:cxn ang="0">
                  <a:pos x="T2" y="T3"/>
                </a:cxn>
                <a:cxn ang="0">
                  <a:pos x="T4" y="T5"/>
                </a:cxn>
                <a:cxn ang="0">
                  <a:pos x="T6" y="T7"/>
                </a:cxn>
                <a:cxn ang="0">
                  <a:pos x="T8" y="T9"/>
                </a:cxn>
              </a:cxnLst>
              <a:rect l="0" t="0" r="r" b="b"/>
              <a:pathLst>
                <a:path w="154" h="211">
                  <a:moveTo>
                    <a:pt x="0" y="44"/>
                  </a:moveTo>
                  <a:lnTo>
                    <a:pt x="97" y="211"/>
                  </a:lnTo>
                  <a:lnTo>
                    <a:pt x="154" y="139"/>
                  </a:lnTo>
                  <a:cubicBezTo>
                    <a:pt x="154" y="137"/>
                    <a:pt x="62" y="0"/>
                    <a:pt x="62" y="0"/>
                  </a:cubicBezTo>
                  <a:lnTo>
                    <a:pt x="0" y="44"/>
                  </a:lnTo>
                </a:path>
              </a:pathLst>
            </a:custGeom>
            <a:solidFill>
              <a:srgbClr val="2E83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8" name="Freeform 2623">
              <a:extLst>
                <a:ext uri="{FF2B5EF4-FFF2-40B4-BE49-F238E27FC236}">
                  <a16:creationId xmlns:a16="http://schemas.microsoft.com/office/drawing/2014/main" xmlns="" id="{97E11A6C-5BB7-5EE2-6192-B6B0E461064D}"/>
                </a:ext>
              </a:extLst>
            </p:cNvPr>
            <p:cNvSpPr>
              <a:spLocks/>
            </p:cNvSpPr>
            <p:nvPr/>
          </p:nvSpPr>
          <p:spPr bwMode="gray">
            <a:xfrm>
              <a:off x="8280881" y="4094848"/>
              <a:ext cx="120003" cy="57448"/>
            </a:xfrm>
            <a:custGeom>
              <a:avLst/>
              <a:gdLst>
                <a:gd name="T0" fmla="*/ 257 w 364"/>
                <a:gd name="T1" fmla="*/ 6 h 173"/>
                <a:gd name="T2" fmla="*/ 117 w 364"/>
                <a:gd name="T3" fmla="*/ 2 h 173"/>
                <a:gd name="T4" fmla="*/ 7 w 364"/>
                <a:gd name="T5" fmla="*/ 96 h 173"/>
                <a:gd name="T6" fmla="*/ 0 w 364"/>
                <a:gd name="T7" fmla="*/ 162 h 173"/>
                <a:gd name="T8" fmla="*/ 364 w 364"/>
                <a:gd name="T9" fmla="*/ 173 h 173"/>
                <a:gd name="T10" fmla="*/ 360 w 364"/>
                <a:gd name="T11" fmla="*/ 107 h 173"/>
                <a:gd name="T12" fmla="*/ 257 w 364"/>
                <a:gd name="T13" fmla="*/ 6 h 173"/>
              </a:gdLst>
              <a:ahLst/>
              <a:cxnLst>
                <a:cxn ang="0">
                  <a:pos x="T0" y="T1"/>
                </a:cxn>
                <a:cxn ang="0">
                  <a:pos x="T2" y="T3"/>
                </a:cxn>
                <a:cxn ang="0">
                  <a:pos x="T4" y="T5"/>
                </a:cxn>
                <a:cxn ang="0">
                  <a:pos x="T6" y="T7"/>
                </a:cxn>
                <a:cxn ang="0">
                  <a:pos x="T8" y="T9"/>
                </a:cxn>
                <a:cxn ang="0">
                  <a:pos x="T10" y="T11"/>
                </a:cxn>
                <a:cxn ang="0">
                  <a:pos x="T12" y="T13"/>
                </a:cxn>
              </a:cxnLst>
              <a:rect l="0" t="0" r="r" b="b"/>
              <a:pathLst>
                <a:path w="364" h="173">
                  <a:moveTo>
                    <a:pt x="257" y="6"/>
                  </a:moveTo>
                  <a:lnTo>
                    <a:pt x="117" y="2"/>
                  </a:lnTo>
                  <a:cubicBezTo>
                    <a:pt x="61" y="0"/>
                    <a:pt x="14" y="41"/>
                    <a:pt x="7" y="96"/>
                  </a:cubicBezTo>
                  <a:lnTo>
                    <a:pt x="0" y="162"/>
                  </a:lnTo>
                  <a:lnTo>
                    <a:pt x="364" y="173"/>
                  </a:lnTo>
                  <a:lnTo>
                    <a:pt x="360" y="107"/>
                  </a:lnTo>
                  <a:cubicBezTo>
                    <a:pt x="358" y="52"/>
                    <a:pt x="313" y="8"/>
                    <a:pt x="257" y="6"/>
                  </a:cubicBezTo>
                </a:path>
              </a:pathLst>
            </a:custGeom>
            <a:solidFill>
              <a:srgbClr val="72C7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79" name="Freeform 2624">
              <a:extLst>
                <a:ext uri="{FF2B5EF4-FFF2-40B4-BE49-F238E27FC236}">
                  <a16:creationId xmlns:a16="http://schemas.microsoft.com/office/drawing/2014/main" xmlns="" id="{648F4C41-2246-6B92-4D31-C421DA29C0AD}"/>
                </a:ext>
              </a:extLst>
            </p:cNvPr>
            <p:cNvSpPr>
              <a:spLocks/>
            </p:cNvSpPr>
            <p:nvPr/>
          </p:nvSpPr>
          <p:spPr bwMode="gray">
            <a:xfrm>
              <a:off x="8280881" y="4103785"/>
              <a:ext cx="120003" cy="48512"/>
            </a:xfrm>
            <a:custGeom>
              <a:avLst/>
              <a:gdLst>
                <a:gd name="T0" fmla="*/ 0 w 364"/>
                <a:gd name="T1" fmla="*/ 135 h 146"/>
                <a:gd name="T2" fmla="*/ 364 w 364"/>
                <a:gd name="T3" fmla="*/ 146 h 146"/>
                <a:gd name="T4" fmla="*/ 0 w 364"/>
                <a:gd name="T5" fmla="*/ 135 h 146"/>
              </a:gdLst>
              <a:ahLst/>
              <a:cxnLst>
                <a:cxn ang="0">
                  <a:pos x="T0" y="T1"/>
                </a:cxn>
                <a:cxn ang="0">
                  <a:pos x="T2" y="T3"/>
                </a:cxn>
                <a:cxn ang="0">
                  <a:pos x="T4" y="T5"/>
                </a:cxn>
              </a:cxnLst>
              <a:rect l="0" t="0" r="r" b="b"/>
              <a:pathLst>
                <a:path w="364" h="146">
                  <a:moveTo>
                    <a:pt x="0" y="135"/>
                  </a:moveTo>
                  <a:lnTo>
                    <a:pt x="364" y="146"/>
                  </a:lnTo>
                  <a:cubicBezTo>
                    <a:pt x="364" y="146"/>
                    <a:pt x="146" y="0"/>
                    <a:pt x="0" y="135"/>
                  </a:cubicBezTo>
                </a:path>
              </a:pathLst>
            </a:custGeom>
            <a:solidFill>
              <a:srgbClr val="E0F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0" name="Rectangle 3522">
              <a:extLst>
                <a:ext uri="{FF2B5EF4-FFF2-40B4-BE49-F238E27FC236}">
                  <a16:creationId xmlns:a16="http://schemas.microsoft.com/office/drawing/2014/main" xmlns="" id="{EE92D889-D186-AB5D-3B11-35247DADD22F}"/>
                </a:ext>
              </a:extLst>
            </p:cNvPr>
            <p:cNvSpPr>
              <a:spLocks noChangeArrowheads="1"/>
            </p:cNvSpPr>
            <p:nvPr/>
          </p:nvSpPr>
          <p:spPr bwMode="gray">
            <a:xfrm>
              <a:off x="7776614" y="4656562"/>
              <a:ext cx="1069810" cy="499160"/>
            </a:xfrm>
            <a:prstGeom prst="rect">
              <a:avLst/>
            </a:prstGeom>
            <a:solidFill>
              <a:srgbClr val="EA55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1" name="Rectangle 3523">
              <a:extLst>
                <a:ext uri="{FF2B5EF4-FFF2-40B4-BE49-F238E27FC236}">
                  <a16:creationId xmlns:a16="http://schemas.microsoft.com/office/drawing/2014/main" xmlns="" id="{CC4336F3-2054-8F6A-77C6-FF87F77081AD}"/>
                </a:ext>
              </a:extLst>
            </p:cNvPr>
            <p:cNvSpPr>
              <a:spLocks noChangeArrowheads="1"/>
            </p:cNvSpPr>
            <p:nvPr/>
          </p:nvSpPr>
          <p:spPr bwMode="gray">
            <a:xfrm>
              <a:off x="7804700" y="5155721"/>
              <a:ext cx="1041724" cy="62555"/>
            </a:xfrm>
            <a:prstGeom prst="rect">
              <a:avLst/>
            </a:prstGeom>
            <a:solidFill>
              <a:srgbClr val="8EB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2" name="Rectangle 3539">
              <a:extLst>
                <a:ext uri="{FF2B5EF4-FFF2-40B4-BE49-F238E27FC236}">
                  <a16:creationId xmlns:a16="http://schemas.microsoft.com/office/drawing/2014/main" xmlns="" id="{F2934055-5468-2E5E-9A15-3A2D58E04480}"/>
                </a:ext>
              </a:extLst>
            </p:cNvPr>
            <p:cNvSpPr>
              <a:spLocks noChangeArrowheads="1"/>
            </p:cNvSpPr>
            <p:nvPr/>
          </p:nvSpPr>
          <p:spPr bwMode="gray">
            <a:xfrm>
              <a:off x="8653654" y="4489324"/>
              <a:ext cx="33192" cy="8937"/>
            </a:xfrm>
            <a:prstGeom prst="rect">
              <a:avLst/>
            </a:prstGeom>
            <a:solidFill>
              <a:srgbClr val="2635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3" name="Freeform 3540">
              <a:extLst>
                <a:ext uri="{FF2B5EF4-FFF2-40B4-BE49-F238E27FC236}">
                  <a16:creationId xmlns:a16="http://schemas.microsoft.com/office/drawing/2014/main" xmlns="" id="{33CE9167-18BB-D095-83A7-485F1DA30E3F}"/>
                </a:ext>
              </a:extLst>
            </p:cNvPr>
            <p:cNvSpPr>
              <a:spLocks/>
            </p:cNvSpPr>
            <p:nvPr/>
          </p:nvSpPr>
          <p:spPr bwMode="gray">
            <a:xfrm>
              <a:off x="7735762" y="4619540"/>
              <a:ext cx="1110662" cy="85534"/>
            </a:xfrm>
            <a:custGeom>
              <a:avLst/>
              <a:gdLst>
                <a:gd name="T0" fmla="*/ 0 w 3350"/>
                <a:gd name="T1" fmla="*/ 28 h 257"/>
                <a:gd name="T2" fmla="*/ 0 w 3350"/>
                <a:gd name="T3" fmla="*/ 229 h 257"/>
                <a:gd name="T4" fmla="*/ 27 w 3350"/>
                <a:gd name="T5" fmla="*/ 257 h 257"/>
                <a:gd name="T6" fmla="*/ 3350 w 3350"/>
                <a:gd name="T7" fmla="*/ 257 h 257"/>
                <a:gd name="T8" fmla="*/ 3350 w 3350"/>
                <a:gd name="T9" fmla="*/ 0 h 257"/>
                <a:gd name="T10" fmla="*/ 27 w 3350"/>
                <a:gd name="T11" fmla="*/ 0 h 257"/>
                <a:gd name="T12" fmla="*/ 0 w 3350"/>
                <a:gd name="T13" fmla="*/ 28 h 257"/>
              </a:gdLst>
              <a:ahLst/>
              <a:cxnLst>
                <a:cxn ang="0">
                  <a:pos x="T0" y="T1"/>
                </a:cxn>
                <a:cxn ang="0">
                  <a:pos x="T2" y="T3"/>
                </a:cxn>
                <a:cxn ang="0">
                  <a:pos x="T4" y="T5"/>
                </a:cxn>
                <a:cxn ang="0">
                  <a:pos x="T6" y="T7"/>
                </a:cxn>
                <a:cxn ang="0">
                  <a:pos x="T8" y="T9"/>
                </a:cxn>
                <a:cxn ang="0">
                  <a:pos x="T10" y="T11"/>
                </a:cxn>
                <a:cxn ang="0">
                  <a:pos x="T12" y="T13"/>
                </a:cxn>
              </a:cxnLst>
              <a:rect l="0" t="0" r="r" b="b"/>
              <a:pathLst>
                <a:path w="3350" h="257">
                  <a:moveTo>
                    <a:pt x="0" y="28"/>
                  </a:moveTo>
                  <a:lnTo>
                    <a:pt x="0" y="229"/>
                  </a:lnTo>
                  <a:cubicBezTo>
                    <a:pt x="0" y="244"/>
                    <a:pt x="12" y="257"/>
                    <a:pt x="27" y="257"/>
                  </a:cubicBezTo>
                  <a:lnTo>
                    <a:pt x="3350" y="257"/>
                  </a:lnTo>
                  <a:lnTo>
                    <a:pt x="3350" y="0"/>
                  </a:lnTo>
                  <a:lnTo>
                    <a:pt x="27" y="0"/>
                  </a:lnTo>
                  <a:cubicBezTo>
                    <a:pt x="12" y="0"/>
                    <a:pt x="0" y="13"/>
                    <a:pt x="0" y="28"/>
                  </a:cubicBezTo>
                </a:path>
              </a:pathLst>
            </a:custGeom>
            <a:solidFill>
              <a:srgbClr val="4C5B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4" name="Rectangle 3541">
              <a:extLst>
                <a:ext uri="{FF2B5EF4-FFF2-40B4-BE49-F238E27FC236}">
                  <a16:creationId xmlns:a16="http://schemas.microsoft.com/office/drawing/2014/main" xmlns="" id="{6A46D924-8857-2491-513B-F2986BE664EA}"/>
                </a:ext>
              </a:extLst>
            </p:cNvPr>
            <p:cNvSpPr>
              <a:spLocks noChangeArrowheads="1"/>
            </p:cNvSpPr>
            <p:nvPr/>
          </p:nvSpPr>
          <p:spPr bwMode="gray">
            <a:xfrm>
              <a:off x="7735762" y="4643796"/>
              <a:ext cx="1110662" cy="37022"/>
            </a:xfrm>
            <a:prstGeom prst="rect">
              <a:avLst/>
            </a:prstGeom>
            <a:solidFill>
              <a:srgbClr val="E14C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pic>
          <p:nvPicPr>
            <p:cNvPr id="85" name="Picture 4238">
              <a:extLst>
                <a:ext uri="{FF2B5EF4-FFF2-40B4-BE49-F238E27FC236}">
                  <a16:creationId xmlns:a16="http://schemas.microsoft.com/office/drawing/2014/main" xmlns="" id="{AB26FE47-791A-1E8A-F917-138450E2892D}"/>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gray">
            <a:xfrm>
              <a:off x="8280880" y="4144636"/>
              <a:ext cx="116173"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4239">
              <a:extLst>
                <a:ext uri="{FF2B5EF4-FFF2-40B4-BE49-F238E27FC236}">
                  <a16:creationId xmlns:a16="http://schemas.microsoft.com/office/drawing/2014/main" xmlns="" id="{69F1F84F-2D75-4B90-7C5D-68DCB55FC12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gray">
            <a:xfrm>
              <a:off x="8354924" y="4144636"/>
              <a:ext cx="52342"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4240">
              <a:extLst>
                <a:ext uri="{FF2B5EF4-FFF2-40B4-BE49-F238E27FC236}">
                  <a16:creationId xmlns:a16="http://schemas.microsoft.com/office/drawing/2014/main" xmlns="" id="{C4E4F382-424B-C0C0-5326-BDF4C2566936}"/>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gray">
            <a:xfrm>
              <a:off x="8278327" y="4144636"/>
              <a:ext cx="85534" cy="3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4241">
              <a:extLst>
                <a:ext uri="{FF2B5EF4-FFF2-40B4-BE49-F238E27FC236}">
                  <a16:creationId xmlns:a16="http://schemas.microsoft.com/office/drawing/2014/main" xmlns="" id="{B3C239C9-C784-5735-8635-0D4CFE58738A}"/>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gray">
            <a:xfrm>
              <a:off x="8391946" y="4131870"/>
              <a:ext cx="37022" cy="5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4242">
              <a:extLst>
                <a:ext uri="{FF2B5EF4-FFF2-40B4-BE49-F238E27FC236}">
                  <a16:creationId xmlns:a16="http://schemas.microsoft.com/office/drawing/2014/main" xmlns="" id="{54D1DA20-7E07-399A-B227-930DDAB62E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gray">
            <a:xfrm>
              <a:off x="8275773" y="4092295"/>
              <a:ext cx="126386" cy="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4243">
              <a:extLst>
                <a:ext uri="{FF2B5EF4-FFF2-40B4-BE49-F238E27FC236}">
                  <a16:creationId xmlns:a16="http://schemas.microsoft.com/office/drawing/2014/main" xmlns="" id="{5EA48D02-9E77-C568-213E-81981CCCF719}"/>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gray">
            <a:xfrm>
              <a:off x="8275773" y="4122934"/>
              <a:ext cx="126386" cy="3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563">
              <a:extLst>
                <a:ext uri="{FF2B5EF4-FFF2-40B4-BE49-F238E27FC236}">
                  <a16:creationId xmlns:a16="http://schemas.microsoft.com/office/drawing/2014/main" xmlns="" id="{05850304-44E0-AB01-A206-ED4EA8A02E15}"/>
                </a:ext>
              </a:extLst>
            </p:cNvPr>
            <p:cNvSpPr>
              <a:spLocks/>
            </p:cNvSpPr>
            <p:nvPr/>
          </p:nvSpPr>
          <p:spPr bwMode="gray">
            <a:xfrm>
              <a:off x="8534486" y="4531475"/>
              <a:ext cx="1940" cy="38802"/>
            </a:xfrm>
            <a:custGeom>
              <a:avLst/>
              <a:gdLst>
                <a:gd name="T0" fmla="*/ 1 w 1"/>
                <a:gd name="T1" fmla="*/ 20 h 20"/>
                <a:gd name="T2" fmla="*/ 0 w 1"/>
                <a:gd name="T3" fmla="*/ 20 h 20"/>
                <a:gd name="T4" fmla="*/ 0 w 1"/>
                <a:gd name="T5" fmla="*/ 0 h 20"/>
                <a:gd name="T6" fmla="*/ 0 w 1"/>
                <a:gd name="T7" fmla="*/ 1 h 20"/>
                <a:gd name="T8" fmla="*/ 1 w 1"/>
                <a:gd name="T9" fmla="*/ 20 h 20"/>
              </a:gdLst>
              <a:ahLst/>
              <a:cxnLst>
                <a:cxn ang="0">
                  <a:pos x="T0" y="T1"/>
                </a:cxn>
                <a:cxn ang="0">
                  <a:pos x="T2" y="T3"/>
                </a:cxn>
                <a:cxn ang="0">
                  <a:pos x="T4" y="T5"/>
                </a:cxn>
                <a:cxn ang="0">
                  <a:pos x="T6" y="T7"/>
                </a:cxn>
                <a:cxn ang="0">
                  <a:pos x="T8" y="T9"/>
                </a:cxn>
              </a:cxnLst>
              <a:rect l="0" t="0" r="r" b="b"/>
              <a:pathLst>
                <a:path w="1" h="20">
                  <a:moveTo>
                    <a:pt x="1" y="20"/>
                  </a:moveTo>
                  <a:lnTo>
                    <a:pt x="0" y="20"/>
                  </a:lnTo>
                  <a:lnTo>
                    <a:pt x="0" y="0"/>
                  </a:lnTo>
                  <a:lnTo>
                    <a:pt x="0" y="1"/>
                  </a:lnTo>
                  <a:lnTo>
                    <a:pt x="1" y="20"/>
                  </a:lnTo>
                  <a:close/>
                </a:path>
              </a:pathLst>
            </a:custGeom>
            <a:solidFill>
              <a:srgbClr val="DFDF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2" name="Freeform 601">
              <a:extLst>
                <a:ext uri="{FF2B5EF4-FFF2-40B4-BE49-F238E27FC236}">
                  <a16:creationId xmlns:a16="http://schemas.microsoft.com/office/drawing/2014/main" xmlns="" id="{F0D8D87E-5C42-602D-EFF7-B4169FD6FB36}"/>
                </a:ext>
              </a:extLst>
            </p:cNvPr>
            <p:cNvSpPr>
              <a:spLocks/>
            </p:cNvSpPr>
            <p:nvPr/>
          </p:nvSpPr>
          <p:spPr bwMode="gray">
            <a:xfrm>
              <a:off x="8548066" y="4407311"/>
              <a:ext cx="65962" cy="67902"/>
            </a:xfrm>
            <a:custGeom>
              <a:avLst/>
              <a:gdLst>
                <a:gd name="T0" fmla="*/ 0 w 143"/>
                <a:gd name="T1" fmla="*/ 25 h 147"/>
                <a:gd name="T2" fmla="*/ 10 w 143"/>
                <a:gd name="T3" fmla="*/ 84 h 147"/>
                <a:gd name="T4" fmla="*/ 27 w 143"/>
                <a:gd name="T5" fmla="*/ 102 h 147"/>
                <a:gd name="T6" fmla="*/ 91 w 143"/>
                <a:gd name="T7" fmla="*/ 121 h 147"/>
                <a:gd name="T8" fmla="*/ 128 w 143"/>
                <a:gd name="T9" fmla="*/ 147 h 147"/>
                <a:gd name="T10" fmla="*/ 143 w 143"/>
                <a:gd name="T11" fmla="*/ 81 h 147"/>
                <a:gd name="T12" fmla="*/ 125 w 143"/>
                <a:gd name="T13" fmla="*/ 73 h 147"/>
                <a:gd name="T14" fmla="*/ 101 w 143"/>
                <a:gd name="T15" fmla="*/ 26 h 147"/>
                <a:gd name="T16" fmla="*/ 106 w 143"/>
                <a:gd name="T17" fmla="*/ 0 h 147"/>
                <a:gd name="T18" fmla="*/ 21 w 143"/>
                <a:gd name="T19" fmla="*/ 4 h 147"/>
                <a:gd name="T20" fmla="*/ 0 w 143"/>
                <a:gd name="T21" fmla="*/ 2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7">
                  <a:moveTo>
                    <a:pt x="0" y="25"/>
                  </a:moveTo>
                  <a:lnTo>
                    <a:pt x="10" y="84"/>
                  </a:lnTo>
                  <a:cubicBezTo>
                    <a:pt x="12" y="93"/>
                    <a:pt x="18" y="100"/>
                    <a:pt x="27" y="102"/>
                  </a:cubicBezTo>
                  <a:lnTo>
                    <a:pt x="91" y="121"/>
                  </a:lnTo>
                  <a:lnTo>
                    <a:pt x="128" y="147"/>
                  </a:lnTo>
                  <a:lnTo>
                    <a:pt x="143" y="81"/>
                  </a:lnTo>
                  <a:lnTo>
                    <a:pt x="125" y="73"/>
                  </a:lnTo>
                  <a:cubicBezTo>
                    <a:pt x="125" y="73"/>
                    <a:pt x="136" y="49"/>
                    <a:pt x="101" y="26"/>
                  </a:cubicBezTo>
                  <a:cubicBezTo>
                    <a:pt x="101" y="26"/>
                    <a:pt x="116" y="15"/>
                    <a:pt x="106" y="0"/>
                  </a:cubicBezTo>
                  <a:lnTo>
                    <a:pt x="21" y="4"/>
                  </a:lnTo>
                  <a:cubicBezTo>
                    <a:pt x="21" y="4"/>
                    <a:pt x="0" y="2"/>
                    <a:pt x="0" y="2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3" name="Freeform 602">
              <a:extLst>
                <a:ext uri="{FF2B5EF4-FFF2-40B4-BE49-F238E27FC236}">
                  <a16:creationId xmlns:a16="http://schemas.microsoft.com/office/drawing/2014/main" xmlns="" id="{7B3A13CB-8D17-CE0C-97D5-2A13CF2B573B}"/>
                </a:ext>
              </a:extLst>
            </p:cNvPr>
            <p:cNvSpPr>
              <a:spLocks/>
            </p:cNvSpPr>
            <p:nvPr/>
          </p:nvSpPr>
          <p:spPr bwMode="gray">
            <a:xfrm>
              <a:off x="8691629" y="4215249"/>
              <a:ext cx="300708" cy="405469"/>
            </a:xfrm>
            <a:custGeom>
              <a:avLst/>
              <a:gdLst>
                <a:gd name="T0" fmla="*/ 0 w 641"/>
                <a:gd name="T1" fmla="*/ 162 h 869"/>
                <a:gd name="T2" fmla="*/ 86 w 641"/>
                <a:gd name="T3" fmla="*/ 96 h 869"/>
                <a:gd name="T4" fmla="*/ 271 w 641"/>
                <a:gd name="T5" fmla="*/ 3 h 869"/>
                <a:gd name="T6" fmla="*/ 271 w 641"/>
                <a:gd name="T7" fmla="*/ 1 h 869"/>
                <a:gd name="T8" fmla="*/ 271 w 641"/>
                <a:gd name="T9" fmla="*/ 1 h 869"/>
                <a:gd name="T10" fmla="*/ 272 w 641"/>
                <a:gd name="T11" fmla="*/ 0 h 869"/>
                <a:gd name="T12" fmla="*/ 275 w 641"/>
                <a:gd name="T13" fmla="*/ 1 h 869"/>
                <a:gd name="T14" fmla="*/ 278 w 641"/>
                <a:gd name="T15" fmla="*/ 0 h 869"/>
                <a:gd name="T16" fmla="*/ 279 w 641"/>
                <a:gd name="T17" fmla="*/ 1 h 869"/>
                <a:gd name="T18" fmla="*/ 279 w 641"/>
                <a:gd name="T19" fmla="*/ 1 h 869"/>
                <a:gd name="T20" fmla="*/ 280 w 641"/>
                <a:gd name="T21" fmla="*/ 3 h 869"/>
                <a:gd name="T22" fmla="*/ 487 w 641"/>
                <a:gd name="T23" fmla="*/ 89 h 869"/>
                <a:gd name="T24" fmla="*/ 568 w 641"/>
                <a:gd name="T25" fmla="*/ 160 h 869"/>
                <a:gd name="T26" fmla="*/ 568 w 641"/>
                <a:gd name="T27" fmla="*/ 160 h 869"/>
                <a:gd name="T28" fmla="*/ 568 w 641"/>
                <a:gd name="T29" fmla="*/ 161 h 869"/>
                <a:gd name="T30" fmla="*/ 570 w 641"/>
                <a:gd name="T31" fmla="*/ 165 h 869"/>
                <a:gd name="T32" fmla="*/ 569 w 641"/>
                <a:gd name="T33" fmla="*/ 165 h 869"/>
                <a:gd name="T34" fmla="*/ 641 w 641"/>
                <a:gd name="T35" fmla="*/ 502 h 869"/>
                <a:gd name="T36" fmla="*/ 519 w 641"/>
                <a:gd name="T37" fmla="*/ 557 h 869"/>
                <a:gd name="T38" fmla="*/ 481 w 641"/>
                <a:gd name="T39" fmla="*/ 405 h 869"/>
                <a:gd name="T40" fmla="*/ 471 w 641"/>
                <a:gd name="T41" fmla="*/ 627 h 869"/>
                <a:gd name="T42" fmla="*/ 501 w 641"/>
                <a:gd name="T43" fmla="*/ 792 h 869"/>
                <a:gd name="T44" fmla="*/ 501 w 641"/>
                <a:gd name="T45" fmla="*/ 792 h 869"/>
                <a:gd name="T46" fmla="*/ 509 w 641"/>
                <a:gd name="T47" fmla="*/ 869 h 869"/>
                <a:gd name="T48" fmla="*/ 313 w 641"/>
                <a:gd name="T49" fmla="*/ 867 h 869"/>
                <a:gd name="T50" fmla="*/ 49 w 641"/>
                <a:gd name="T51" fmla="*/ 866 h 869"/>
                <a:gd name="T52" fmla="*/ 51 w 641"/>
                <a:gd name="T53" fmla="*/ 793 h 869"/>
                <a:gd name="T54" fmla="*/ 51 w 641"/>
                <a:gd name="T55" fmla="*/ 793 h 869"/>
                <a:gd name="T56" fmla="*/ 63 w 641"/>
                <a:gd name="T57" fmla="*/ 626 h 869"/>
                <a:gd name="T58" fmla="*/ 61 w 641"/>
                <a:gd name="T59" fmla="*/ 444 h 869"/>
                <a:gd name="T60" fmla="*/ 0 w 641"/>
                <a:gd name="T61" fmla="*/ 162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1" h="869">
                  <a:moveTo>
                    <a:pt x="0" y="162"/>
                  </a:moveTo>
                  <a:cubicBezTo>
                    <a:pt x="0" y="162"/>
                    <a:pt x="13" y="116"/>
                    <a:pt x="86" y="96"/>
                  </a:cubicBezTo>
                  <a:lnTo>
                    <a:pt x="271" y="3"/>
                  </a:lnTo>
                  <a:lnTo>
                    <a:pt x="271" y="1"/>
                  </a:lnTo>
                  <a:lnTo>
                    <a:pt x="271" y="1"/>
                  </a:lnTo>
                  <a:lnTo>
                    <a:pt x="272" y="0"/>
                  </a:lnTo>
                  <a:lnTo>
                    <a:pt x="275" y="1"/>
                  </a:lnTo>
                  <a:lnTo>
                    <a:pt x="278" y="0"/>
                  </a:lnTo>
                  <a:lnTo>
                    <a:pt x="279" y="1"/>
                  </a:lnTo>
                  <a:lnTo>
                    <a:pt x="279" y="1"/>
                  </a:lnTo>
                  <a:lnTo>
                    <a:pt x="280" y="3"/>
                  </a:lnTo>
                  <a:lnTo>
                    <a:pt x="487" y="89"/>
                  </a:lnTo>
                  <a:cubicBezTo>
                    <a:pt x="543" y="104"/>
                    <a:pt x="563" y="145"/>
                    <a:pt x="568" y="160"/>
                  </a:cubicBezTo>
                  <a:lnTo>
                    <a:pt x="568" y="160"/>
                  </a:lnTo>
                  <a:lnTo>
                    <a:pt x="568" y="161"/>
                  </a:lnTo>
                  <a:cubicBezTo>
                    <a:pt x="569" y="163"/>
                    <a:pt x="570" y="165"/>
                    <a:pt x="570" y="165"/>
                  </a:cubicBezTo>
                  <a:lnTo>
                    <a:pt x="569" y="165"/>
                  </a:lnTo>
                  <a:lnTo>
                    <a:pt x="641" y="502"/>
                  </a:lnTo>
                  <a:cubicBezTo>
                    <a:pt x="638" y="503"/>
                    <a:pt x="519" y="557"/>
                    <a:pt x="519" y="557"/>
                  </a:cubicBezTo>
                  <a:lnTo>
                    <a:pt x="481" y="405"/>
                  </a:lnTo>
                  <a:lnTo>
                    <a:pt x="471" y="627"/>
                  </a:lnTo>
                  <a:lnTo>
                    <a:pt x="501" y="792"/>
                  </a:lnTo>
                  <a:lnTo>
                    <a:pt x="501" y="792"/>
                  </a:lnTo>
                  <a:lnTo>
                    <a:pt x="509" y="869"/>
                  </a:lnTo>
                  <a:cubicBezTo>
                    <a:pt x="446" y="869"/>
                    <a:pt x="380" y="868"/>
                    <a:pt x="313" y="867"/>
                  </a:cubicBezTo>
                  <a:cubicBezTo>
                    <a:pt x="224" y="866"/>
                    <a:pt x="135" y="865"/>
                    <a:pt x="49" y="866"/>
                  </a:cubicBezTo>
                  <a:lnTo>
                    <a:pt x="51" y="793"/>
                  </a:lnTo>
                  <a:lnTo>
                    <a:pt x="51" y="793"/>
                  </a:lnTo>
                  <a:lnTo>
                    <a:pt x="63" y="626"/>
                  </a:lnTo>
                  <a:lnTo>
                    <a:pt x="61" y="444"/>
                  </a:lnTo>
                  <a:lnTo>
                    <a:pt x="0" y="162"/>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4" name="Freeform 603">
              <a:extLst>
                <a:ext uri="{FF2B5EF4-FFF2-40B4-BE49-F238E27FC236}">
                  <a16:creationId xmlns:a16="http://schemas.microsoft.com/office/drawing/2014/main" xmlns="" id="{16955382-9FEA-F5F1-25EE-EAA71D9D5704}"/>
                </a:ext>
              </a:extLst>
            </p:cNvPr>
            <p:cNvSpPr>
              <a:spLocks/>
            </p:cNvSpPr>
            <p:nvPr/>
          </p:nvSpPr>
          <p:spPr bwMode="gray">
            <a:xfrm>
              <a:off x="8683868" y="4611017"/>
              <a:ext cx="287126" cy="589772"/>
            </a:xfrm>
            <a:custGeom>
              <a:avLst/>
              <a:gdLst>
                <a:gd name="T0" fmla="*/ 2 w 615"/>
                <a:gd name="T1" fmla="*/ 682 h 1266"/>
                <a:gd name="T2" fmla="*/ 59 w 615"/>
                <a:gd name="T3" fmla="*/ 219 h 1266"/>
                <a:gd name="T4" fmla="*/ 67 w 615"/>
                <a:gd name="T5" fmla="*/ 2 h 1266"/>
                <a:gd name="T6" fmla="*/ 520 w 615"/>
                <a:gd name="T7" fmla="*/ 0 h 1266"/>
                <a:gd name="T8" fmla="*/ 529 w 615"/>
                <a:gd name="T9" fmla="*/ 220 h 1266"/>
                <a:gd name="T10" fmla="*/ 525 w 615"/>
                <a:gd name="T11" fmla="*/ 685 h 1266"/>
                <a:gd name="T12" fmla="*/ 615 w 615"/>
                <a:gd name="T13" fmla="*/ 1238 h 1266"/>
                <a:gd name="T14" fmla="*/ 518 w 615"/>
                <a:gd name="T15" fmla="*/ 1253 h 1266"/>
                <a:gd name="T16" fmla="*/ 372 w 615"/>
                <a:gd name="T17" fmla="*/ 698 h 1266"/>
                <a:gd name="T18" fmla="*/ 314 w 615"/>
                <a:gd name="T19" fmla="*/ 220 h 1266"/>
                <a:gd name="T20" fmla="*/ 303 w 615"/>
                <a:gd name="T21" fmla="*/ 220 h 1266"/>
                <a:gd name="T22" fmla="*/ 156 w 615"/>
                <a:gd name="T23" fmla="*/ 685 h 1266"/>
                <a:gd name="T24" fmla="*/ 94 w 615"/>
                <a:gd name="T25" fmla="*/ 1266 h 1266"/>
                <a:gd name="T26" fmla="*/ 0 w 615"/>
                <a:gd name="T27" fmla="*/ 1257 h 1266"/>
                <a:gd name="T28" fmla="*/ 2 w 615"/>
                <a:gd name="T29" fmla="*/ 68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1266">
                  <a:moveTo>
                    <a:pt x="2" y="682"/>
                  </a:moveTo>
                  <a:lnTo>
                    <a:pt x="59" y="219"/>
                  </a:lnTo>
                  <a:lnTo>
                    <a:pt x="67" y="2"/>
                  </a:lnTo>
                  <a:cubicBezTo>
                    <a:pt x="69" y="3"/>
                    <a:pt x="519" y="1"/>
                    <a:pt x="520" y="0"/>
                  </a:cubicBezTo>
                  <a:lnTo>
                    <a:pt x="529" y="220"/>
                  </a:lnTo>
                  <a:lnTo>
                    <a:pt x="525" y="685"/>
                  </a:lnTo>
                  <a:lnTo>
                    <a:pt x="615" y="1238"/>
                  </a:lnTo>
                  <a:lnTo>
                    <a:pt x="518" y="1253"/>
                  </a:lnTo>
                  <a:lnTo>
                    <a:pt x="372" y="698"/>
                  </a:lnTo>
                  <a:lnTo>
                    <a:pt x="314" y="220"/>
                  </a:lnTo>
                  <a:lnTo>
                    <a:pt x="303" y="220"/>
                  </a:lnTo>
                  <a:lnTo>
                    <a:pt x="156" y="685"/>
                  </a:lnTo>
                  <a:lnTo>
                    <a:pt x="94" y="1266"/>
                  </a:lnTo>
                  <a:lnTo>
                    <a:pt x="0" y="1257"/>
                  </a:lnTo>
                  <a:lnTo>
                    <a:pt x="2" y="682"/>
                  </a:lnTo>
                </a:path>
              </a:pathLst>
            </a:custGeom>
            <a:solidFill>
              <a:srgbClr val="83AC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5" name="Freeform 604">
              <a:extLst>
                <a:ext uri="{FF2B5EF4-FFF2-40B4-BE49-F238E27FC236}">
                  <a16:creationId xmlns:a16="http://schemas.microsoft.com/office/drawing/2014/main" xmlns="" id="{27461F48-6D5B-7B14-8E42-A6D51A5E1DBF}"/>
                </a:ext>
              </a:extLst>
            </p:cNvPr>
            <p:cNvSpPr>
              <a:spLocks/>
            </p:cNvSpPr>
            <p:nvPr/>
          </p:nvSpPr>
          <p:spPr bwMode="gray">
            <a:xfrm>
              <a:off x="8707150" y="4706079"/>
              <a:ext cx="153264" cy="494710"/>
            </a:xfrm>
            <a:custGeom>
              <a:avLst/>
              <a:gdLst>
                <a:gd name="T0" fmla="*/ 44 w 330"/>
                <a:gd name="T1" fmla="*/ 1060 h 1060"/>
                <a:gd name="T2" fmla="*/ 14 w 330"/>
                <a:gd name="T3" fmla="*/ 1056 h 1060"/>
                <a:gd name="T4" fmla="*/ 14 w 330"/>
                <a:gd name="T5" fmla="*/ 1056 h 1060"/>
                <a:gd name="T6" fmla="*/ 1 w 330"/>
                <a:gd name="T7" fmla="*/ 1054 h 1060"/>
                <a:gd name="T8" fmla="*/ 54 w 330"/>
                <a:gd name="T9" fmla="*/ 496 h 1060"/>
                <a:gd name="T10" fmla="*/ 248 w 330"/>
                <a:gd name="T11" fmla="*/ 2 h 1060"/>
                <a:gd name="T12" fmla="*/ 302 w 330"/>
                <a:gd name="T13" fmla="*/ 0 h 1060"/>
                <a:gd name="T14" fmla="*/ 330 w 330"/>
                <a:gd name="T15" fmla="*/ 2 h 1060"/>
                <a:gd name="T16" fmla="*/ 264 w 330"/>
                <a:gd name="T17" fmla="*/ 15 h 1060"/>
                <a:gd name="T18" fmla="*/ 253 w 330"/>
                <a:gd name="T19" fmla="*/ 15 h 1060"/>
                <a:gd name="T20" fmla="*/ 175 w 330"/>
                <a:gd name="T21" fmla="*/ 259 h 1060"/>
                <a:gd name="T22" fmla="*/ 106 w 330"/>
                <a:gd name="T23" fmla="*/ 480 h 1060"/>
                <a:gd name="T24" fmla="*/ 44 w 330"/>
                <a:gd name="T25" fmla="*/ 1060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060">
                  <a:moveTo>
                    <a:pt x="44" y="1060"/>
                  </a:moveTo>
                  <a:lnTo>
                    <a:pt x="14" y="1056"/>
                  </a:lnTo>
                  <a:lnTo>
                    <a:pt x="14" y="1056"/>
                  </a:lnTo>
                  <a:lnTo>
                    <a:pt x="1" y="1054"/>
                  </a:lnTo>
                  <a:cubicBezTo>
                    <a:pt x="0" y="1013"/>
                    <a:pt x="54" y="496"/>
                    <a:pt x="54" y="496"/>
                  </a:cubicBezTo>
                  <a:lnTo>
                    <a:pt x="248" y="2"/>
                  </a:lnTo>
                  <a:cubicBezTo>
                    <a:pt x="248" y="2"/>
                    <a:pt x="278" y="0"/>
                    <a:pt x="302" y="0"/>
                  </a:cubicBezTo>
                  <a:cubicBezTo>
                    <a:pt x="315" y="0"/>
                    <a:pt x="325" y="1"/>
                    <a:pt x="330" y="2"/>
                  </a:cubicBezTo>
                  <a:lnTo>
                    <a:pt x="264" y="15"/>
                  </a:lnTo>
                  <a:lnTo>
                    <a:pt x="253" y="15"/>
                  </a:lnTo>
                  <a:lnTo>
                    <a:pt x="175" y="259"/>
                  </a:lnTo>
                  <a:lnTo>
                    <a:pt x="106" y="480"/>
                  </a:lnTo>
                  <a:lnTo>
                    <a:pt x="44" y="1060"/>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6" name="Freeform 605">
              <a:extLst>
                <a:ext uri="{FF2B5EF4-FFF2-40B4-BE49-F238E27FC236}">
                  <a16:creationId xmlns:a16="http://schemas.microsoft.com/office/drawing/2014/main" xmlns="" id="{371C3516-73B5-5927-6585-344CCB52A487}"/>
                </a:ext>
              </a:extLst>
            </p:cNvPr>
            <p:cNvSpPr>
              <a:spLocks/>
            </p:cNvSpPr>
            <p:nvPr/>
          </p:nvSpPr>
          <p:spPr bwMode="gray">
            <a:xfrm>
              <a:off x="8740130" y="4609077"/>
              <a:ext cx="186243" cy="1940"/>
            </a:xfrm>
            <a:custGeom>
              <a:avLst/>
              <a:gdLst>
                <a:gd name="T0" fmla="*/ 9 w 397"/>
                <a:gd name="T1" fmla="*/ 7 h 7"/>
                <a:gd name="T2" fmla="*/ 0 w 397"/>
                <a:gd name="T3" fmla="*/ 7 h 7"/>
                <a:gd name="T4" fmla="*/ 173 w 397"/>
                <a:gd name="T5" fmla="*/ 0 h 7"/>
                <a:gd name="T6" fmla="*/ 327 w 397"/>
                <a:gd name="T7" fmla="*/ 3 h 7"/>
                <a:gd name="T8" fmla="*/ 397 w 397"/>
                <a:gd name="T9" fmla="*/ 5 h 7"/>
                <a:gd name="T10" fmla="*/ 397 w 397"/>
                <a:gd name="T11" fmla="*/ 5 h 7"/>
                <a:gd name="T12" fmla="*/ 9 w 39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397" h="7">
                  <a:moveTo>
                    <a:pt x="9" y="7"/>
                  </a:moveTo>
                  <a:lnTo>
                    <a:pt x="0" y="7"/>
                  </a:lnTo>
                  <a:cubicBezTo>
                    <a:pt x="45" y="2"/>
                    <a:pt x="109" y="0"/>
                    <a:pt x="173" y="0"/>
                  </a:cubicBezTo>
                  <a:cubicBezTo>
                    <a:pt x="229" y="0"/>
                    <a:pt x="285" y="1"/>
                    <a:pt x="327" y="3"/>
                  </a:cubicBezTo>
                  <a:cubicBezTo>
                    <a:pt x="369" y="4"/>
                    <a:pt x="397" y="5"/>
                    <a:pt x="397" y="5"/>
                  </a:cubicBezTo>
                  <a:lnTo>
                    <a:pt x="397" y="5"/>
                  </a:lnTo>
                  <a:cubicBezTo>
                    <a:pt x="396" y="6"/>
                    <a:pt x="134" y="7"/>
                    <a:pt x="9" y="7"/>
                  </a:cubicBezTo>
                </a:path>
              </a:pathLst>
            </a:custGeom>
            <a:solidFill>
              <a:srgbClr val="3F3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7" name="Freeform 606">
              <a:extLst>
                <a:ext uri="{FF2B5EF4-FFF2-40B4-BE49-F238E27FC236}">
                  <a16:creationId xmlns:a16="http://schemas.microsoft.com/office/drawing/2014/main" xmlns="" id="{07B51CAA-205B-6F09-793D-EE834DFC5609}"/>
                </a:ext>
              </a:extLst>
            </p:cNvPr>
            <p:cNvSpPr>
              <a:spLocks/>
            </p:cNvSpPr>
            <p:nvPr/>
          </p:nvSpPr>
          <p:spPr bwMode="gray">
            <a:xfrm>
              <a:off x="8712970" y="4611017"/>
              <a:ext cx="258026" cy="580073"/>
            </a:xfrm>
            <a:custGeom>
              <a:avLst/>
              <a:gdLst>
                <a:gd name="T0" fmla="*/ 502 w 550"/>
                <a:gd name="T1" fmla="*/ 1245 h 1245"/>
                <a:gd name="T2" fmla="*/ 502 w 550"/>
                <a:gd name="T3" fmla="*/ 1242 h 1245"/>
                <a:gd name="T4" fmla="*/ 433 w 550"/>
                <a:gd name="T5" fmla="*/ 691 h 1245"/>
                <a:gd name="T6" fmla="*/ 418 w 550"/>
                <a:gd name="T7" fmla="*/ 48 h 1245"/>
                <a:gd name="T8" fmla="*/ 1 w 550"/>
                <a:gd name="T9" fmla="*/ 20 h 1245"/>
                <a:gd name="T10" fmla="*/ 58 w 550"/>
                <a:gd name="T11" fmla="*/ 2 h 1245"/>
                <a:gd name="T12" fmla="*/ 67 w 550"/>
                <a:gd name="T13" fmla="*/ 2 h 1245"/>
                <a:gd name="T14" fmla="*/ 455 w 550"/>
                <a:gd name="T15" fmla="*/ 0 h 1245"/>
                <a:gd name="T16" fmla="*/ 455 w 550"/>
                <a:gd name="T17" fmla="*/ 0 h 1245"/>
                <a:gd name="T18" fmla="*/ 464 w 550"/>
                <a:gd name="T19" fmla="*/ 220 h 1245"/>
                <a:gd name="T20" fmla="*/ 462 w 550"/>
                <a:gd name="T21" fmla="*/ 464 h 1245"/>
                <a:gd name="T22" fmla="*/ 460 w 550"/>
                <a:gd name="T23" fmla="*/ 685 h 1245"/>
                <a:gd name="T24" fmla="*/ 550 w 550"/>
                <a:gd name="T25" fmla="*/ 1237 h 1245"/>
                <a:gd name="T26" fmla="*/ 513 w 550"/>
                <a:gd name="T27" fmla="*/ 1243 h 1245"/>
                <a:gd name="T28" fmla="*/ 513 w 550"/>
                <a:gd name="T29" fmla="*/ 1243 h 1245"/>
                <a:gd name="T30" fmla="*/ 502 w 550"/>
                <a:gd name="T31" fmla="*/ 1245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0" h="1245">
                  <a:moveTo>
                    <a:pt x="502" y="1245"/>
                  </a:moveTo>
                  <a:lnTo>
                    <a:pt x="502" y="1242"/>
                  </a:lnTo>
                  <a:cubicBezTo>
                    <a:pt x="505" y="1235"/>
                    <a:pt x="449" y="785"/>
                    <a:pt x="433" y="691"/>
                  </a:cubicBezTo>
                  <a:lnTo>
                    <a:pt x="418" y="48"/>
                  </a:lnTo>
                  <a:cubicBezTo>
                    <a:pt x="418" y="48"/>
                    <a:pt x="0" y="30"/>
                    <a:pt x="1" y="20"/>
                  </a:cubicBezTo>
                  <a:cubicBezTo>
                    <a:pt x="5" y="12"/>
                    <a:pt x="27" y="6"/>
                    <a:pt x="58" y="2"/>
                  </a:cubicBezTo>
                  <a:lnTo>
                    <a:pt x="67" y="2"/>
                  </a:lnTo>
                  <a:cubicBezTo>
                    <a:pt x="192" y="2"/>
                    <a:pt x="454" y="1"/>
                    <a:pt x="455" y="0"/>
                  </a:cubicBezTo>
                  <a:lnTo>
                    <a:pt x="455" y="0"/>
                  </a:lnTo>
                  <a:lnTo>
                    <a:pt x="464" y="220"/>
                  </a:lnTo>
                  <a:lnTo>
                    <a:pt x="462" y="464"/>
                  </a:lnTo>
                  <a:lnTo>
                    <a:pt x="460" y="685"/>
                  </a:lnTo>
                  <a:lnTo>
                    <a:pt x="550" y="1237"/>
                  </a:lnTo>
                  <a:lnTo>
                    <a:pt x="513" y="1243"/>
                  </a:lnTo>
                  <a:lnTo>
                    <a:pt x="513" y="1243"/>
                  </a:lnTo>
                  <a:lnTo>
                    <a:pt x="502" y="1245"/>
                  </a:lnTo>
                </a:path>
              </a:pathLst>
            </a:custGeom>
            <a:solidFill>
              <a:srgbClr val="7599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98" name="Freeform 608">
              <a:extLst>
                <a:ext uri="{FF2B5EF4-FFF2-40B4-BE49-F238E27FC236}">
                  <a16:creationId xmlns:a16="http://schemas.microsoft.com/office/drawing/2014/main" xmlns="" id="{81DCA0C8-C104-C7EE-AFCA-8F1C901FE1F8}"/>
                </a:ext>
              </a:extLst>
            </p:cNvPr>
            <p:cNvSpPr>
              <a:spLocks/>
            </p:cNvSpPr>
            <p:nvPr/>
          </p:nvSpPr>
          <p:spPr bwMode="gray">
            <a:xfrm>
              <a:off x="8844892" y="5187209"/>
              <a:ext cx="143563" cy="67902"/>
            </a:xfrm>
            <a:custGeom>
              <a:avLst/>
              <a:gdLst>
                <a:gd name="T0" fmla="*/ 304 w 308"/>
                <a:gd name="T1" fmla="*/ 108 h 144"/>
                <a:gd name="T2" fmla="*/ 142 w 308"/>
                <a:gd name="T3" fmla="*/ 144 h 144"/>
                <a:gd name="T4" fmla="*/ 8 w 308"/>
                <a:gd name="T5" fmla="*/ 141 h 144"/>
                <a:gd name="T6" fmla="*/ 39 w 308"/>
                <a:gd name="T7" fmla="*/ 100 h 144"/>
                <a:gd name="T8" fmla="*/ 101 w 308"/>
                <a:gd name="T9" fmla="*/ 79 h 144"/>
                <a:gd name="T10" fmla="*/ 176 w 308"/>
                <a:gd name="T11" fmla="*/ 17 h 144"/>
                <a:gd name="T12" fmla="*/ 274 w 308"/>
                <a:gd name="T13" fmla="*/ 0 h 144"/>
                <a:gd name="T14" fmla="*/ 304 w 308"/>
                <a:gd name="T15" fmla="*/ 108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144">
                  <a:moveTo>
                    <a:pt x="304" y="108"/>
                  </a:moveTo>
                  <a:lnTo>
                    <a:pt x="142" y="144"/>
                  </a:lnTo>
                  <a:lnTo>
                    <a:pt x="8" y="141"/>
                  </a:lnTo>
                  <a:cubicBezTo>
                    <a:pt x="8" y="141"/>
                    <a:pt x="0" y="105"/>
                    <a:pt x="39" y="100"/>
                  </a:cubicBezTo>
                  <a:cubicBezTo>
                    <a:pt x="39" y="100"/>
                    <a:pt x="97" y="83"/>
                    <a:pt x="101" y="79"/>
                  </a:cubicBezTo>
                  <a:lnTo>
                    <a:pt x="176" y="17"/>
                  </a:lnTo>
                  <a:lnTo>
                    <a:pt x="274" y="0"/>
                  </a:lnTo>
                  <a:cubicBezTo>
                    <a:pt x="274" y="0"/>
                    <a:pt x="308" y="53"/>
                    <a:pt x="304" y="108"/>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99" name="Freeform 609">
              <a:extLst>
                <a:ext uri="{FF2B5EF4-FFF2-40B4-BE49-F238E27FC236}">
                  <a16:creationId xmlns:a16="http://schemas.microsoft.com/office/drawing/2014/main" xmlns="" id="{C868526C-A13E-7667-D193-A8658CD7B686}"/>
                </a:ext>
              </a:extLst>
            </p:cNvPr>
            <p:cNvSpPr>
              <a:spLocks/>
            </p:cNvSpPr>
            <p:nvPr/>
          </p:nvSpPr>
          <p:spPr bwMode="gray">
            <a:xfrm>
              <a:off x="8953535" y="5189148"/>
              <a:ext cx="17461" cy="1940"/>
            </a:xfrm>
            <a:custGeom>
              <a:avLst/>
              <a:gdLst>
                <a:gd name="T0" fmla="*/ 0 w 9"/>
                <a:gd name="T1" fmla="*/ 1 h 1"/>
                <a:gd name="T2" fmla="*/ 0 w 9"/>
                <a:gd name="T3" fmla="*/ 1 h 1"/>
                <a:gd name="T4" fmla="*/ 9 w 9"/>
                <a:gd name="T5" fmla="*/ 0 h 1"/>
                <a:gd name="T6" fmla="*/ 0 w 9"/>
                <a:gd name="T7" fmla="*/ 1 h 1"/>
              </a:gdLst>
              <a:ahLst/>
              <a:cxnLst>
                <a:cxn ang="0">
                  <a:pos x="T0" y="T1"/>
                </a:cxn>
                <a:cxn ang="0">
                  <a:pos x="T2" y="T3"/>
                </a:cxn>
                <a:cxn ang="0">
                  <a:pos x="T4" y="T5"/>
                </a:cxn>
                <a:cxn ang="0">
                  <a:pos x="T6" y="T7"/>
                </a:cxn>
              </a:cxnLst>
              <a:rect l="0" t="0" r="r" b="b"/>
              <a:pathLst>
                <a:path w="9" h="1">
                  <a:moveTo>
                    <a:pt x="0" y="1"/>
                  </a:moveTo>
                  <a:lnTo>
                    <a:pt x="0" y="1"/>
                  </a:lnTo>
                  <a:lnTo>
                    <a:pt x="9" y="0"/>
                  </a:lnTo>
                  <a:lnTo>
                    <a:pt x="0"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0" name="Freeform 610">
              <a:extLst>
                <a:ext uri="{FF2B5EF4-FFF2-40B4-BE49-F238E27FC236}">
                  <a16:creationId xmlns:a16="http://schemas.microsoft.com/office/drawing/2014/main" xmlns="" id="{E0A7E4B0-04D0-8DC4-B961-747E7DCA26DD}"/>
                </a:ext>
              </a:extLst>
            </p:cNvPr>
            <p:cNvSpPr>
              <a:spLocks/>
            </p:cNvSpPr>
            <p:nvPr/>
          </p:nvSpPr>
          <p:spPr bwMode="gray">
            <a:xfrm>
              <a:off x="8947715" y="5187209"/>
              <a:ext cx="38802" cy="60143"/>
            </a:xfrm>
            <a:custGeom>
              <a:avLst/>
              <a:gdLst>
                <a:gd name="T0" fmla="*/ 0 w 84"/>
                <a:gd name="T1" fmla="*/ 126 h 126"/>
                <a:gd name="T2" fmla="*/ 26 w 84"/>
                <a:gd name="T3" fmla="*/ 75 h 126"/>
                <a:gd name="T4" fmla="*/ 14 w 84"/>
                <a:gd name="T5" fmla="*/ 7 h 126"/>
                <a:gd name="T6" fmla="*/ 51 w 84"/>
                <a:gd name="T7" fmla="*/ 1 h 126"/>
                <a:gd name="T8" fmla="*/ 54 w 84"/>
                <a:gd name="T9" fmla="*/ 0 h 126"/>
                <a:gd name="T10" fmla="*/ 84 w 84"/>
                <a:gd name="T11" fmla="*/ 98 h 126"/>
                <a:gd name="T12" fmla="*/ 84 w 84"/>
                <a:gd name="T13" fmla="*/ 108 h 126"/>
                <a:gd name="T14" fmla="*/ 84 w 84"/>
                <a:gd name="T15" fmla="*/ 108 h 126"/>
                <a:gd name="T16" fmla="*/ 0 w 84"/>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126">
                  <a:moveTo>
                    <a:pt x="0" y="126"/>
                  </a:moveTo>
                  <a:cubicBezTo>
                    <a:pt x="12" y="113"/>
                    <a:pt x="20" y="96"/>
                    <a:pt x="26" y="75"/>
                  </a:cubicBezTo>
                  <a:cubicBezTo>
                    <a:pt x="34" y="47"/>
                    <a:pt x="28" y="24"/>
                    <a:pt x="14" y="7"/>
                  </a:cubicBezTo>
                  <a:lnTo>
                    <a:pt x="51" y="1"/>
                  </a:lnTo>
                  <a:lnTo>
                    <a:pt x="54" y="0"/>
                  </a:lnTo>
                  <a:cubicBezTo>
                    <a:pt x="54" y="0"/>
                    <a:pt x="84" y="47"/>
                    <a:pt x="84" y="98"/>
                  </a:cubicBezTo>
                  <a:cubicBezTo>
                    <a:pt x="84" y="101"/>
                    <a:pt x="84" y="104"/>
                    <a:pt x="84" y="108"/>
                  </a:cubicBezTo>
                  <a:lnTo>
                    <a:pt x="84" y="108"/>
                  </a:lnTo>
                  <a:lnTo>
                    <a:pt x="0" y="126"/>
                  </a:ln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1" name="Freeform 611">
              <a:extLst>
                <a:ext uri="{FF2B5EF4-FFF2-40B4-BE49-F238E27FC236}">
                  <a16:creationId xmlns:a16="http://schemas.microsoft.com/office/drawing/2014/main" xmlns="" id="{BAF18B8F-F1E5-DFB8-7B9C-631231C4ABEB}"/>
                </a:ext>
              </a:extLst>
            </p:cNvPr>
            <p:cNvSpPr>
              <a:spLocks/>
            </p:cNvSpPr>
            <p:nvPr/>
          </p:nvSpPr>
          <p:spPr bwMode="gray">
            <a:xfrm>
              <a:off x="8590747" y="5194968"/>
              <a:ext cx="145503" cy="58201"/>
            </a:xfrm>
            <a:custGeom>
              <a:avLst/>
              <a:gdLst>
                <a:gd name="T0" fmla="*/ 292 w 313"/>
                <a:gd name="T1" fmla="*/ 125 h 125"/>
                <a:gd name="T2" fmla="*/ 127 w 313"/>
                <a:gd name="T3" fmla="*/ 111 h 125"/>
                <a:gd name="T4" fmla="*/ 0 w 313"/>
                <a:gd name="T5" fmla="*/ 68 h 125"/>
                <a:gd name="T6" fmla="*/ 42 w 313"/>
                <a:gd name="T7" fmla="*/ 38 h 125"/>
                <a:gd name="T8" fmla="*/ 107 w 313"/>
                <a:gd name="T9" fmla="*/ 37 h 125"/>
                <a:gd name="T10" fmla="*/ 198 w 313"/>
                <a:gd name="T11" fmla="*/ 0 h 125"/>
                <a:gd name="T12" fmla="*/ 296 w 313"/>
                <a:gd name="T13" fmla="*/ 13 h 125"/>
                <a:gd name="T14" fmla="*/ 292 w 313"/>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 h="125">
                  <a:moveTo>
                    <a:pt x="292" y="125"/>
                  </a:moveTo>
                  <a:lnTo>
                    <a:pt x="127" y="111"/>
                  </a:lnTo>
                  <a:lnTo>
                    <a:pt x="0" y="68"/>
                  </a:lnTo>
                  <a:cubicBezTo>
                    <a:pt x="0" y="68"/>
                    <a:pt x="4" y="31"/>
                    <a:pt x="42" y="38"/>
                  </a:cubicBezTo>
                  <a:cubicBezTo>
                    <a:pt x="42" y="38"/>
                    <a:pt x="103" y="39"/>
                    <a:pt x="107" y="37"/>
                  </a:cubicBezTo>
                  <a:lnTo>
                    <a:pt x="198" y="0"/>
                  </a:lnTo>
                  <a:lnTo>
                    <a:pt x="296" y="13"/>
                  </a:lnTo>
                  <a:cubicBezTo>
                    <a:pt x="296" y="13"/>
                    <a:pt x="313" y="75"/>
                    <a:pt x="292" y="125"/>
                  </a:cubicBezTo>
                </a:path>
              </a:pathLst>
            </a:custGeom>
            <a:solidFill>
              <a:srgbClr val="2B1A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2" name="Freeform 612">
              <a:extLst>
                <a:ext uri="{FF2B5EF4-FFF2-40B4-BE49-F238E27FC236}">
                  <a16:creationId xmlns:a16="http://schemas.microsoft.com/office/drawing/2014/main" xmlns="" id="{E3237C70-DC57-4F73-7ACF-39A9AAEB66DA}"/>
                </a:ext>
              </a:extLst>
            </p:cNvPr>
            <p:cNvSpPr>
              <a:spLocks noEditPoints="1"/>
            </p:cNvSpPr>
            <p:nvPr/>
          </p:nvSpPr>
          <p:spPr bwMode="gray">
            <a:xfrm>
              <a:off x="8681930" y="5200789"/>
              <a:ext cx="54322" cy="52382"/>
            </a:xfrm>
            <a:custGeom>
              <a:avLst/>
              <a:gdLst>
                <a:gd name="T0" fmla="*/ 95 w 116"/>
                <a:gd name="T1" fmla="*/ 112 h 112"/>
                <a:gd name="T2" fmla="*/ 0 w 116"/>
                <a:gd name="T3" fmla="*/ 104 h 112"/>
                <a:gd name="T4" fmla="*/ 0 w 116"/>
                <a:gd name="T5" fmla="*/ 104 h 112"/>
                <a:gd name="T6" fmla="*/ 95 w 116"/>
                <a:gd name="T7" fmla="*/ 112 h 112"/>
                <a:gd name="T8" fmla="*/ 99 w 116"/>
                <a:gd name="T9" fmla="*/ 1 h 112"/>
                <a:gd name="T10" fmla="*/ 95 w 116"/>
                <a:gd name="T11" fmla="*/ 112 h 112"/>
                <a:gd name="T12" fmla="*/ 99 w 116"/>
                <a:gd name="T13" fmla="*/ 0 h 112"/>
                <a:gd name="T14" fmla="*/ 96 w 116"/>
                <a:gd name="T15" fmla="*/ 0 h 112"/>
                <a:gd name="T16" fmla="*/ 99 w 116"/>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2">
                  <a:moveTo>
                    <a:pt x="95" y="112"/>
                  </a:moveTo>
                  <a:lnTo>
                    <a:pt x="0" y="104"/>
                  </a:lnTo>
                  <a:lnTo>
                    <a:pt x="0" y="104"/>
                  </a:lnTo>
                  <a:lnTo>
                    <a:pt x="95" y="112"/>
                  </a:lnTo>
                  <a:cubicBezTo>
                    <a:pt x="116" y="63"/>
                    <a:pt x="100" y="4"/>
                    <a:pt x="99" y="1"/>
                  </a:cubicBezTo>
                  <a:cubicBezTo>
                    <a:pt x="100" y="4"/>
                    <a:pt x="116" y="63"/>
                    <a:pt x="95" y="112"/>
                  </a:cubicBezTo>
                  <a:moveTo>
                    <a:pt x="99" y="0"/>
                  </a:moveTo>
                  <a:lnTo>
                    <a:pt x="96" y="0"/>
                  </a:lnTo>
                  <a:lnTo>
                    <a:pt x="99" y="0"/>
                  </a:lnTo>
                </a:path>
              </a:pathLst>
            </a:custGeom>
            <a:solidFill>
              <a:srgbClr val="C8C6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3" name="Freeform 613">
              <a:extLst>
                <a:ext uri="{FF2B5EF4-FFF2-40B4-BE49-F238E27FC236}">
                  <a16:creationId xmlns:a16="http://schemas.microsoft.com/office/drawing/2014/main" xmlns="" id="{C95A8AB8-34D7-E421-C148-18FB57B76536}"/>
                </a:ext>
              </a:extLst>
            </p:cNvPr>
            <p:cNvSpPr>
              <a:spLocks/>
            </p:cNvSpPr>
            <p:nvPr/>
          </p:nvSpPr>
          <p:spPr bwMode="gray">
            <a:xfrm>
              <a:off x="8712970" y="5198849"/>
              <a:ext cx="13582" cy="1940"/>
            </a:xfrm>
            <a:custGeom>
              <a:avLst/>
              <a:gdLst>
                <a:gd name="T0" fmla="*/ 7 w 7"/>
                <a:gd name="T1" fmla="*/ 1 h 1"/>
                <a:gd name="T2" fmla="*/ 0 w 7"/>
                <a:gd name="T3" fmla="*/ 0 h 1"/>
                <a:gd name="T4" fmla="*/ 0 w 7"/>
                <a:gd name="T5" fmla="*/ 0 h 1"/>
                <a:gd name="T6" fmla="*/ 7 w 7"/>
                <a:gd name="T7" fmla="*/ 1 h 1"/>
              </a:gdLst>
              <a:ahLst/>
              <a:cxnLst>
                <a:cxn ang="0">
                  <a:pos x="T0" y="T1"/>
                </a:cxn>
                <a:cxn ang="0">
                  <a:pos x="T2" y="T3"/>
                </a:cxn>
                <a:cxn ang="0">
                  <a:pos x="T4" y="T5"/>
                </a:cxn>
                <a:cxn ang="0">
                  <a:pos x="T6" y="T7"/>
                </a:cxn>
              </a:cxnLst>
              <a:rect l="0" t="0" r="r" b="b"/>
              <a:pathLst>
                <a:path w="7" h="1">
                  <a:moveTo>
                    <a:pt x="7" y="1"/>
                  </a:moveTo>
                  <a:lnTo>
                    <a:pt x="0" y="0"/>
                  </a:lnTo>
                  <a:lnTo>
                    <a:pt x="0" y="0"/>
                  </a:lnTo>
                  <a:lnTo>
                    <a:pt x="7" y="1"/>
                  </a:lnTo>
                  <a:close/>
                </a:path>
              </a:pathLst>
            </a:custGeom>
            <a:solidFill>
              <a:srgbClr val="6888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4" name="Freeform 614">
              <a:extLst>
                <a:ext uri="{FF2B5EF4-FFF2-40B4-BE49-F238E27FC236}">
                  <a16:creationId xmlns:a16="http://schemas.microsoft.com/office/drawing/2014/main" xmlns="" id="{E2359F9B-736B-5385-7F35-57E92177D7F4}"/>
                </a:ext>
              </a:extLst>
            </p:cNvPr>
            <p:cNvSpPr>
              <a:spLocks/>
            </p:cNvSpPr>
            <p:nvPr/>
          </p:nvSpPr>
          <p:spPr bwMode="gray">
            <a:xfrm>
              <a:off x="8681930" y="5198849"/>
              <a:ext cx="54322" cy="54322"/>
            </a:xfrm>
            <a:custGeom>
              <a:avLst/>
              <a:gdLst>
                <a:gd name="T0" fmla="*/ 95 w 115"/>
                <a:gd name="T1" fmla="*/ 116 h 116"/>
                <a:gd name="T2" fmla="*/ 0 w 115"/>
                <a:gd name="T3" fmla="*/ 108 h 116"/>
                <a:gd name="T4" fmla="*/ 57 w 115"/>
                <a:gd name="T5" fmla="*/ 33 h 116"/>
                <a:gd name="T6" fmla="*/ 66 w 115"/>
                <a:gd name="T7" fmla="*/ 0 h 116"/>
                <a:gd name="T8" fmla="*/ 96 w 115"/>
                <a:gd name="T9" fmla="*/ 4 h 116"/>
                <a:gd name="T10" fmla="*/ 99 w 115"/>
                <a:gd name="T11" fmla="*/ 4 h 116"/>
                <a:gd name="T12" fmla="*/ 99 w 115"/>
                <a:gd name="T13" fmla="*/ 5 h 116"/>
                <a:gd name="T14" fmla="*/ 95 w 115"/>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6">
                  <a:moveTo>
                    <a:pt x="95" y="116"/>
                  </a:moveTo>
                  <a:lnTo>
                    <a:pt x="0" y="108"/>
                  </a:lnTo>
                  <a:cubicBezTo>
                    <a:pt x="24" y="87"/>
                    <a:pt x="44" y="62"/>
                    <a:pt x="57" y="33"/>
                  </a:cubicBezTo>
                  <a:cubicBezTo>
                    <a:pt x="62" y="22"/>
                    <a:pt x="65" y="11"/>
                    <a:pt x="66" y="0"/>
                  </a:cubicBezTo>
                  <a:lnTo>
                    <a:pt x="96" y="4"/>
                  </a:lnTo>
                  <a:lnTo>
                    <a:pt x="99" y="4"/>
                  </a:lnTo>
                  <a:cubicBezTo>
                    <a:pt x="99" y="4"/>
                    <a:pt x="99" y="5"/>
                    <a:pt x="99" y="5"/>
                  </a:cubicBezTo>
                  <a:cubicBezTo>
                    <a:pt x="100" y="8"/>
                    <a:pt x="115" y="67"/>
                    <a:pt x="95" y="116"/>
                  </a:cubicBezTo>
                </a:path>
              </a:pathLst>
            </a:custGeom>
            <a:solidFill>
              <a:srgbClr val="2617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mj-lt"/>
                <a:ea typeface="+mn-ea"/>
                <a:cs typeface="+mn-cs"/>
              </a:endParaRPr>
            </a:p>
          </p:txBody>
        </p:sp>
        <p:sp>
          <p:nvSpPr>
            <p:cNvPr id="105" name="Freeform 615">
              <a:extLst>
                <a:ext uri="{FF2B5EF4-FFF2-40B4-BE49-F238E27FC236}">
                  <a16:creationId xmlns:a16="http://schemas.microsoft.com/office/drawing/2014/main" xmlns="" id="{3107C1EA-7F3E-ED2B-877E-B9FE82B92955}"/>
                </a:ext>
              </a:extLst>
            </p:cNvPr>
            <p:cNvSpPr>
              <a:spLocks/>
            </p:cNvSpPr>
            <p:nvPr/>
          </p:nvSpPr>
          <p:spPr bwMode="gray">
            <a:xfrm>
              <a:off x="8749830" y="4096908"/>
              <a:ext cx="118343" cy="124162"/>
            </a:xfrm>
            <a:custGeom>
              <a:avLst/>
              <a:gdLst>
                <a:gd name="T0" fmla="*/ 246 w 255"/>
                <a:gd name="T1" fmla="*/ 0 h 265"/>
                <a:gd name="T2" fmla="*/ 251 w 255"/>
                <a:gd name="T3" fmla="*/ 116 h 265"/>
                <a:gd name="T4" fmla="*/ 129 w 255"/>
                <a:gd name="T5" fmla="*/ 261 h 265"/>
                <a:gd name="T6" fmla="*/ 8 w 255"/>
                <a:gd name="T7" fmla="*/ 153 h 265"/>
                <a:gd name="T8" fmla="*/ 0 w 255"/>
                <a:gd name="T9" fmla="*/ 14 h 265"/>
                <a:gd name="T10" fmla="*/ 246 w 255"/>
                <a:gd name="T11" fmla="*/ 0 h 265"/>
              </a:gdLst>
              <a:ahLst/>
              <a:cxnLst>
                <a:cxn ang="0">
                  <a:pos x="T0" y="T1"/>
                </a:cxn>
                <a:cxn ang="0">
                  <a:pos x="T2" y="T3"/>
                </a:cxn>
                <a:cxn ang="0">
                  <a:pos x="T4" y="T5"/>
                </a:cxn>
                <a:cxn ang="0">
                  <a:pos x="T6" y="T7"/>
                </a:cxn>
                <a:cxn ang="0">
                  <a:pos x="T8" y="T9"/>
                </a:cxn>
                <a:cxn ang="0">
                  <a:pos x="T10" y="T11"/>
                </a:cxn>
              </a:cxnLst>
              <a:rect l="0" t="0" r="r" b="b"/>
              <a:pathLst>
                <a:path w="255" h="265">
                  <a:moveTo>
                    <a:pt x="246" y="0"/>
                  </a:moveTo>
                  <a:lnTo>
                    <a:pt x="251" y="116"/>
                  </a:lnTo>
                  <a:cubicBezTo>
                    <a:pt x="255" y="179"/>
                    <a:pt x="192" y="257"/>
                    <a:pt x="129" y="261"/>
                  </a:cubicBezTo>
                  <a:cubicBezTo>
                    <a:pt x="66" y="265"/>
                    <a:pt x="11" y="216"/>
                    <a:pt x="8" y="153"/>
                  </a:cubicBezTo>
                  <a:lnTo>
                    <a:pt x="0" y="14"/>
                  </a:lnTo>
                  <a:lnTo>
                    <a:pt x="246" y="0"/>
                  </a:ln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6" name="Freeform 616">
              <a:extLst>
                <a:ext uri="{FF2B5EF4-FFF2-40B4-BE49-F238E27FC236}">
                  <a16:creationId xmlns:a16="http://schemas.microsoft.com/office/drawing/2014/main" xmlns="" id="{115038D6-CBB0-E27A-92FF-03D04B421615}"/>
                </a:ext>
              </a:extLst>
            </p:cNvPr>
            <p:cNvSpPr>
              <a:spLocks/>
            </p:cNvSpPr>
            <p:nvPr/>
          </p:nvSpPr>
          <p:spPr bwMode="gray">
            <a:xfrm>
              <a:off x="8788632" y="4172569"/>
              <a:ext cx="64021" cy="69842"/>
            </a:xfrm>
            <a:custGeom>
              <a:avLst/>
              <a:gdLst>
                <a:gd name="T0" fmla="*/ 137 w 137"/>
                <a:gd name="T1" fmla="*/ 105 h 149"/>
                <a:gd name="T2" fmla="*/ 137 w 137"/>
                <a:gd name="T3" fmla="*/ 26 h 149"/>
                <a:gd name="T4" fmla="*/ 111 w 137"/>
                <a:gd name="T5" fmla="*/ 0 h 149"/>
                <a:gd name="T6" fmla="*/ 25 w 137"/>
                <a:gd name="T7" fmla="*/ 0 h 149"/>
                <a:gd name="T8" fmla="*/ 0 w 137"/>
                <a:gd name="T9" fmla="*/ 26 h 149"/>
                <a:gd name="T10" fmla="*/ 0 w 137"/>
                <a:gd name="T11" fmla="*/ 114 h 149"/>
                <a:gd name="T12" fmla="*/ 137 w 137"/>
                <a:gd name="T13" fmla="*/ 105 h 149"/>
              </a:gdLst>
              <a:ahLst/>
              <a:cxnLst>
                <a:cxn ang="0">
                  <a:pos x="T0" y="T1"/>
                </a:cxn>
                <a:cxn ang="0">
                  <a:pos x="T2" y="T3"/>
                </a:cxn>
                <a:cxn ang="0">
                  <a:pos x="T4" y="T5"/>
                </a:cxn>
                <a:cxn ang="0">
                  <a:pos x="T6" y="T7"/>
                </a:cxn>
                <a:cxn ang="0">
                  <a:pos x="T8" y="T9"/>
                </a:cxn>
                <a:cxn ang="0">
                  <a:pos x="T10" y="T11"/>
                </a:cxn>
                <a:cxn ang="0">
                  <a:pos x="T12" y="T13"/>
                </a:cxn>
              </a:cxnLst>
              <a:rect l="0" t="0" r="r" b="b"/>
              <a:pathLst>
                <a:path w="137" h="149">
                  <a:moveTo>
                    <a:pt x="137" y="105"/>
                  </a:moveTo>
                  <a:lnTo>
                    <a:pt x="137" y="26"/>
                  </a:lnTo>
                  <a:cubicBezTo>
                    <a:pt x="137" y="12"/>
                    <a:pt x="125" y="0"/>
                    <a:pt x="111" y="0"/>
                  </a:cubicBezTo>
                  <a:lnTo>
                    <a:pt x="25" y="0"/>
                  </a:lnTo>
                  <a:cubicBezTo>
                    <a:pt x="11" y="0"/>
                    <a:pt x="0" y="12"/>
                    <a:pt x="0" y="26"/>
                  </a:cubicBezTo>
                  <a:lnTo>
                    <a:pt x="0" y="114"/>
                  </a:lnTo>
                  <a:cubicBezTo>
                    <a:pt x="0" y="149"/>
                    <a:pt x="137" y="145"/>
                    <a:pt x="137" y="105"/>
                  </a:cubicBezTo>
                </a:path>
              </a:pathLst>
            </a:custGeom>
            <a:solidFill>
              <a:srgbClr val="E7A8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7" name="Rectangle 617">
              <a:extLst>
                <a:ext uri="{FF2B5EF4-FFF2-40B4-BE49-F238E27FC236}">
                  <a16:creationId xmlns:a16="http://schemas.microsoft.com/office/drawing/2014/main" xmlns="" id="{566E787A-3735-FC79-E4E4-B491A4CA1BD9}"/>
                </a:ext>
              </a:extLst>
            </p:cNvPr>
            <p:cNvSpPr>
              <a:spLocks noChangeArrowheads="1"/>
            </p:cNvSpPr>
            <p:nvPr/>
          </p:nvSpPr>
          <p:spPr bwMode="gray">
            <a:xfrm>
              <a:off x="8711028" y="4599377"/>
              <a:ext cx="219226" cy="21341"/>
            </a:xfrm>
            <a:prstGeom prst="rect">
              <a:avLst/>
            </a:prstGeom>
            <a:solidFill>
              <a:srgbClr val="3435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8" name="Freeform 618">
              <a:extLst>
                <a:ext uri="{FF2B5EF4-FFF2-40B4-BE49-F238E27FC236}">
                  <a16:creationId xmlns:a16="http://schemas.microsoft.com/office/drawing/2014/main" xmlns="" id="{EE1C834A-BE58-6DD9-E782-EAC6AF5E3E51}"/>
                </a:ext>
              </a:extLst>
            </p:cNvPr>
            <p:cNvSpPr>
              <a:spLocks/>
            </p:cNvSpPr>
            <p:nvPr/>
          </p:nvSpPr>
          <p:spPr bwMode="gray">
            <a:xfrm>
              <a:off x="8734310" y="4048406"/>
              <a:ext cx="137744" cy="153264"/>
            </a:xfrm>
            <a:custGeom>
              <a:avLst/>
              <a:gdLst>
                <a:gd name="T0" fmla="*/ 295 w 297"/>
                <a:gd name="T1" fmla="*/ 193 h 330"/>
                <a:gd name="T2" fmla="*/ 290 w 297"/>
                <a:gd name="T3" fmla="*/ 103 h 330"/>
                <a:gd name="T4" fmla="*/ 176 w 297"/>
                <a:gd name="T5" fmla="*/ 21 h 330"/>
                <a:gd name="T6" fmla="*/ 0 w 297"/>
                <a:gd name="T7" fmla="*/ 31 h 330"/>
                <a:gd name="T8" fmla="*/ 34 w 297"/>
                <a:gd name="T9" fmla="*/ 119 h 330"/>
                <a:gd name="T10" fmla="*/ 56 w 297"/>
                <a:gd name="T11" fmla="*/ 139 h 330"/>
                <a:gd name="T12" fmla="*/ 60 w 297"/>
                <a:gd name="T13" fmla="*/ 213 h 330"/>
                <a:gd name="T14" fmla="*/ 187 w 297"/>
                <a:gd name="T15" fmla="*/ 326 h 330"/>
                <a:gd name="T16" fmla="*/ 243 w 297"/>
                <a:gd name="T17" fmla="*/ 323 h 330"/>
                <a:gd name="T18" fmla="*/ 295 w 297"/>
                <a:gd name="T19" fmla="*/ 19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330">
                  <a:moveTo>
                    <a:pt x="295" y="193"/>
                  </a:moveTo>
                  <a:lnTo>
                    <a:pt x="290" y="103"/>
                  </a:lnTo>
                  <a:cubicBezTo>
                    <a:pt x="284" y="0"/>
                    <a:pt x="176" y="21"/>
                    <a:pt x="176" y="21"/>
                  </a:cubicBezTo>
                  <a:lnTo>
                    <a:pt x="0" y="31"/>
                  </a:lnTo>
                  <a:cubicBezTo>
                    <a:pt x="5" y="119"/>
                    <a:pt x="34" y="119"/>
                    <a:pt x="34" y="119"/>
                  </a:cubicBezTo>
                  <a:cubicBezTo>
                    <a:pt x="46" y="118"/>
                    <a:pt x="56" y="127"/>
                    <a:pt x="56" y="139"/>
                  </a:cubicBezTo>
                  <a:lnTo>
                    <a:pt x="60" y="213"/>
                  </a:lnTo>
                  <a:cubicBezTo>
                    <a:pt x="63" y="279"/>
                    <a:pt x="120" y="330"/>
                    <a:pt x="187" y="326"/>
                  </a:cubicBezTo>
                  <a:lnTo>
                    <a:pt x="243" y="323"/>
                  </a:lnTo>
                  <a:cubicBezTo>
                    <a:pt x="297" y="292"/>
                    <a:pt x="295" y="193"/>
                    <a:pt x="295" y="193"/>
                  </a:cubicBezTo>
                </a:path>
              </a:pathLst>
            </a:custGeom>
            <a:solidFill>
              <a:srgbClr val="C39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09" name="Freeform 619">
              <a:extLst>
                <a:ext uri="{FF2B5EF4-FFF2-40B4-BE49-F238E27FC236}">
                  <a16:creationId xmlns:a16="http://schemas.microsoft.com/office/drawing/2014/main" xmlns="" id="{AA0DE79A-007A-494C-8598-FE7149CB4452}"/>
                </a:ext>
              </a:extLst>
            </p:cNvPr>
            <p:cNvSpPr>
              <a:spLocks/>
            </p:cNvSpPr>
            <p:nvPr/>
          </p:nvSpPr>
          <p:spPr bwMode="gray">
            <a:xfrm>
              <a:off x="8776990" y="4217189"/>
              <a:ext cx="85362" cy="31041"/>
            </a:xfrm>
            <a:custGeom>
              <a:avLst/>
              <a:gdLst>
                <a:gd name="T0" fmla="*/ 14 w 182"/>
                <a:gd name="T1" fmla="*/ 8 h 69"/>
                <a:gd name="T2" fmla="*/ 163 w 182"/>
                <a:gd name="T3" fmla="*/ 0 h 69"/>
                <a:gd name="T4" fmla="*/ 182 w 182"/>
                <a:gd name="T5" fmla="*/ 33 h 69"/>
                <a:gd name="T6" fmla="*/ 108 w 182"/>
                <a:gd name="T7" fmla="*/ 61 h 69"/>
                <a:gd name="T8" fmla="*/ 0 w 182"/>
                <a:gd name="T9" fmla="*/ 44 h 69"/>
                <a:gd name="T10" fmla="*/ 14 w 182"/>
                <a:gd name="T11" fmla="*/ 8 h 69"/>
              </a:gdLst>
              <a:ahLst/>
              <a:cxnLst>
                <a:cxn ang="0">
                  <a:pos x="T0" y="T1"/>
                </a:cxn>
                <a:cxn ang="0">
                  <a:pos x="T2" y="T3"/>
                </a:cxn>
                <a:cxn ang="0">
                  <a:pos x="T4" y="T5"/>
                </a:cxn>
                <a:cxn ang="0">
                  <a:pos x="T6" y="T7"/>
                </a:cxn>
                <a:cxn ang="0">
                  <a:pos x="T8" y="T9"/>
                </a:cxn>
                <a:cxn ang="0">
                  <a:pos x="T10" y="T11"/>
                </a:cxn>
              </a:cxnLst>
              <a:rect l="0" t="0" r="r" b="b"/>
              <a:pathLst>
                <a:path w="182" h="69">
                  <a:moveTo>
                    <a:pt x="14" y="8"/>
                  </a:moveTo>
                  <a:cubicBezTo>
                    <a:pt x="14" y="8"/>
                    <a:pt x="84" y="31"/>
                    <a:pt x="163" y="0"/>
                  </a:cubicBezTo>
                  <a:lnTo>
                    <a:pt x="182" y="33"/>
                  </a:lnTo>
                  <a:cubicBezTo>
                    <a:pt x="182" y="33"/>
                    <a:pt x="167" y="54"/>
                    <a:pt x="108" y="61"/>
                  </a:cubicBezTo>
                  <a:cubicBezTo>
                    <a:pt x="49" y="69"/>
                    <a:pt x="0" y="44"/>
                    <a:pt x="0" y="44"/>
                  </a:cubicBezTo>
                  <a:lnTo>
                    <a:pt x="14" y="8"/>
                  </a:lnTo>
                </a:path>
              </a:pathLst>
            </a:custGeom>
            <a:solidFill>
              <a:srgbClr val="E6E2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0" name="Freeform 620">
              <a:extLst>
                <a:ext uri="{FF2B5EF4-FFF2-40B4-BE49-F238E27FC236}">
                  <a16:creationId xmlns:a16="http://schemas.microsoft.com/office/drawing/2014/main" xmlns="" id="{E243D7FF-FE1F-B536-F7F6-B6DB163BA144}"/>
                </a:ext>
              </a:extLst>
            </p:cNvPr>
            <p:cNvSpPr>
              <a:spLocks/>
            </p:cNvSpPr>
            <p:nvPr/>
          </p:nvSpPr>
          <p:spPr bwMode="gray">
            <a:xfrm>
              <a:off x="8660589" y="4290912"/>
              <a:ext cx="98942" cy="211465"/>
            </a:xfrm>
            <a:custGeom>
              <a:avLst/>
              <a:gdLst>
                <a:gd name="T0" fmla="*/ 16 w 51"/>
                <a:gd name="T1" fmla="*/ 0 h 109"/>
                <a:gd name="T2" fmla="*/ 0 w 51"/>
                <a:gd name="T3" fmla="*/ 95 h 109"/>
                <a:gd name="T4" fmla="*/ 26 w 51"/>
                <a:gd name="T5" fmla="*/ 109 h 109"/>
                <a:gd name="T6" fmla="*/ 51 w 51"/>
                <a:gd name="T7" fmla="*/ 49 h 109"/>
                <a:gd name="T8" fmla="*/ 16 w 51"/>
                <a:gd name="T9" fmla="*/ 0 h 109"/>
              </a:gdLst>
              <a:ahLst/>
              <a:cxnLst>
                <a:cxn ang="0">
                  <a:pos x="T0" y="T1"/>
                </a:cxn>
                <a:cxn ang="0">
                  <a:pos x="T2" y="T3"/>
                </a:cxn>
                <a:cxn ang="0">
                  <a:pos x="T4" y="T5"/>
                </a:cxn>
                <a:cxn ang="0">
                  <a:pos x="T6" y="T7"/>
                </a:cxn>
                <a:cxn ang="0">
                  <a:pos x="T8" y="T9"/>
                </a:cxn>
              </a:cxnLst>
              <a:rect l="0" t="0" r="r" b="b"/>
              <a:pathLst>
                <a:path w="51" h="109">
                  <a:moveTo>
                    <a:pt x="16" y="0"/>
                  </a:moveTo>
                  <a:lnTo>
                    <a:pt x="0" y="95"/>
                  </a:lnTo>
                  <a:lnTo>
                    <a:pt x="26" y="109"/>
                  </a:lnTo>
                  <a:lnTo>
                    <a:pt x="51" y="49"/>
                  </a:lnTo>
                  <a:lnTo>
                    <a:pt x="16" y="0"/>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1" name="Freeform 621">
              <a:extLst>
                <a:ext uri="{FF2B5EF4-FFF2-40B4-BE49-F238E27FC236}">
                  <a16:creationId xmlns:a16="http://schemas.microsoft.com/office/drawing/2014/main" xmlns="" id="{9A98DDDF-7BB1-2E65-8ACD-887138753B37}"/>
                </a:ext>
              </a:extLst>
            </p:cNvPr>
            <p:cNvSpPr>
              <a:spLocks/>
            </p:cNvSpPr>
            <p:nvPr/>
          </p:nvSpPr>
          <p:spPr bwMode="gray">
            <a:xfrm>
              <a:off x="8908913" y="4442234"/>
              <a:ext cx="83422" cy="60143"/>
            </a:xfrm>
            <a:custGeom>
              <a:avLst/>
              <a:gdLst>
                <a:gd name="T0" fmla="*/ 2 w 43"/>
                <a:gd name="T1" fmla="*/ 31 h 31"/>
                <a:gd name="T2" fmla="*/ 20 w 43"/>
                <a:gd name="T3" fmla="*/ 31 h 31"/>
                <a:gd name="T4" fmla="*/ 43 w 43"/>
                <a:gd name="T5" fmla="*/ 4 h 31"/>
                <a:gd name="T6" fmla="*/ 18 w 43"/>
                <a:gd name="T7" fmla="*/ 0 h 31"/>
                <a:gd name="T8" fmla="*/ 0 w 43"/>
                <a:gd name="T9" fmla="*/ 0 h 31"/>
                <a:gd name="T10" fmla="*/ 2 w 43"/>
                <a:gd name="T11" fmla="*/ 31 h 31"/>
              </a:gdLst>
              <a:ahLst/>
              <a:cxnLst>
                <a:cxn ang="0">
                  <a:pos x="T0" y="T1"/>
                </a:cxn>
                <a:cxn ang="0">
                  <a:pos x="T2" y="T3"/>
                </a:cxn>
                <a:cxn ang="0">
                  <a:pos x="T4" y="T5"/>
                </a:cxn>
                <a:cxn ang="0">
                  <a:pos x="T6" y="T7"/>
                </a:cxn>
                <a:cxn ang="0">
                  <a:pos x="T8" y="T9"/>
                </a:cxn>
                <a:cxn ang="0">
                  <a:pos x="T10" y="T11"/>
                </a:cxn>
              </a:cxnLst>
              <a:rect l="0" t="0" r="r" b="b"/>
              <a:pathLst>
                <a:path w="43" h="31">
                  <a:moveTo>
                    <a:pt x="2" y="31"/>
                  </a:moveTo>
                  <a:lnTo>
                    <a:pt x="20" y="31"/>
                  </a:lnTo>
                  <a:lnTo>
                    <a:pt x="43" y="4"/>
                  </a:lnTo>
                  <a:lnTo>
                    <a:pt x="18" y="0"/>
                  </a:lnTo>
                  <a:lnTo>
                    <a:pt x="0" y="0"/>
                  </a:lnTo>
                  <a:lnTo>
                    <a:pt x="2" y="31"/>
                  </a:lnTo>
                  <a:close/>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2" name="Freeform 622">
              <a:extLst>
                <a:ext uri="{FF2B5EF4-FFF2-40B4-BE49-F238E27FC236}">
                  <a16:creationId xmlns:a16="http://schemas.microsoft.com/office/drawing/2014/main" xmlns="" id="{90EFEBA1-7AE6-1210-71C8-D8EEF066D0DF}"/>
                </a:ext>
              </a:extLst>
            </p:cNvPr>
            <p:cNvSpPr>
              <a:spLocks/>
            </p:cNvSpPr>
            <p:nvPr/>
          </p:nvSpPr>
          <p:spPr bwMode="gray">
            <a:xfrm>
              <a:off x="8943834" y="4449995"/>
              <a:ext cx="48501" cy="58201"/>
            </a:xfrm>
            <a:custGeom>
              <a:avLst/>
              <a:gdLst>
                <a:gd name="T0" fmla="*/ 8 w 102"/>
                <a:gd name="T1" fmla="*/ 110 h 124"/>
                <a:gd name="T2" fmla="*/ 100 w 102"/>
                <a:gd name="T3" fmla="*/ 0 h 124"/>
                <a:gd name="T4" fmla="*/ 8 w 102"/>
                <a:gd name="T5" fmla="*/ 110 h 124"/>
              </a:gdLst>
              <a:ahLst/>
              <a:cxnLst>
                <a:cxn ang="0">
                  <a:pos x="T0" y="T1"/>
                </a:cxn>
                <a:cxn ang="0">
                  <a:pos x="T2" y="T3"/>
                </a:cxn>
                <a:cxn ang="0">
                  <a:pos x="T4" y="T5"/>
                </a:cxn>
              </a:cxnLst>
              <a:rect l="0" t="0" r="r" b="b"/>
              <a:pathLst>
                <a:path w="102" h="124">
                  <a:moveTo>
                    <a:pt x="8" y="110"/>
                  </a:moveTo>
                  <a:cubicBezTo>
                    <a:pt x="8" y="110"/>
                    <a:pt x="102" y="124"/>
                    <a:pt x="100" y="0"/>
                  </a:cubicBezTo>
                  <a:cubicBezTo>
                    <a:pt x="100" y="0"/>
                    <a:pt x="0" y="110"/>
                    <a:pt x="8" y="110"/>
                  </a:cubicBez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3" name="Freeform 623">
              <a:extLst>
                <a:ext uri="{FF2B5EF4-FFF2-40B4-BE49-F238E27FC236}">
                  <a16:creationId xmlns:a16="http://schemas.microsoft.com/office/drawing/2014/main" xmlns="" id="{66101F23-C19A-57E3-E694-D8DBCD237B80}"/>
                </a:ext>
              </a:extLst>
            </p:cNvPr>
            <p:cNvSpPr>
              <a:spLocks/>
            </p:cNvSpPr>
            <p:nvPr/>
          </p:nvSpPr>
          <p:spPr bwMode="gray">
            <a:xfrm>
              <a:off x="8650889" y="4502375"/>
              <a:ext cx="60143" cy="19401"/>
            </a:xfrm>
            <a:custGeom>
              <a:avLst/>
              <a:gdLst>
                <a:gd name="T0" fmla="*/ 0 w 128"/>
                <a:gd name="T1" fmla="*/ 0 h 43"/>
                <a:gd name="T2" fmla="*/ 128 w 128"/>
                <a:gd name="T3" fmla="*/ 0 h 43"/>
                <a:gd name="T4" fmla="*/ 0 w 128"/>
                <a:gd name="T5" fmla="*/ 0 h 43"/>
              </a:gdLst>
              <a:ahLst/>
              <a:cxnLst>
                <a:cxn ang="0">
                  <a:pos x="T0" y="T1"/>
                </a:cxn>
                <a:cxn ang="0">
                  <a:pos x="T2" y="T3"/>
                </a:cxn>
                <a:cxn ang="0">
                  <a:pos x="T4" y="T5"/>
                </a:cxn>
              </a:cxnLst>
              <a:rect l="0" t="0" r="r" b="b"/>
              <a:pathLst>
                <a:path w="128" h="43">
                  <a:moveTo>
                    <a:pt x="0" y="0"/>
                  </a:moveTo>
                  <a:cubicBezTo>
                    <a:pt x="0" y="0"/>
                    <a:pt x="102" y="43"/>
                    <a:pt x="128" y="0"/>
                  </a:cubicBezTo>
                  <a:lnTo>
                    <a:pt x="0" y="0"/>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4" name="Freeform 624">
              <a:extLst>
                <a:ext uri="{FF2B5EF4-FFF2-40B4-BE49-F238E27FC236}">
                  <a16:creationId xmlns:a16="http://schemas.microsoft.com/office/drawing/2014/main" xmlns="" id="{AC579FBB-1592-CFA1-45B6-3D00D6232934}"/>
                </a:ext>
              </a:extLst>
            </p:cNvPr>
            <p:cNvSpPr>
              <a:spLocks/>
            </p:cNvSpPr>
            <p:nvPr/>
          </p:nvSpPr>
          <p:spPr bwMode="gray">
            <a:xfrm>
              <a:off x="8592687" y="4438354"/>
              <a:ext cx="118343" cy="65962"/>
            </a:xfrm>
            <a:custGeom>
              <a:avLst/>
              <a:gdLst>
                <a:gd name="T0" fmla="*/ 252 w 252"/>
                <a:gd name="T1" fmla="*/ 134 h 139"/>
                <a:gd name="T2" fmla="*/ 135 w 252"/>
                <a:gd name="T3" fmla="*/ 139 h 139"/>
                <a:gd name="T4" fmla="*/ 0 w 252"/>
                <a:gd name="T5" fmla="*/ 80 h 139"/>
                <a:gd name="T6" fmla="*/ 12 w 252"/>
                <a:gd name="T7" fmla="*/ 31 h 139"/>
                <a:gd name="T8" fmla="*/ 45 w 252"/>
                <a:gd name="T9" fmla="*/ 0 h 139"/>
                <a:gd name="T10" fmla="*/ 159 w 252"/>
                <a:gd name="T11" fmla="*/ 11 h 139"/>
                <a:gd name="T12" fmla="*/ 252 w 252"/>
                <a:gd name="T13" fmla="*/ 134 h 139"/>
              </a:gdLst>
              <a:ahLst/>
              <a:cxnLst>
                <a:cxn ang="0">
                  <a:pos x="T0" y="T1"/>
                </a:cxn>
                <a:cxn ang="0">
                  <a:pos x="T2" y="T3"/>
                </a:cxn>
                <a:cxn ang="0">
                  <a:pos x="T4" y="T5"/>
                </a:cxn>
                <a:cxn ang="0">
                  <a:pos x="T6" y="T7"/>
                </a:cxn>
                <a:cxn ang="0">
                  <a:pos x="T8" y="T9"/>
                </a:cxn>
                <a:cxn ang="0">
                  <a:pos x="T10" y="T11"/>
                </a:cxn>
                <a:cxn ang="0">
                  <a:pos x="T12" y="T13"/>
                </a:cxn>
              </a:cxnLst>
              <a:rect l="0" t="0" r="r" b="b"/>
              <a:pathLst>
                <a:path w="252" h="139">
                  <a:moveTo>
                    <a:pt x="252" y="134"/>
                  </a:moveTo>
                  <a:lnTo>
                    <a:pt x="135" y="139"/>
                  </a:lnTo>
                  <a:lnTo>
                    <a:pt x="0" y="80"/>
                  </a:lnTo>
                  <a:cubicBezTo>
                    <a:pt x="0" y="80"/>
                    <a:pt x="0" y="52"/>
                    <a:pt x="12" y="31"/>
                  </a:cubicBezTo>
                  <a:cubicBezTo>
                    <a:pt x="24" y="11"/>
                    <a:pt x="45" y="0"/>
                    <a:pt x="45" y="0"/>
                  </a:cubicBezTo>
                  <a:lnTo>
                    <a:pt x="159" y="11"/>
                  </a:lnTo>
                  <a:lnTo>
                    <a:pt x="252" y="134"/>
                  </a:lnTo>
                </a:path>
              </a:pathLst>
            </a:custGeom>
            <a:solidFill>
              <a:srgbClr val="4744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15" name="Freeform 625">
              <a:extLst>
                <a:ext uri="{FF2B5EF4-FFF2-40B4-BE49-F238E27FC236}">
                  <a16:creationId xmlns:a16="http://schemas.microsoft.com/office/drawing/2014/main" xmlns="" id="{A101E360-DFDB-B011-FD98-707BEF74C60A}"/>
                </a:ext>
              </a:extLst>
            </p:cNvPr>
            <p:cNvSpPr>
              <a:spLocks/>
            </p:cNvSpPr>
            <p:nvPr/>
          </p:nvSpPr>
          <p:spPr bwMode="gray">
            <a:xfrm>
              <a:off x="8518966" y="4346645"/>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xmlns="" id="{C6613BD9-A9E0-281A-7F5D-BF6E23111AF7}"/>
                </a:ext>
              </a:extLst>
            </p:cNvPr>
            <p:cNvGrpSpPr/>
            <p:nvPr/>
          </p:nvGrpSpPr>
          <p:grpSpPr bwMode="gray">
            <a:xfrm>
              <a:off x="7852753" y="4738806"/>
              <a:ext cx="360465" cy="363331"/>
              <a:chOff x="2901092" y="-707724"/>
              <a:chExt cx="265665" cy="267777"/>
            </a:xfrm>
            <a:solidFill>
              <a:schemeClr val="bg1"/>
            </a:solidFill>
          </p:grpSpPr>
          <p:sp>
            <p:nvSpPr>
              <p:cNvPr id="119" name="Rectangle 291">
                <a:extLst>
                  <a:ext uri="{FF2B5EF4-FFF2-40B4-BE49-F238E27FC236}">
                    <a16:creationId xmlns:a16="http://schemas.microsoft.com/office/drawing/2014/main" xmlns="" id="{D57DA060-0E74-C5E4-530E-0C7B4D60E848}"/>
                  </a:ext>
                </a:extLst>
              </p:cNvPr>
              <p:cNvSpPr>
                <a:spLocks noChangeArrowheads="1"/>
              </p:cNvSpPr>
              <p:nvPr/>
            </p:nvSpPr>
            <p:spPr bwMode="gray">
              <a:xfrm rot="5400000" flipH="1">
                <a:off x="3050481" y="-472362"/>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0" name="Freeform 292">
                <a:extLst>
                  <a:ext uri="{FF2B5EF4-FFF2-40B4-BE49-F238E27FC236}">
                    <a16:creationId xmlns:a16="http://schemas.microsoft.com/office/drawing/2014/main" xmlns="" id="{E4CD16C0-CA52-18EB-83F5-B1629F119160}"/>
                  </a:ext>
                </a:extLst>
              </p:cNvPr>
              <p:cNvSpPr>
                <a:spLocks noEditPoints="1"/>
              </p:cNvSpPr>
              <p:nvPr/>
            </p:nvSpPr>
            <p:spPr bwMode="gray">
              <a:xfrm rot="5400000" flipH="1">
                <a:off x="3071977" y="-536841"/>
                <a:ext cx="74696" cy="75401"/>
              </a:xfrm>
              <a:custGeom>
                <a:avLst/>
                <a:gdLst>
                  <a:gd name="T0" fmla="*/ 408 w 2854"/>
                  <a:gd name="T1" fmla="*/ 408 h 2854"/>
                  <a:gd name="T2" fmla="*/ 2445 w 2854"/>
                  <a:gd name="T3" fmla="*/ 408 h 2854"/>
                  <a:gd name="T4" fmla="*/ 2445 w 2854"/>
                  <a:gd name="T5" fmla="*/ 2447 h 2854"/>
                  <a:gd name="T6" fmla="*/ 408 w 2854"/>
                  <a:gd name="T7" fmla="*/ 2447 h 2854"/>
                  <a:gd name="T8" fmla="*/ 408 w 2854"/>
                  <a:gd name="T9" fmla="*/ 408 h 2854"/>
                  <a:gd name="T10" fmla="*/ 815 w 2854"/>
                  <a:gd name="T11" fmla="*/ 2854 h 2854"/>
                  <a:gd name="T12" fmla="*/ 2854 w 2854"/>
                  <a:gd name="T13" fmla="*/ 2854 h 2854"/>
                  <a:gd name="T14" fmla="*/ 2854 w 2854"/>
                  <a:gd name="T15" fmla="*/ 0 h 2854"/>
                  <a:gd name="T16" fmla="*/ 0 w 2854"/>
                  <a:gd name="T17" fmla="*/ 0 h 2854"/>
                  <a:gd name="T18" fmla="*/ 0 w 2854"/>
                  <a:gd name="T19" fmla="*/ 2854 h 2854"/>
                  <a:gd name="T20" fmla="*/ 815 w 2854"/>
                  <a:gd name="T21" fmla="*/ 2854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408" y="408"/>
                    </a:moveTo>
                    <a:lnTo>
                      <a:pt x="2445" y="408"/>
                    </a:lnTo>
                    <a:lnTo>
                      <a:pt x="2445" y="2447"/>
                    </a:lnTo>
                    <a:lnTo>
                      <a:pt x="408" y="2447"/>
                    </a:lnTo>
                    <a:lnTo>
                      <a:pt x="408" y="408"/>
                    </a:lnTo>
                    <a:close/>
                    <a:moveTo>
                      <a:pt x="815" y="2854"/>
                    </a:moveTo>
                    <a:lnTo>
                      <a:pt x="2854" y="2854"/>
                    </a:lnTo>
                    <a:lnTo>
                      <a:pt x="2854" y="0"/>
                    </a:lnTo>
                    <a:lnTo>
                      <a:pt x="0" y="0"/>
                    </a:lnTo>
                    <a:lnTo>
                      <a:pt x="0" y="2854"/>
                    </a:lnTo>
                    <a:lnTo>
                      <a:pt x="815" y="285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1" name="Freeform 293">
                <a:extLst>
                  <a:ext uri="{FF2B5EF4-FFF2-40B4-BE49-F238E27FC236}">
                    <a16:creationId xmlns:a16="http://schemas.microsoft.com/office/drawing/2014/main" xmlns="" id="{ECDBF572-D9FE-B334-544E-7A65BDA15394}"/>
                  </a:ext>
                </a:extLst>
              </p:cNvPr>
              <p:cNvSpPr>
                <a:spLocks/>
              </p:cNvSpPr>
              <p:nvPr/>
            </p:nvSpPr>
            <p:spPr bwMode="gray">
              <a:xfrm rot="5400000" flipH="1">
                <a:off x="3029343" y="-493505"/>
                <a:ext cx="31710" cy="10571"/>
              </a:xfrm>
              <a:custGeom>
                <a:avLst/>
                <a:gdLst>
                  <a:gd name="T0" fmla="*/ 30 w 45"/>
                  <a:gd name="T1" fmla="*/ 15 h 15"/>
                  <a:gd name="T2" fmla="*/ 45 w 45"/>
                  <a:gd name="T3" fmla="*/ 15 h 15"/>
                  <a:gd name="T4" fmla="*/ 45 w 45"/>
                  <a:gd name="T5" fmla="*/ 0 h 15"/>
                  <a:gd name="T6" fmla="*/ 0 w 45"/>
                  <a:gd name="T7" fmla="*/ 0 h 15"/>
                  <a:gd name="T8" fmla="*/ 0 w 45"/>
                  <a:gd name="T9" fmla="*/ 15 h 15"/>
                  <a:gd name="T10" fmla="*/ 30 w 45"/>
                  <a:gd name="T11" fmla="*/ 15 h 15"/>
                </a:gdLst>
                <a:ahLst/>
                <a:cxnLst>
                  <a:cxn ang="0">
                    <a:pos x="T0" y="T1"/>
                  </a:cxn>
                  <a:cxn ang="0">
                    <a:pos x="T2" y="T3"/>
                  </a:cxn>
                  <a:cxn ang="0">
                    <a:pos x="T4" y="T5"/>
                  </a:cxn>
                  <a:cxn ang="0">
                    <a:pos x="T6" y="T7"/>
                  </a:cxn>
                  <a:cxn ang="0">
                    <a:pos x="T8" y="T9"/>
                  </a:cxn>
                  <a:cxn ang="0">
                    <a:pos x="T10" y="T11"/>
                  </a:cxn>
                </a:cxnLst>
                <a:rect l="0" t="0" r="r" b="b"/>
                <a:pathLst>
                  <a:path w="45" h="15">
                    <a:moveTo>
                      <a:pt x="30" y="15"/>
                    </a:moveTo>
                    <a:lnTo>
                      <a:pt x="45" y="15"/>
                    </a:lnTo>
                    <a:lnTo>
                      <a:pt x="45" y="0"/>
                    </a:lnTo>
                    <a:lnTo>
                      <a:pt x="0" y="0"/>
                    </a:lnTo>
                    <a:lnTo>
                      <a:pt x="0" y="15"/>
                    </a:lnTo>
                    <a:lnTo>
                      <a:pt x="3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2" name="Freeform 294">
                <a:extLst>
                  <a:ext uri="{FF2B5EF4-FFF2-40B4-BE49-F238E27FC236}">
                    <a16:creationId xmlns:a16="http://schemas.microsoft.com/office/drawing/2014/main" xmlns="" id="{A959CDD7-C50E-357D-94C2-41A99E036D34}"/>
                  </a:ext>
                </a:extLst>
              </p:cNvPr>
              <p:cNvSpPr>
                <a:spLocks/>
              </p:cNvSpPr>
              <p:nvPr/>
            </p:nvSpPr>
            <p:spPr bwMode="gray">
              <a:xfrm rot="5400000" flipH="1">
                <a:off x="3093117" y="-514996"/>
                <a:ext cx="32415" cy="31710"/>
              </a:xfrm>
              <a:custGeom>
                <a:avLst/>
                <a:gdLst>
                  <a:gd name="T0" fmla="*/ 30 w 46"/>
                  <a:gd name="T1" fmla="*/ 45 h 45"/>
                  <a:gd name="T2" fmla="*/ 46 w 46"/>
                  <a:gd name="T3" fmla="*/ 45 h 45"/>
                  <a:gd name="T4" fmla="*/ 46 w 46"/>
                  <a:gd name="T5" fmla="*/ 0 h 45"/>
                  <a:gd name="T6" fmla="*/ 0 w 46"/>
                  <a:gd name="T7" fmla="*/ 0 h 45"/>
                  <a:gd name="T8" fmla="*/ 0 w 46"/>
                  <a:gd name="T9" fmla="*/ 45 h 45"/>
                  <a:gd name="T10" fmla="*/ 30 w 46"/>
                  <a:gd name="T11" fmla="*/ 45 h 45"/>
                </a:gdLst>
                <a:ahLst/>
                <a:cxnLst>
                  <a:cxn ang="0">
                    <a:pos x="T0" y="T1"/>
                  </a:cxn>
                  <a:cxn ang="0">
                    <a:pos x="T2" y="T3"/>
                  </a:cxn>
                  <a:cxn ang="0">
                    <a:pos x="T4" y="T5"/>
                  </a:cxn>
                  <a:cxn ang="0">
                    <a:pos x="T6" y="T7"/>
                  </a:cxn>
                  <a:cxn ang="0">
                    <a:pos x="T8" y="T9"/>
                  </a:cxn>
                  <a:cxn ang="0">
                    <a:pos x="T10" y="T11"/>
                  </a:cxn>
                </a:cxnLst>
                <a:rect l="0" t="0" r="r" b="b"/>
                <a:pathLst>
                  <a:path w="46" h="45">
                    <a:moveTo>
                      <a:pt x="30" y="45"/>
                    </a:moveTo>
                    <a:lnTo>
                      <a:pt x="46" y="45"/>
                    </a:lnTo>
                    <a:lnTo>
                      <a:pt x="46" y="0"/>
                    </a:lnTo>
                    <a:lnTo>
                      <a:pt x="0" y="0"/>
                    </a:lnTo>
                    <a:lnTo>
                      <a:pt x="0" y="45"/>
                    </a:lnTo>
                    <a:lnTo>
                      <a:pt x="3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3" name="Freeform 295">
                <a:extLst>
                  <a:ext uri="{FF2B5EF4-FFF2-40B4-BE49-F238E27FC236}">
                    <a16:creationId xmlns:a16="http://schemas.microsoft.com/office/drawing/2014/main" xmlns="" id="{4E2F82CF-6FD5-4623-6143-23E7F6804694}"/>
                  </a:ext>
                </a:extLst>
              </p:cNvPr>
              <p:cNvSpPr>
                <a:spLocks/>
              </p:cNvSpPr>
              <p:nvPr/>
            </p:nvSpPr>
            <p:spPr bwMode="gray">
              <a:xfrm rot="5400000" flipH="1">
                <a:off x="2943021" y="-514996"/>
                <a:ext cx="32415" cy="31710"/>
              </a:xfrm>
              <a:custGeom>
                <a:avLst/>
                <a:gdLst>
                  <a:gd name="T0" fmla="*/ 15 w 46"/>
                  <a:gd name="T1" fmla="*/ 0 h 45"/>
                  <a:gd name="T2" fmla="*/ 0 w 46"/>
                  <a:gd name="T3" fmla="*/ 0 h 45"/>
                  <a:gd name="T4" fmla="*/ 0 w 46"/>
                  <a:gd name="T5" fmla="*/ 45 h 45"/>
                  <a:gd name="T6" fmla="*/ 46 w 46"/>
                  <a:gd name="T7" fmla="*/ 45 h 45"/>
                  <a:gd name="T8" fmla="*/ 46 w 46"/>
                  <a:gd name="T9" fmla="*/ 0 h 45"/>
                  <a:gd name="T10" fmla="*/ 15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5" y="0"/>
                    </a:moveTo>
                    <a:lnTo>
                      <a:pt x="0" y="0"/>
                    </a:lnTo>
                    <a:lnTo>
                      <a:pt x="0" y="45"/>
                    </a:lnTo>
                    <a:lnTo>
                      <a:pt x="46" y="45"/>
                    </a:lnTo>
                    <a:lnTo>
                      <a:pt x="46" y="0"/>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4" name="Rectangle 296">
                <a:extLst>
                  <a:ext uri="{FF2B5EF4-FFF2-40B4-BE49-F238E27FC236}">
                    <a16:creationId xmlns:a16="http://schemas.microsoft.com/office/drawing/2014/main" xmlns="" id="{F8F8417C-3540-CE1E-5BEE-59873D768326}"/>
                  </a:ext>
                </a:extLst>
              </p:cNvPr>
              <p:cNvSpPr>
                <a:spLocks noChangeArrowheads="1"/>
              </p:cNvSpPr>
              <p:nvPr/>
            </p:nvSpPr>
            <p:spPr bwMode="gray">
              <a:xfrm rot="5400000" flipH="1">
                <a:off x="3050130" y="-51499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5" name="Freeform 297">
                <a:extLst>
                  <a:ext uri="{FF2B5EF4-FFF2-40B4-BE49-F238E27FC236}">
                    <a16:creationId xmlns:a16="http://schemas.microsoft.com/office/drawing/2014/main" xmlns="" id="{76451120-914A-43D0-55C6-07F0445DB96E}"/>
                  </a:ext>
                </a:extLst>
              </p:cNvPr>
              <p:cNvSpPr>
                <a:spLocks noEditPoints="1"/>
              </p:cNvSpPr>
              <p:nvPr/>
            </p:nvSpPr>
            <p:spPr bwMode="gray">
              <a:xfrm rot="5400000" flipH="1">
                <a:off x="2921880" y="-536841"/>
                <a:ext cx="74696" cy="75401"/>
              </a:xfrm>
              <a:custGeom>
                <a:avLst/>
                <a:gdLst>
                  <a:gd name="T0" fmla="*/ 2445 w 2854"/>
                  <a:gd name="T1" fmla="*/ 2446 h 2854"/>
                  <a:gd name="T2" fmla="*/ 408 w 2854"/>
                  <a:gd name="T3" fmla="*/ 2446 h 2854"/>
                  <a:gd name="T4" fmla="*/ 408 w 2854"/>
                  <a:gd name="T5" fmla="*/ 407 h 2854"/>
                  <a:gd name="T6" fmla="*/ 2445 w 2854"/>
                  <a:gd name="T7" fmla="*/ 407 h 2854"/>
                  <a:gd name="T8" fmla="*/ 2445 w 2854"/>
                  <a:gd name="T9" fmla="*/ 2446 h 2854"/>
                  <a:gd name="T10" fmla="*/ 2038 w 2854"/>
                  <a:gd name="T11" fmla="*/ 0 h 2854"/>
                  <a:gd name="T12" fmla="*/ 0 w 2854"/>
                  <a:gd name="T13" fmla="*/ 0 h 2854"/>
                  <a:gd name="T14" fmla="*/ 0 w 2854"/>
                  <a:gd name="T15" fmla="*/ 2854 h 2854"/>
                  <a:gd name="T16" fmla="*/ 2854 w 2854"/>
                  <a:gd name="T17" fmla="*/ 2854 h 2854"/>
                  <a:gd name="T18" fmla="*/ 2854 w 2854"/>
                  <a:gd name="T19" fmla="*/ 0 h 2854"/>
                  <a:gd name="T20" fmla="*/ 2038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5" y="2446"/>
                    </a:moveTo>
                    <a:lnTo>
                      <a:pt x="408" y="2446"/>
                    </a:lnTo>
                    <a:lnTo>
                      <a:pt x="408" y="407"/>
                    </a:lnTo>
                    <a:lnTo>
                      <a:pt x="2445" y="407"/>
                    </a:lnTo>
                    <a:lnTo>
                      <a:pt x="2445" y="2446"/>
                    </a:lnTo>
                    <a:close/>
                    <a:moveTo>
                      <a:pt x="2038" y="0"/>
                    </a:moveTo>
                    <a:lnTo>
                      <a:pt x="0" y="0"/>
                    </a:lnTo>
                    <a:lnTo>
                      <a:pt x="0" y="2854"/>
                    </a:lnTo>
                    <a:lnTo>
                      <a:pt x="2854" y="2854"/>
                    </a:lnTo>
                    <a:lnTo>
                      <a:pt x="2854" y="0"/>
                    </a:lnTo>
                    <a:lnTo>
                      <a:pt x="2038"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6" name="Rectangle 298">
                <a:extLst>
                  <a:ext uri="{FF2B5EF4-FFF2-40B4-BE49-F238E27FC236}">
                    <a16:creationId xmlns:a16="http://schemas.microsoft.com/office/drawing/2014/main" xmlns="" id="{39375327-D946-A575-BBD1-FB66122C94A6}"/>
                  </a:ext>
                </a:extLst>
              </p:cNvPr>
              <p:cNvSpPr>
                <a:spLocks noChangeArrowheads="1"/>
              </p:cNvSpPr>
              <p:nvPr/>
            </p:nvSpPr>
            <p:spPr bwMode="gray">
              <a:xfrm rot="5400000" flipH="1">
                <a:off x="3007498" y="-536489"/>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7" name="Freeform 299">
                <a:extLst>
                  <a:ext uri="{FF2B5EF4-FFF2-40B4-BE49-F238E27FC236}">
                    <a16:creationId xmlns:a16="http://schemas.microsoft.com/office/drawing/2014/main" xmlns="" id="{24C74335-B300-8BC8-472F-21E8B76BAB01}"/>
                  </a:ext>
                </a:extLst>
              </p:cNvPr>
              <p:cNvSpPr>
                <a:spLocks/>
              </p:cNvSpPr>
              <p:nvPr/>
            </p:nvSpPr>
            <p:spPr bwMode="gray">
              <a:xfrm rot="5400000" flipH="1">
                <a:off x="3061052" y="-579474"/>
                <a:ext cx="42986" cy="64127"/>
              </a:xfrm>
              <a:custGeom>
                <a:avLst/>
                <a:gdLst>
                  <a:gd name="T0" fmla="*/ 30 w 61"/>
                  <a:gd name="T1" fmla="*/ 91 h 91"/>
                  <a:gd name="T2" fmla="*/ 46 w 61"/>
                  <a:gd name="T3" fmla="*/ 91 h 91"/>
                  <a:gd name="T4" fmla="*/ 46 w 61"/>
                  <a:gd name="T5" fmla="*/ 76 h 91"/>
                  <a:gd name="T6" fmla="*/ 61 w 61"/>
                  <a:gd name="T7" fmla="*/ 76 h 91"/>
                  <a:gd name="T8" fmla="*/ 61 w 61"/>
                  <a:gd name="T9" fmla="*/ 61 h 91"/>
                  <a:gd name="T10" fmla="*/ 46 w 61"/>
                  <a:gd name="T11" fmla="*/ 61 h 91"/>
                  <a:gd name="T12" fmla="*/ 46 w 61"/>
                  <a:gd name="T13" fmla="*/ 30 h 91"/>
                  <a:gd name="T14" fmla="*/ 61 w 61"/>
                  <a:gd name="T15" fmla="*/ 30 h 91"/>
                  <a:gd name="T16" fmla="*/ 61 w 61"/>
                  <a:gd name="T17" fmla="*/ 15 h 91"/>
                  <a:gd name="T18" fmla="*/ 46 w 61"/>
                  <a:gd name="T19" fmla="*/ 15 h 91"/>
                  <a:gd name="T20" fmla="*/ 46 w 61"/>
                  <a:gd name="T21" fmla="*/ 0 h 91"/>
                  <a:gd name="T22" fmla="*/ 30 w 61"/>
                  <a:gd name="T23" fmla="*/ 0 h 91"/>
                  <a:gd name="T24" fmla="*/ 30 w 61"/>
                  <a:gd name="T25" fmla="*/ 76 h 91"/>
                  <a:gd name="T26" fmla="*/ 0 w 61"/>
                  <a:gd name="T27" fmla="*/ 76 h 91"/>
                  <a:gd name="T28" fmla="*/ 0 w 61"/>
                  <a:gd name="T29" fmla="*/ 91 h 91"/>
                  <a:gd name="T30" fmla="*/ 30 w 61"/>
                  <a:gd name="T3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91">
                    <a:moveTo>
                      <a:pt x="30" y="91"/>
                    </a:moveTo>
                    <a:lnTo>
                      <a:pt x="46" y="91"/>
                    </a:lnTo>
                    <a:lnTo>
                      <a:pt x="46" y="76"/>
                    </a:lnTo>
                    <a:lnTo>
                      <a:pt x="61" y="76"/>
                    </a:lnTo>
                    <a:lnTo>
                      <a:pt x="61" y="61"/>
                    </a:lnTo>
                    <a:lnTo>
                      <a:pt x="46" y="61"/>
                    </a:lnTo>
                    <a:lnTo>
                      <a:pt x="46" y="30"/>
                    </a:lnTo>
                    <a:lnTo>
                      <a:pt x="61" y="30"/>
                    </a:lnTo>
                    <a:lnTo>
                      <a:pt x="61" y="15"/>
                    </a:lnTo>
                    <a:lnTo>
                      <a:pt x="46" y="15"/>
                    </a:lnTo>
                    <a:lnTo>
                      <a:pt x="46" y="0"/>
                    </a:lnTo>
                    <a:lnTo>
                      <a:pt x="30" y="0"/>
                    </a:lnTo>
                    <a:lnTo>
                      <a:pt x="30" y="76"/>
                    </a:lnTo>
                    <a:lnTo>
                      <a:pt x="0" y="76"/>
                    </a:lnTo>
                    <a:lnTo>
                      <a:pt x="0" y="91"/>
                    </a:lnTo>
                    <a:lnTo>
                      <a:pt x="3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8" name="Freeform 300">
                <a:extLst>
                  <a:ext uri="{FF2B5EF4-FFF2-40B4-BE49-F238E27FC236}">
                    <a16:creationId xmlns:a16="http://schemas.microsoft.com/office/drawing/2014/main" xmlns="" id="{5726F3D2-688F-BD38-44FD-A9817838909C}"/>
                  </a:ext>
                </a:extLst>
              </p:cNvPr>
              <p:cNvSpPr>
                <a:spLocks/>
              </p:cNvSpPr>
              <p:nvPr/>
            </p:nvSpPr>
            <p:spPr bwMode="gray">
              <a:xfrm rot="5400000" flipH="1">
                <a:off x="2986358" y="-525918"/>
                <a:ext cx="85265" cy="42986"/>
              </a:xfrm>
              <a:custGeom>
                <a:avLst/>
                <a:gdLst>
                  <a:gd name="T0" fmla="*/ 106 w 121"/>
                  <a:gd name="T1" fmla="*/ 15 h 61"/>
                  <a:gd name="T2" fmla="*/ 91 w 121"/>
                  <a:gd name="T3" fmla="*/ 15 h 61"/>
                  <a:gd name="T4" fmla="*/ 91 w 121"/>
                  <a:gd name="T5" fmla="*/ 0 h 61"/>
                  <a:gd name="T6" fmla="*/ 76 w 121"/>
                  <a:gd name="T7" fmla="*/ 0 h 61"/>
                  <a:gd name="T8" fmla="*/ 76 w 121"/>
                  <a:gd name="T9" fmla="*/ 31 h 61"/>
                  <a:gd name="T10" fmla="*/ 60 w 121"/>
                  <a:gd name="T11" fmla="*/ 31 h 61"/>
                  <a:gd name="T12" fmla="*/ 60 w 121"/>
                  <a:gd name="T13" fmla="*/ 46 h 61"/>
                  <a:gd name="T14" fmla="*/ 45 w 121"/>
                  <a:gd name="T15" fmla="*/ 46 h 61"/>
                  <a:gd name="T16" fmla="*/ 45 w 121"/>
                  <a:gd name="T17" fmla="*/ 31 h 61"/>
                  <a:gd name="T18" fmla="*/ 15 w 121"/>
                  <a:gd name="T19" fmla="*/ 31 h 61"/>
                  <a:gd name="T20" fmla="*/ 15 w 121"/>
                  <a:gd name="T21" fmla="*/ 15 h 61"/>
                  <a:gd name="T22" fmla="*/ 0 w 121"/>
                  <a:gd name="T23" fmla="*/ 15 h 61"/>
                  <a:gd name="T24" fmla="*/ 0 w 121"/>
                  <a:gd name="T25" fmla="*/ 61 h 61"/>
                  <a:gd name="T26" fmla="*/ 76 w 121"/>
                  <a:gd name="T27" fmla="*/ 61 h 61"/>
                  <a:gd name="T28" fmla="*/ 76 w 121"/>
                  <a:gd name="T29" fmla="*/ 46 h 61"/>
                  <a:gd name="T30" fmla="*/ 91 w 121"/>
                  <a:gd name="T31" fmla="*/ 46 h 61"/>
                  <a:gd name="T32" fmla="*/ 91 w 121"/>
                  <a:gd name="T33" fmla="*/ 31 h 61"/>
                  <a:gd name="T34" fmla="*/ 121 w 121"/>
                  <a:gd name="T35" fmla="*/ 31 h 61"/>
                  <a:gd name="T36" fmla="*/ 121 w 121"/>
                  <a:gd name="T37" fmla="*/ 15 h 61"/>
                  <a:gd name="T38" fmla="*/ 106 w 121"/>
                  <a:gd name="T39"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61">
                    <a:moveTo>
                      <a:pt x="106" y="15"/>
                    </a:moveTo>
                    <a:lnTo>
                      <a:pt x="91" y="15"/>
                    </a:lnTo>
                    <a:lnTo>
                      <a:pt x="91" y="0"/>
                    </a:lnTo>
                    <a:lnTo>
                      <a:pt x="76" y="0"/>
                    </a:lnTo>
                    <a:lnTo>
                      <a:pt x="76" y="31"/>
                    </a:lnTo>
                    <a:lnTo>
                      <a:pt x="60" y="31"/>
                    </a:lnTo>
                    <a:lnTo>
                      <a:pt x="60" y="46"/>
                    </a:lnTo>
                    <a:lnTo>
                      <a:pt x="45" y="46"/>
                    </a:lnTo>
                    <a:lnTo>
                      <a:pt x="45" y="31"/>
                    </a:lnTo>
                    <a:lnTo>
                      <a:pt x="15" y="31"/>
                    </a:lnTo>
                    <a:lnTo>
                      <a:pt x="15" y="15"/>
                    </a:lnTo>
                    <a:lnTo>
                      <a:pt x="0" y="15"/>
                    </a:lnTo>
                    <a:lnTo>
                      <a:pt x="0" y="61"/>
                    </a:lnTo>
                    <a:lnTo>
                      <a:pt x="76" y="61"/>
                    </a:lnTo>
                    <a:lnTo>
                      <a:pt x="76" y="46"/>
                    </a:lnTo>
                    <a:lnTo>
                      <a:pt x="91" y="46"/>
                    </a:lnTo>
                    <a:lnTo>
                      <a:pt x="91" y="31"/>
                    </a:lnTo>
                    <a:lnTo>
                      <a:pt x="121" y="31"/>
                    </a:lnTo>
                    <a:lnTo>
                      <a:pt x="121" y="15"/>
                    </a:lnTo>
                    <a:lnTo>
                      <a:pt x="10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29" name="Freeform 301">
                <a:extLst>
                  <a:ext uri="{FF2B5EF4-FFF2-40B4-BE49-F238E27FC236}">
                    <a16:creationId xmlns:a16="http://schemas.microsoft.com/office/drawing/2014/main" xmlns="" id="{B6110399-A5DE-5A97-01AF-7555F93F8FE0}"/>
                  </a:ext>
                </a:extLst>
              </p:cNvPr>
              <p:cNvSpPr>
                <a:spLocks/>
              </p:cNvSpPr>
              <p:nvPr/>
            </p:nvSpPr>
            <p:spPr bwMode="gray">
              <a:xfrm rot="5400000" flipH="1">
                <a:off x="2991290" y="-584406"/>
                <a:ext cx="32415" cy="42281"/>
              </a:xfrm>
              <a:custGeom>
                <a:avLst/>
                <a:gdLst>
                  <a:gd name="T0" fmla="*/ 0 w 46"/>
                  <a:gd name="T1" fmla="*/ 0 h 60"/>
                  <a:gd name="T2" fmla="*/ 0 w 46"/>
                  <a:gd name="T3" fmla="*/ 60 h 60"/>
                  <a:gd name="T4" fmla="*/ 31 w 46"/>
                  <a:gd name="T5" fmla="*/ 60 h 60"/>
                  <a:gd name="T6" fmla="*/ 31 w 46"/>
                  <a:gd name="T7" fmla="*/ 30 h 60"/>
                  <a:gd name="T8" fmla="*/ 46 w 46"/>
                  <a:gd name="T9" fmla="*/ 30 h 60"/>
                  <a:gd name="T10" fmla="*/ 46 w 46"/>
                  <a:gd name="T11" fmla="*/ 15 h 60"/>
                  <a:gd name="T12" fmla="*/ 31 w 46"/>
                  <a:gd name="T13" fmla="*/ 15 h 60"/>
                  <a:gd name="T14" fmla="*/ 31 w 46"/>
                  <a:gd name="T15" fmla="*/ 0 h 60"/>
                  <a:gd name="T16" fmla="*/ 0 w 46"/>
                  <a:gd name="T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60">
                    <a:moveTo>
                      <a:pt x="0" y="0"/>
                    </a:moveTo>
                    <a:lnTo>
                      <a:pt x="0" y="60"/>
                    </a:lnTo>
                    <a:lnTo>
                      <a:pt x="31" y="60"/>
                    </a:lnTo>
                    <a:lnTo>
                      <a:pt x="31" y="30"/>
                    </a:lnTo>
                    <a:lnTo>
                      <a:pt x="46" y="30"/>
                    </a:lnTo>
                    <a:lnTo>
                      <a:pt x="46" y="15"/>
                    </a:lnTo>
                    <a:lnTo>
                      <a:pt x="31" y="15"/>
                    </a:lnTo>
                    <a:lnTo>
                      <a:pt x="3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0" name="Rectangle 302">
                <a:extLst>
                  <a:ext uri="{FF2B5EF4-FFF2-40B4-BE49-F238E27FC236}">
                    <a16:creationId xmlns:a16="http://schemas.microsoft.com/office/drawing/2014/main" xmlns="" id="{D0C8F74C-4CBE-2298-092E-17FADB4AD0DA}"/>
                  </a:ext>
                </a:extLst>
              </p:cNvPr>
              <p:cNvSpPr>
                <a:spLocks noChangeArrowheads="1"/>
              </p:cNvSpPr>
              <p:nvPr/>
            </p:nvSpPr>
            <p:spPr bwMode="gray">
              <a:xfrm rot="5400000" flipH="1">
                <a:off x="2921530" y="-558334"/>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1" name="Freeform 303">
                <a:extLst>
                  <a:ext uri="{FF2B5EF4-FFF2-40B4-BE49-F238E27FC236}">
                    <a16:creationId xmlns:a16="http://schemas.microsoft.com/office/drawing/2014/main" xmlns="" id="{C931C604-35C3-F47D-5B0E-3D0C0C309103}"/>
                  </a:ext>
                </a:extLst>
              </p:cNvPr>
              <p:cNvSpPr>
                <a:spLocks/>
              </p:cNvSpPr>
              <p:nvPr/>
            </p:nvSpPr>
            <p:spPr bwMode="gray">
              <a:xfrm rot="5400000" flipH="1">
                <a:off x="3114609" y="-579474"/>
                <a:ext cx="42986" cy="21845"/>
              </a:xfrm>
              <a:custGeom>
                <a:avLst/>
                <a:gdLst>
                  <a:gd name="T0" fmla="*/ 16 w 61"/>
                  <a:gd name="T1" fmla="*/ 31 h 31"/>
                  <a:gd name="T2" fmla="*/ 61 w 61"/>
                  <a:gd name="T3" fmla="*/ 31 h 31"/>
                  <a:gd name="T4" fmla="*/ 61 w 61"/>
                  <a:gd name="T5" fmla="*/ 16 h 31"/>
                  <a:gd name="T6" fmla="*/ 46 w 61"/>
                  <a:gd name="T7" fmla="*/ 16 h 31"/>
                  <a:gd name="T8" fmla="*/ 46 w 61"/>
                  <a:gd name="T9" fmla="*/ 0 h 31"/>
                  <a:gd name="T10" fmla="*/ 0 w 61"/>
                  <a:gd name="T11" fmla="*/ 0 h 31"/>
                  <a:gd name="T12" fmla="*/ 0 w 61"/>
                  <a:gd name="T13" fmla="*/ 16 h 31"/>
                  <a:gd name="T14" fmla="*/ 16 w 61"/>
                  <a:gd name="T15" fmla="*/ 16 h 31"/>
                  <a:gd name="T16" fmla="*/ 16 w 6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31">
                    <a:moveTo>
                      <a:pt x="16" y="31"/>
                    </a:moveTo>
                    <a:lnTo>
                      <a:pt x="61" y="31"/>
                    </a:lnTo>
                    <a:lnTo>
                      <a:pt x="61" y="16"/>
                    </a:lnTo>
                    <a:lnTo>
                      <a:pt x="46" y="16"/>
                    </a:lnTo>
                    <a:lnTo>
                      <a:pt x="46" y="0"/>
                    </a:lnTo>
                    <a:lnTo>
                      <a:pt x="0" y="0"/>
                    </a:lnTo>
                    <a:lnTo>
                      <a:pt x="0" y="16"/>
                    </a:lnTo>
                    <a:lnTo>
                      <a:pt x="16" y="16"/>
                    </a:lnTo>
                    <a:lnTo>
                      <a:pt x="1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2" name="Rectangle 304">
                <a:extLst>
                  <a:ext uri="{FF2B5EF4-FFF2-40B4-BE49-F238E27FC236}">
                    <a16:creationId xmlns:a16="http://schemas.microsoft.com/office/drawing/2014/main" xmlns="" id="{2EB9B2A4-D00D-47BF-E544-2EC18BC3FC1A}"/>
                  </a:ext>
                </a:extLst>
              </p:cNvPr>
              <p:cNvSpPr>
                <a:spLocks noChangeArrowheads="1"/>
              </p:cNvSpPr>
              <p:nvPr/>
            </p:nvSpPr>
            <p:spPr bwMode="gray">
              <a:xfrm rot="5400000" flipH="1">
                <a:off x="3039912" y="-568903"/>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3" name="Rectangle 305">
                <a:extLst>
                  <a:ext uri="{FF2B5EF4-FFF2-40B4-BE49-F238E27FC236}">
                    <a16:creationId xmlns:a16="http://schemas.microsoft.com/office/drawing/2014/main" xmlns="" id="{EAA6BC87-869A-E0AE-862C-31049D62BA7B}"/>
                  </a:ext>
                </a:extLst>
              </p:cNvPr>
              <p:cNvSpPr>
                <a:spLocks noChangeArrowheads="1"/>
              </p:cNvSpPr>
              <p:nvPr/>
            </p:nvSpPr>
            <p:spPr bwMode="gray">
              <a:xfrm rot="5400000" flipH="1">
                <a:off x="3071622" y="-579475"/>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4" name="Rectangle 306">
                <a:extLst>
                  <a:ext uri="{FF2B5EF4-FFF2-40B4-BE49-F238E27FC236}">
                    <a16:creationId xmlns:a16="http://schemas.microsoft.com/office/drawing/2014/main" xmlns="" id="{846431F0-C877-B5D8-C75E-6E05E8B7ABEE}"/>
                  </a:ext>
                </a:extLst>
              </p:cNvPr>
              <p:cNvSpPr>
                <a:spLocks noChangeArrowheads="1"/>
              </p:cNvSpPr>
              <p:nvPr/>
            </p:nvSpPr>
            <p:spPr bwMode="gray">
              <a:xfrm rot="5400000" flipH="1">
                <a:off x="3104037" y="-590044"/>
                <a:ext cx="10571"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5" name="Rectangle 307">
                <a:extLst>
                  <a:ext uri="{FF2B5EF4-FFF2-40B4-BE49-F238E27FC236}">
                    <a16:creationId xmlns:a16="http://schemas.microsoft.com/office/drawing/2014/main" xmlns="" id="{F00A1D88-152A-3598-EACA-4EE75D37F88C}"/>
                  </a:ext>
                </a:extLst>
              </p:cNvPr>
              <p:cNvSpPr>
                <a:spLocks noChangeArrowheads="1"/>
              </p:cNvSpPr>
              <p:nvPr/>
            </p:nvSpPr>
            <p:spPr bwMode="gray">
              <a:xfrm rot="5400000" flipH="1">
                <a:off x="3082547" y="-590395"/>
                <a:ext cx="10571"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6" name="Freeform 308">
                <a:extLst>
                  <a:ext uri="{FF2B5EF4-FFF2-40B4-BE49-F238E27FC236}">
                    <a16:creationId xmlns:a16="http://schemas.microsoft.com/office/drawing/2014/main" xmlns="" id="{96EFA7B2-E2A2-55B4-28F9-72E1C57DF566}"/>
                  </a:ext>
                </a:extLst>
              </p:cNvPr>
              <p:cNvSpPr>
                <a:spLocks/>
              </p:cNvSpPr>
              <p:nvPr/>
            </p:nvSpPr>
            <p:spPr bwMode="gray">
              <a:xfrm rot="5400000" flipH="1">
                <a:off x="3039209" y="-611888"/>
                <a:ext cx="32415" cy="53555"/>
              </a:xfrm>
              <a:custGeom>
                <a:avLst/>
                <a:gdLst>
                  <a:gd name="T0" fmla="*/ 30 w 46"/>
                  <a:gd name="T1" fmla="*/ 30 h 76"/>
                  <a:gd name="T2" fmla="*/ 46 w 46"/>
                  <a:gd name="T3" fmla="*/ 30 h 76"/>
                  <a:gd name="T4" fmla="*/ 46 w 46"/>
                  <a:gd name="T5" fmla="*/ 0 h 76"/>
                  <a:gd name="T6" fmla="*/ 30 w 46"/>
                  <a:gd name="T7" fmla="*/ 0 h 76"/>
                  <a:gd name="T8" fmla="*/ 30 w 46"/>
                  <a:gd name="T9" fmla="*/ 15 h 76"/>
                  <a:gd name="T10" fmla="*/ 15 w 46"/>
                  <a:gd name="T11" fmla="*/ 15 h 76"/>
                  <a:gd name="T12" fmla="*/ 15 w 46"/>
                  <a:gd name="T13" fmla="*/ 60 h 76"/>
                  <a:gd name="T14" fmla="*/ 0 w 46"/>
                  <a:gd name="T15" fmla="*/ 60 h 76"/>
                  <a:gd name="T16" fmla="*/ 0 w 46"/>
                  <a:gd name="T17" fmla="*/ 76 h 76"/>
                  <a:gd name="T18" fmla="*/ 30 w 46"/>
                  <a:gd name="T19" fmla="*/ 76 h 76"/>
                  <a:gd name="T20" fmla="*/ 30 w 46"/>
                  <a:gd name="T21" fmla="*/ 60 h 76"/>
                  <a:gd name="T22" fmla="*/ 46 w 46"/>
                  <a:gd name="T23" fmla="*/ 60 h 76"/>
                  <a:gd name="T24" fmla="*/ 46 w 46"/>
                  <a:gd name="T25" fmla="*/ 45 h 76"/>
                  <a:gd name="T26" fmla="*/ 30 w 46"/>
                  <a:gd name="T27" fmla="*/ 45 h 76"/>
                  <a:gd name="T28" fmla="*/ 30 w 46"/>
                  <a:gd name="T29" fmla="*/ 3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6">
                    <a:moveTo>
                      <a:pt x="30" y="30"/>
                    </a:moveTo>
                    <a:lnTo>
                      <a:pt x="46" y="30"/>
                    </a:lnTo>
                    <a:lnTo>
                      <a:pt x="46" y="0"/>
                    </a:lnTo>
                    <a:lnTo>
                      <a:pt x="30" y="0"/>
                    </a:lnTo>
                    <a:lnTo>
                      <a:pt x="30" y="15"/>
                    </a:lnTo>
                    <a:lnTo>
                      <a:pt x="15" y="15"/>
                    </a:lnTo>
                    <a:lnTo>
                      <a:pt x="15" y="60"/>
                    </a:lnTo>
                    <a:lnTo>
                      <a:pt x="0" y="60"/>
                    </a:lnTo>
                    <a:lnTo>
                      <a:pt x="0" y="76"/>
                    </a:lnTo>
                    <a:lnTo>
                      <a:pt x="30" y="76"/>
                    </a:lnTo>
                    <a:lnTo>
                      <a:pt x="30" y="60"/>
                    </a:lnTo>
                    <a:lnTo>
                      <a:pt x="46" y="60"/>
                    </a:lnTo>
                    <a:lnTo>
                      <a:pt x="46" y="45"/>
                    </a:lnTo>
                    <a:lnTo>
                      <a:pt x="30" y="45"/>
                    </a:lnTo>
                    <a:lnTo>
                      <a:pt x="3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7" name="Rectangle 309">
                <a:extLst>
                  <a:ext uri="{FF2B5EF4-FFF2-40B4-BE49-F238E27FC236}">
                    <a16:creationId xmlns:a16="http://schemas.microsoft.com/office/drawing/2014/main" xmlns="" id="{893F1041-69CF-549D-8E87-482B66E37EFB}"/>
                  </a:ext>
                </a:extLst>
              </p:cNvPr>
              <p:cNvSpPr>
                <a:spLocks noChangeArrowheads="1"/>
              </p:cNvSpPr>
              <p:nvPr/>
            </p:nvSpPr>
            <p:spPr bwMode="gray">
              <a:xfrm rot="5400000" flipH="1">
                <a:off x="3135751" y="-601318"/>
                <a:ext cx="11274" cy="112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8" name="Rectangle 310">
                <a:extLst>
                  <a:ext uri="{FF2B5EF4-FFF2-40B4-BE49-F238E27FC236}">
                    <a16:creationId xmlns:a16="http://schemas.microsoft.com/office/drawing/2014/main" xmlns="" id="{68B820F7-0DB8-EC1D-1112-1E95E7E8A736}"/>
                  </a:ext>
                </a:extLst>
              </p:cNvPr>
              <p:cNvSpPr>
                <a:spLocks noChangeArrowheads="1"/>
              </p:cNvSpPr>
              <p:nvPr/>
            </p:nvSpPr>
            <p:spPr bwMode="gray">
              <a:xfrm rot="5400000" flipH="1">
                <a:off x="3093116" y="-600967"/>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9" name="Freeform 311">
                <a:extLst>
                  <a:ext uri="{FF2B5EF4-FFF2-40B4-BE49-F238E27FC236}">
                    <a16:creationId xmlns:a16="http://schemas.microsoft.com/office/drawing/2014/main" xmlns="" id="{D53F2978-59B8-A5F6-3F8F-5EEC0ABD913D}"/>
                  </a:ext>
                </a:extLst>
              </p:cNvPr>
              <p:cNvSpPr>
                <a:spLocks/>
              </p:cNvSpPr>
              <p:nvPr/>
            </p:nvSpPr>
            <p:spPr bwMode="gray">
              <a:xfrm rot="5400000" flipH="1">
                <a:off x="3093117" y="-665092"/>
                <a:ext cx="32415" cy="31710"/>
              </a:xfrm>
              <a:custGeom>
                <a:avLst/>
                <a:gdLst>
                  <a:gd name="T0" fmla="*/ 16 w 46"/>
                  <a:gd name="T1" fmla="*/ 0 h 45"/>
                  <a:gd name="T2" fmla="*/ 0 w 46"/>
                  <a:gd name="T3" fmla="*/ 0 h 45"/>
                  <a:gd name="T4" fmla="*/ 0 w 46"/>
                  <a:gd name="T5" fmla="*/ 45 h 45"/>
                  <a:gd name="T6" fmla="*/ 46 w 46"/>
                  <a:gd name="T7" fmla="*/ 45 h 45"/>
                  <a:gd name="T8" fmla="*/ 46 w 46"/>
                  <a:gd name="T9" fmla="*/ 0 h 45"/>
                  <a:gd name="T10" fmla="*/ 16 w 46"/>
                  <a:gd name="T11" fmla="*/ 0 h 45"/>
                </a:gdLst>
                <a:ahLst/>
                <a:cxnLst>
                  <a:cxn ang="0">
                    <a:pos x="T0" y="T1"/>
                  </a:cxn>
                  <a:cxn ang="0">
                    <a:pos x="T2" y="T3"/>
                  </a:cxn>
                  <a:cxn ang="0">
                    <a:pos x="T4" y="T5"/>
                  </a:cxn>
                  <a:cxn ang="0">
                    <a:pos x="T6" y="T7"/>
                  </a:cxn>
                  <a:cxn ang="0">
                    <a:pos x="T8" y="T9"/>
                  </a:cxn>
                  <a:cxn ang="0">
                    <a:pos x="T10" y="T11"/>
                  </a:cxn>
                </a:cxnLst>
                <a:rect l="0" t="0" r="r" b="b"/>
                <a:pathLst>
                  <a:path w="46" h="45">
                    <a:moveTo>
                      <a:pt x="16" y="0"/>
                    </a:moveTo>
                    <a:lnTo>
                      <a:pt x="0" y="0"/>
                    </a:lnTo>
                    <a:lnTo>
                      <a:pt x="0" y="45"/>
                    </a:lnTo>
                    <a:lnTo>
                      <a:pt x="46" y="45"/>
                    </a:lnTo>
                    <a:lnTo>
                      <a:pt x="46" y="0"/>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0" name="Freeform 312">
                <a:extLst>
                  <a:ext uri="{FF2B5EF4-FFF2-40B4-BE49-F238E27FC236}">
                    <a16:creationId xmlns:a16="http://schemas.microsoft.com/office/drawing/2014/main" xmlns="" id="{D7021220-4801-EE84-FF22-976DD2410548}"/>
                  </a:ext>
                </a:extLst>
              </p:cNvPr>
              <p:cNvSpPr>
                <a:spLocks noEditPoints="1"/>
              </p:cNvSpPr>
              <p:nvPr/>
            </p:nvSpPr>
            <p:spPr bwMode="gray">
              <a:xfrm rot="5400000" flipH="1">
                <a:off x="2926813" y="-681298"/>
                <a:ext cx="140230" cy="128251"/>
              </a:xfrm>
              <a:custGeom>
                <a:avLst/>
                <a:gdLst>
                  <a:gd name="T0" fmla="*/ 4892 w 5300"/>
                  <a:gd name="T1" fmla="*/ 2038 h 4892"/>
                  <a:gd name="T2" fmla="*/ 4485 w 5300"/>
                  <a:gd name="T3" fmla="*/ 2038 h 4892"/>
                  <a:gd name="T4" fmla="*/ 4485 w 5300"/>
                  <a:gd name="T5" fmla="*/ 1223 h 4892"/>
                  <a:gd name="T6" fmla="*/ 4892 w 5300"/>
                  <a:gd name="T7" fmla="*/ 1223 h 4892"/>
                  <a:gd name="T8" fmla="*/ 4892 w 5300"/>
                  <a:gd name="T9" fmla="*/ 2038 h 4892"/>
                  <a:gd name="T10" fmla="*/ 3669 w 5300"/>
                  <a:gd name="T11" fmla="*/ 815 h 4892"/>
                  <a:gd name="T12" fmla="*/ 3261 w 5300"/>
                  <a:gd name="T13" fmla="*/ 815 h 4892"/>
                  <a:gd name="T14" fmla="*/ 3261 w 5300"/>
                  <a:gd name="T15" fmla="*/ 407 h 4892"/>
                  <a:gd name="T16" fmla="*/ 3669 w 5300"/>
                  <a:gd name="T17" fmla="*/ 407 h 4892"/>
                  <a:gd name="T18" fmla="*/ 3669 w 5300"/>
                  <a:gd name="T19" fmla="*/ 815 h 4892"/>
                  <a:gd name="T20" fmla="*/ 4485 w 5300"/>
                  <a:gd name="T21" fmla="*/ 815 h 4892"/>
                  <a:gd name="T22" fmla="*/ 4077 w 5300"/>
                  <a:gd name="T23" fmla="*/ 815 h 4892"/>
                  <a:gd name="T24" fmla="*/ 4077 w 5300"/>
                  <a:gd name="T25" fmla="*/ 0 h 4892"/>
                  <a:gd name="T26" fmla="*/ 2039 w 5300"/>
                  <a:gd name="T27" fmla="*/ 0 h 4892"/>
                  <a:gd name="T28" fmla="*/ 2039 w 5300"/>
                  <a:gd name="T29" fmla="*/ 407 h 4892"/>
                  <a:gd name="T30" fmla="*/ 2854 w 5300"/>
                  <a:gd name="T31" fmla="*/ 407 h 4892"/>
                  <a:gd name="T32" fmla="*/ 2854 w 5300"/>
                  <a:gd name="T33" fmla="*/ 815 h 4892"/>
                  <a:gd name="T34" fmla="*/ 2446 w 5300"/>
                  <a:gd name="T35" fmla="*/ 815 h 4892"/>
                  <a:gd name="T36" fmla="*/ 2446 w 5300"/>
                  <a:gd name="T37" fmla="*/ 1223 h 4892"/>
                  <a:gd name="T38" fmla="*/ 2039 w 5300"/>
                  <a:gd name="T39" fmla="*/ 1223 h 4892"/>
                  <a:gd name="T40" fmla="*/ 2039 w 5300"/>
                  <a:gd name="T41" fmla="*/ 1631 h 4892"/>
                  <a:gd name="T42" fmla="*/ 1631 w 5300"/>
                  <a:gd name="T43" fmla="*/ 1631 h 4892"/>
                  <a:gd name="T44" fmla="*/ 1631 w 5300"/>
                  <a:gd name="T45" fmla="*/ 2853 h 4892"/>
                  <a:gd name="T46" fmla="*/ 1223 w 5300"/>
                  <a:gd name="T47" fmla="*/ 2853 h 4892"/>
                  <a:gd name="T48" fmla="*/ 1223 w 5300"/>
                  <a:gd name="T49" fmla="*/ 3261 h 4892"/>
                  <a:gd name="T50" fmla="*/ 0 w 5300"/>
                  <a:gd name="T51" fmla="*/ 3261 h 4892"/>
                  <a:gd name="T52" fmla="*/ 0 w 5300"/>
                  <a:gd name="T53" fmla="*/ 3669 h 4892"/>
                  <a:gd name="T54" fmla="*/ 1223 w 5300"/>
                  <a:gd name="T55" fmla="*/ 3669 h 4892"/>
                  <a:gd name="T56" fmla="*/ 1223 w 5300"/>
                  <a:gd name="T57" fmla="*/ 4077 h 4892"/>
                  <a:gd name="T58" fmla="*/ 815 w 5300"/>
                  <a:gd name="T59" fmla="*/ 4077 h 4892"/>
                  <a:gd name="T60" fmla="*/ 815 w 5300"/>
                  <a:gd name="T61" fmla="*/ 4484 h 4892"/>
                  <a:gd name="T62" fmla="*/ 408 w 5300"/>
                  <a:gd name="T63" fmla="*/ 4484 h 4892"/>
                  <a:gd name="T64" fmla="*/ 408 w 5300"/>
                  <a:gd name="T65" fmla="*/ 4892 h 4892"/>
                  <a:gd name="T66" fmla="*/ 1223 w 5300"/>
                  <a:gd name="T67" fmla="*/ 4892 h 4892"/>
                  <a:gd name="T68" fmla="*/ 1223 w 5300"/>
                  <a:gd name="T69" fmla="*/ 4484 h 4892"/>
                  <a:gd name="T70" fmla="*/ 1631 w 5300"/>
                  <a:gd name="T71" fmla="*/ 4484 h 4892"/>
                  <a:gd name="T72" fmla="*/ 1631 w 5300"/>
                  <a:gd name="T73" fmla="*/ 4077 h 4892"/>
                  <a:gd name="T74" fmla="*/ 2039 w 5300"/>
                  <a:gd name="T75" fmla="*/ 4077 h 4892"/>
                  <a:gd name="T76" fmla="*/ 2039 w 5300"/>
                  <a:gd name="T77" fmla="*/ 3669 h 4892"/>
                  <a:gd name="T78" fmla="*/ 1631 w 5300"/>
                  <a:gd name="T79" fmla="*/ 3669 h 4892"/>
                  <a:gd name="T80" fmla="*/ 1631 w 5300"/>
                  <a:gd name="T81" fmla="*/ 3261 h 4892"/>
                  <a:gd name="T82" fmla="*/ 2039 w 5300"/>
                  <a:gd name="T83" fmla="*/ 3261 h 4892"/>
                  <a:gd name="T84" fmla="*/ 2039 w 5300"/>
                  <a:gd name="T85" fmla="*/ 2853 h 4892"/>
                  <a:gd name="T86" fmla="*/ 2446 w 5300"/>
                  <a:gd name="T87" fmla="*/ 2853 h 4892"/>
                  <a:gd name="T88" fmla="*/ 2446 w 5300"/>
                  <a:gd name="T89" fmla="*/ 2446 h 4892"/>
                  <a:gd name="T90" fmla="*/ 2854 w 5300"/>
                  <a:gd name="T91" fmla="*/ 2446 h 4892"/>
                  <a:gd name="T92" fmla="*/ 2854 w 5300"/>
                  <a:gd name="T93" fmla="*/ 1223 h 4892"/>
                  <a:gd name="T94" fmla="*/ 3261 w 5300"/>
                  <a:gd name="T95" fmla="*/ 1223 h 4892"/>
                  <a:gd name="T96" fmla="*/ 3261 w 5300"/>
                  <a:gd name="T97" fmla="*/ 1631 h 4892"/>
                  <a:gd name="T98" fmla="*/ 3669 w 5300"/>
                  <a:gd name="T99" fmla="*/ 1631 h 4892"/>
                  <a:gd name="T100" fmla="*/ 3669 w 5300"/>
                  <a:gd name="T101" fmla="*/ 1223 h 4892"/>
                  <a:gd name="T102" fmla="*/ 4077 w 5300"/>
                  <a:gd name="T103" fmla="*/ 1223 h 4892"/>
                  <a:gd name="T104" fmla="*/ 4077 w 5300"/>
                  <a:gd name="T105" fmla="*/ 2446 h 4892"/>
                  <a:gd name="T106" fmla="*/ 4485 w 5300"/>
                  <a:gd name="T107" fmla="*/ 2446 h 4892"/>
                  <a:gd name="T108" fmla="*/ 4485 w 5300"/>
                  <a:gd name="T109" fmla="*/ 2853 h 4892"/>
                  <a:gd name="T110" fmla="*/ 5300 w 5300"/>
                  <a:gd name="T111" fmla="*/ 2853 h 4892"/>
                  <a:gd name="T112" fmla="*/ 5300 w 5300"/>
                  <a:gd name="T113" fmla="*/ 815 h 4892"/>
                  <a:gd name="T114" fmla="*/ 4485 w 5300"/>
                  <a:gd name="T115" fmla="*/ 815 h 4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00" h="4892">
                    <a:moveTo>
                      <a:pt x="4892" y="2038"/>
                    </a:moveTo>
                    <a:lnTo>
                      <a:pt x="4485" y="2038"/>
                    </a:lnTo>
                    <a:lnTo>
                      <a:pt x="4485" y="1223"/>
                    </a:lnTo>
                    <a:lnTo>
                      <a:pt x="4892" y="1223"/>
                    </a:lnTo>
                    <a:lnTo>
                      <a:pt x="4892" y="2038"/>
                    </a:lnTo>
                    <a:close/>
                    <a:moveTo>
                      <a:pt x="3669" y="815"/>
                    </a:moveTo>
                    <a:lnTo>
                      <a:pt x="3261" y="815"/>
                    </a:lnTo>
                    <a:lnTo>
                      <a:pt x="3261" y="407"/>
                    </a:lnTo>
                    <a:lnTo>
                      <a:pt x="3669" y="407"/>
                    </a:lnTo>
                    <a:lnTo>
                      <a:pt x="3669" y="815"/>
                    </a:lnTo>
                    <a:close/>
                    <a:moveTo>
                      <a:pt x="4485" y="815"/>
                    </a:moveTo>
                    <a:lnTo>
                      <a:pt x="4077" y="815"/>
                    </a:lnTo>
                    <a:lnTo>
                      <a:pt x="4077" y="0"/>
                    </a:lnTo>
                    <a:lnTo>
                      <a:pt x="2039" y="0"/>
                    </a:lnTo>
                    <a:lnTo>
                      <a:pt x="2039" y="407"/>
                    </a:lnTo>
                    <a:lnTo>
                      <a:pt x="2854" y="407"/>
                    </a:lnTo>
                    <a:lnTo>
                      <a:pt x="2854" y="815"/>
                    </a:lnTo>
                    <a:lnTo>
                      <a:pt x="2446" y="815"/>
                    </a:lnTo>
                    <a:lnTo>
                      <a:pt x="2446" y="1223"/>
                    </a:lnTo>
                    <a:lnTo>
                      <a:pt x="2039" y="1223"/>
                    </a:lnTo>
                    <a:lnTo>
                      <a:pt x="2039" y="1631"/>
                    </a:lnTo>
                    <a:lnTo>
                      <a:pt x="1631" y="1631"/>
                    </a:lnTo>
                    <a:lnTo>
                      <a:pt x="1631" y="2853"/>
                    </a:lnTo>
                    <a:lnTo>
                      <a:pt x="1223" y="2853"/>
                    </a:lnTo>
                    <a:lnTo>
                      <a:pt x="1223" y="3261"/>
                    </a:lnTo>
                    <a:lnTo>
                      <a:pt x="0" y="3261"/>
                    </a:lnTo>
                    <a:lnTo>
                      <a:pt x="0" y="3669"/>
                    </a:lnTo>
                    <a:lnTo>
                      <a:pt x="1223" y="3669"/>
                    </a:lnTo>
                    <a:lnTo>
                      <a:pt x="1223" y="4077"/>
                    </a:lnTo>
                    <a:lnTo>
                      <a:pt x="815" y="4077"/>
                    </a:lnTo>
                    <a:lnTo>
                      <a:pt x="815" y="4484"/>
                    </a:lnTo>
                    <a:lnTo>
                      <a:pt x="408" y="4484"/>
                    </a:lnTo>
                    <a:lnTo>
                      <a:pt x="408" y="4892"/>
                    </a:lnTo>
                    <a:lnTo>
                      <a:pt x="1223" y="4892"/>
                    </a:lnTo>
                    <a:lnTo>
                      <a:pt x="1223" y="4484"/>
                    </a:lnTo>
                    <a:lnTo>
                      <a:pt x="1631" y="4484"/>
                    </a:lnTo>
                    <a:lnTo>
                      <a:pt x="1631" y="4077"/>
                    </a:lnTo>
                    <a:lnTo>
                      <a:pt x="2039" y="4077"/>
                    </a:lnTo>
                    <a:lnTo>
                      <a:pt x="2039" y="3669"/>
                    </a:lnTo>
                    <a:lnTo>
                      <a:pt x="1631" y="3669"/>
                    </a:lnTo>
                    <a:lnTo>
                      <a:pt x="1631" y="3261"/>
                    </a:lnTo>
                    <a:lnTo>
                      <a:pt x="2039" y="3261"/>
                    </a:lnTo>
                    <a:lnTo>
                      <a:pt x="2039" y="2853"/>
                    </a:lnTo>
                    <a:lnTo>
                      <a:pt x="2446" y="2853"/>
                    </a:lnTo>
                    <a:lnTo>
                      <a:pt x="2446" y="2446"/>
                    </a:lnTo>
                    <a:lnTo>
                      <a:pt x="2854" y="2446"/>
                    </a:lnTo>
                    <a:lnTo>
                      <a:pt x="2854" y="1223"/>
                    </a:lnTo>
                    <a:lnTo>
                      <a:pt x="3261" y="1223"/>
                    </a:lnTo>
                    <a:lnTo>
                      <a:pt x="3261" y="1631"/>
                    </a:lnTo>
                    <a:lnTo>
                      <a:pt x="3669" y="1631"/>
                    </a:lnTo>
                    <a:lnTo>
                      <a:pt x="3669" y="1223"/>
                    </a:lnTo>
                    <a:lnTo>
                      <a:pt x="4077" y="1223"/>
                    </a:lnTo>
                    <a:lnTo>
                      <a:pt x="4077" y="2446"/>
                    </a:lnTo>
                    <a:lnTo>
                      <a:pt x="4485" y="2446"/>
                    </a:lnTo>
                    <a:lnTo>
                      <a:pt x="4485" y="2853"/>
                    </a:lnTo>
                    <a:lnTo>
                      <a:pt x="5300" y="2853"/>
                    </a:lnTo>
                    <a:lnTo>
                      <a:pt x="5300" y="815"/>
                    </a:lnTo>
                    <a:lnTo>
                      <a:pt x="4485" y="815"/>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1" name="Freeform 313">
                <a:extLst>
                  <a:ext uri="{FF2B5EF4-FFF2-40B4-BE49-F238E27FC236}">
                    <a16:creationId xmlns:a16="http://schemas.microsoft.com/office/drawing/2014/main" xmlns="" id="{9E404834-548E-0740-4FF0-783E1C1D7040}"/>
                  </a:ext>
                </a:extLst>
              </p:cNvPr>
              <p:cNvSpPr>
                <a:spLocks noEditPoints="1"/>
              </p:cNvSpPr>
              <p:nvPr/>
            </p:nvSpPr>
            <p:spPr bwMode="gray">
              <a:xfrm rot="5400000" flipH="1">
                <a:off x="2905322" y="-671079"/>
                <a:ext cx="97246" cy="64829"/>
              </a:xfrm>
              <a:custGeom>
                <a:avLst/>
                <a:gdLst>
                  <a:gd name="T0" fmla="*/ 2038 w 3669"/>
                  <a:gd name="T1" fmla="*/ 1224 h 2447"/>
                  <a:gd name="T2" fmla="*/ 1630 w 3669"/>
                  <a:gd name="T3" fmla="*/ 1224 h 2447"/>
                  <a:gd name="T4" fmla="*/ 1630 w 3669"/>
                  <a:gd name="T5" fmla="*/ 816 h 2447"/>
                  <a:gd name="T6" fmla="*/ 2038 w 3669"/>
                  <a:gd name="T7" fmla="*/ 816 h 2447"/>
                  <a:gd name="T8" fmla="*/ 2038 w 3669"/>
                  <a:gd name="T9" fmla="*/ 1224 h 2447"/>
                  <a:gd name="T10" fmla="*/ 2854 w 3669"/>
                  <a:gd name="T11" fmla="*/ 408 h 2447"/>
                  <a:gd name="T12" fmla="*/ 2446 w 3669"/>
                  <a:gd name="T13" fmla="*/ 408 h 2447"/>
                  <a:gd name="T14" fmla="*/ 2446 w 3669"/>
                  <a:gd name="T15" fmla="*/ 0 h 2447"/>
                  <a:gd name="T16" fmla="*/ 2038 w 3669"/>
                  <a:gd name="T17" fmla="*/ 0 h 2447"/>
                  <a:gd name="T18" fmla="*/ 2038 w 3669"/>
                  <a:gd name="T19" fmla="*/ 408 h 2447"/>
                  <a:gd name="T20" fmla="*/ 1630 w 3669"/>
                  <a:gd name="T21" fmla="*/ 408 h 2447"/>
                  <a:gd name="T22" fmla="*/ 1630 w 3669"/>
                  <a:gd name="T23" fmla="*/ 0 h 2447"/>
                  <a:gd name="T24" fmla="*/ 1223 w 3669"/>
                  <a:gd name="T25" fmla="*/ 0 h 2447"/>
                  <a:gd name="T26" fmla="*/ 1223 w 3669"/>
                  <a:gd name="T27" fmla="*/ 408 h 2447"/>
                  <a:gd name="T28" fmla="*/ 815 w 3669"/>
                  <a:gd name="T29" fmla="*/ 408 h 2447"/>
                  <a:gd name="T30" fmla="*/ 815 w 3669"/>
                  <a:gd name="T31" fmla="*/ 816 h 2447"/>
                  <a:gd name="T32" fmla="*/ 1223 w 3669"/>
                  <a:gd name="T33" fmla="*/ 816 h 2447"/>
                  <a:gd name="T34" fmla="*/ 1223 w 3669"/>
                  <a:gd name="T35" fmla="*/ 1224 h 2447"/>
                  <a:gd name="T36" fmla="*/ 815 w 3669"/>
                  <a:gd name="T37" fmla="*/ 1224 h 2447"/>
                  <a:gd name="T38" fmla="*/ 815 w 3669"/>
                  <a:gd name="T39" fmla="*/ 1631 h 2447"/>
                  <a:gd name="T40" fmla="*/ 408 w 3669"/>
                  <a:gd name="T41" fmla="*/ 1631 h 2447"/>
                  <a:gd name="T42" fmla="*/ 408 w 3669"/>
                  <a:gd name="T43" fmla="*/ 2039 h 2447"/>
                  <a:gd name="T44" fmla="*/ 0 w 3669"/>
                  <a:gd name="T45" fmla="*/ 2039 h 2447"/>
                  <a:gd name="T46" fmla="*/ 0 w 3669"/>
                  <a:gd name="T47" fmla="*/ 2447 h 2447"/>
                  <a:gd name="T48" fmla="*/ 1223 w 3669"/>
                  <a:gd name="T49" fmla="*/ 2447 h 2447"/>
                  <a:gd name="T50" fmla="*/ 1223 w 3669"/>
                  <a:gd name="T51" fmla="*/ 1631 h 2447"/>
                  <a:gd name="T52" fmla="*/ 1630 w 3669"/>
                  <a:gd name="T53" fmla="*/ 1631 h 2447"/>
                  <a:gd name="T54" fmla="*/ 1630 w 3669"/>
                  <a:gd name="T55" fmla="*/ 2039 h 2447"/>
                  <a:gd name="T56" fmla="*/ 2038 w 3669"/>
                  <a:gd name="T57" fmla="*/ 2039 h 2447"/>
                  <a:gd name="T58" fmla="*/ 2038 w 3669"/>
                  <a:gd name="T59" fmla="*/ 1631 h 2447"/>
                  <a:gd name="T60" fmla="*/ 2446 w 3669"/>
                  <a:gd name="T61" fmla="*/ 1631 h 2447"/>
                  <a:gd name="T62" fmla="*/ 2446 w 3669"/>
                  <a:gd name="T63" fmla="*/ 2447 h 2447"/>
                  <a:gd name="T64" fmla="*/ 3669 w 3669"/>
                  <a:gd name="T65" fmla="*/ 2447 h 2447"/>
                  <a:gd name="T66" fmla="*/ 3669 w 3669"/>
                  <a:gd name="T67" fmla="*/ 2039 h 2447"/>
                  <a:gd name="T68" fmla="*/ 3261 w 3669"/>
                  <a:gd name="T69" fmla="*/ 2039 h 2447"/>
                  <a:gd name="T70" fmla="*/ 3261 w 3669"/>
                  <a:gd name="T71" fmla="*/ 1631 h 2447"/>
                  <a:gd name="T72" fmla="*/ 2854 w 3669"/>
                  <a:gd name="T73" fmla="*/ 1631 h 2447"/>
                  <a:gd name="T74" fmla="*/ 2854 w 3669"/>
                  <a:gd name="T75" fmla="*/ 1224 h 2447"/>
                  <a:gd name="T76" fmla="*/ 2446 w 3669"/>
                  <a:gd name="T77" fmla="*/ 1224 h 2447"/>
                  <a:gd name="T78" fmla="*/ 2446 w 3669"/>
                  <a:gd name="T79" fmla="*/ 816 h 2447"/>
                  <a:gd name="T80" fmla="*/ 2854 w 3669"/>
                  <a:gd name="T81" fmla="*/ 816 h 2447"/>
                  <a:gd name="T82" fmla="*/ 2854 w 3669"/>
                  <a:gd name="T83" fmla="*/ 1224 h 2447"/>
                  <a:gd name="T84" fmla="*/ 3669 w 3669"/>
                  <a:gd name="T85" fmla="*/ 1224 h 2447"/>
                  <a:gd name="T86" fmla="*/ 3669 w 3669"/>
                  <a:gd name="T87" fmla="*/ 408 h 2447"/>
                  <a:gd name="T88" fmla="*/ 2854 w 3669"/>
                  <a:gd name="T89" fmla="*/ 408 h 2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69" h="2447">
                    <a:moveTo>
                      <a:pt x="2038" y="1224"/>
                    </a:moveTo>
                    <a:lnTo>
                      <a:pt x="1630" y="1224"/>
                    </a:lnTo>
                    <a:lnTo>
                      <a:pt x="1630" y="816"/>
                    </a:lnTo>
                    <a:lnTo>
                      <a:pt x="2038" y="816"/>
                    </a:lnTo>
                    <a:lnTo>
                      <a:pt x="2038" y="1224"/>
                    </a:lnTo>
                    <a:close/>
                    <a:moveTo>
                      <a:pt x="2854" y="408"/>
                    </a:moveTo>
                    <a:lnTo>
                      <a:pt x="2446" y="408"/>
                    </a:lnTo>
                    <a:lnTo>
                      <a:pt x="2446" y="0"/>
                    </a:lnTo>
                    <a:lnTo>
                      <a:pt x="2038" y="0"/>
                    </a:lnTo>
                    <a:lnTo>
                      <a:pt x="2038" y="408"/>
                    </a:lnTo>
                    <a:lnTo>
                      <a:pt x="1630" y="408"/>
                    </a:lnTo>
                    <a:lnTo>
                      <a:pt x="1630" y="0"/>
                    </a:lnTo>
                    <a:lnTo>
                      <a:pt x="1223" y="0"/>
                    </a:lnTo>
                    <a:lnTo>
                      <a:pt x="1223" y="408"/>
                    </a:lnTo>
                    <a:lnTo>
                      <a:pt x="815" y="408"/>
                    </a:lnTo>
                    <a:lnTo>
                      <a:pt x="815" y="816"/>
                    </a:lnTo>
                    <a:lnTo>
                      <a:pt x="1223" y="816"/>
                    </a:lnTo>
                    <a:lnTo>
                      <a:pt x="1223" y="1224"/>
                    </a:lnTo>
                    <a:lnTo>
                      <a:pt x="815" y="1224"/>
                    </a:lnTo>
                    <a:lnTo>
                      <a:pt x="815" y="1631"/>
                    </a:lnTo>
                    <a:lnTo>
                      <a:pt x="408" y="1631"/>
                    </a:lnTo>
                    <a:lnTo>
                      <a:pt x="408" y="2039"/>
                    </a:lnTo>
                    <a:lnTo>
                      <a:pt x="0" y="2039"/>
                    </a:lnTo>
                    <a:lnTo>
                      <a:pt x="0" y="2447"/>
                    </a:lnTo>
                    <a:lnTo>
                      <a:pt x="1223" y="2447"/>
                    </a:lnTo>
                    <a:lnTo>
                      <a:pt x="1223" y="1631"/>
                    </a:lnTo>
                    <a:lnTo>
                      <a:pt x="1630" y="1631"/>
                    </a:lnTo>
                    <a:lnTo>
                      <a:pt x="1630" y="2039"/>
                    </a:lnTo>
                    <a:lnTo>
                      <a:pt x="2038" y="2039"/>
                    </a:lnTo>
                    <a:lnTo>
                      <a:pt x="2038" y="1631"/>
                    </a:lnTo>
                    <a:lnTo>
                      <a:pt x="2446" y="1631"/>
                    </a:lnTo>
                    <a:lnTo>
                      <a:pt x="2446" y="2447"/>
                    </a:lnTo>
                    <a:lnTo>
                      <a:pt x="3669" y="2447"/>
                    </a:lnTo>
                    <a:lnTo>
                      <a:pt x="3669" y="2039"/>
                    </a:lnTo>
                    <a:lnTo>
                      <a:pt x="3261" y="2039"/>
                    </a:lnTo>
                    <a:lnTo>
                      <a:pt x="3261" y="1631"/>
                    </a:lnTo>
                    <a:lnTo>
                      <a:pt x="2854" y="1631"/>
                    </a:lnTo>
                    <a:lnTo>
                      <a:pt x="2854" y="1224"/>
                    </a:lnTo>
                    <a:lnTo>
                      <a:pt x="2446" y="1224"/>
                    </a:lnTo>
                    <a:lnTo>
                      <a:pt x="2446" y="816"/>
                    </a:lnTo>
                    <a:lnTo>
                      <a:pt x="2854" y="816"/>
                    </a:lnTo>
                    <a:lnTo>
                      <a:pt x="2854" y="1224"/>
                    </a:lnTo>
                    <a:lnTo>
                      <a:pt x="3669" y="1224"/>
                    </a:lnTo>
                    <a:lnTo>
                      <a:pt x="3669" y="408"/>
                    </a:lnTo>
                    <a:lnTo>
                      <a:pt x="2854" y="40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2" name="Freeform 314">
                <a:extLst>
                  <a:ext uri="{FF2B5EF4-FFF2-40B4-BE49-F238E27FC236}">
                    <a16:creationId xmlns:a16="http://schemas.microsoft.com/office/drawing/2014/main" xmlns="" id="{144260D4-C844-02E6-2A0B-07F96225FCB0}"/>
                  </a:ext>
                </a:extLst>
              </p:cNvPr>
              <p:cNvSpPr>
                <a:spLocks noEditPoints="1"/>
              </p:cNvSpPr>
              <p:nvPr/>
            </p:nvSpPr>
            <p:spPr bwMode="gray">
              <a:xfrm rot="5400000" flipH="1">
                <a:off x="3071624" y="-687288"/>
                <a:ext cx="75401" cy="75401"/>
              </a:xfrm>
              <a:custGeom>
                <a:avLst/>
                <a:gdLst>
                  <a:gd name="T0" fmla="*/ 2446 w 2854"/>
                  <a:gd name="T1" fmla="*/ 2447 h 2854"/>
                  <a:gd name="T2" fmla="*/ 408 w 2854"/>
                  <a:gd name="T3" fmla="*/ 2447 h 2854"/>
                  <a:gd name="T4" fmla="*/ 408 w 2854"/>
                  <a:gd name="T5" fmla="*/ 408 h 2854"/>
                  <a:gd name="T6" fmla="*/ 2446 w 2854"/>
                  <a:gd name="T7" fmla="*/ 408 h 2854"/>
                  <a:gd name="T8" fmla="*/ 2446 w 2854"/>
                  <a:gd name="T9" fmla="*/ 2447 h 2854"/>
                  <a:gd name="T10" fmla="*/ 2446 w 2854"/>
                  <a:gd name="T11" fmla="*/ 0 h 2854"/>
                  <a:gd name="T12" fmla="*/ 0 w 2854"/>
                  <a:gd name="T13" fmla="*/ 0 h 2854"/>
                  <a:gd name="T14" fmla="*/ 0 w 2854"/>
                  <a:gd name="T15" fmla="*/ 2854 h 2854"/>
                  <a:gd name="T16" fmla="*/ 2854 w 2854"/>
                  <a:gd name="T17" fmla="*/ 2854 h 2854"/>
                  <a:gd name="T18" fmla="*/ 2854 w 2854"/>
                  <a:gd name="T19" fmla="*/ 0 h 2854"/>
                  <a:gd name="T20" fmla="*/ 2446 w 2854"/>
                  <a:gd name="T21" fmla="*/ 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4" h="2854">
                    <a:moveTo>
                      <a:pt x="2446" y="2447"/>
                    </a:moveTo>
                    <a:lnTo>
                      <a:pt x="408" y="2447"/>
                    </a:lnTo>
                    <a:lnTo>
                      <a:pt x="408" y="408"/>
                    </a:lnTo>
                    <a:lnTo>
                      <a:pt x="2446" y="408"/>
                    </a:lnTo>
                    <a:lnTo>
                      <a:pt x="2446" y="2447"/>
                    </a:lnTo>
                    <a:close/>
                    <a:moveTo>
                      <a:pt x="2446" y="0"/>
                    </a:moveTo>
                    <a:lnTo>
                      <a:pt x="0" y="0"/>
                    </a:lnTo>
                    <a:lnTo>
                      <a:pt x="0" y="2854"/>
                    </a:lnTo>
                    <a:lnTo>
                      <a:pt x="2854" y="2854"/>
                    </a:lnTo>
                    <a:lnTo>
                      <a:pt x="2854" y="0"/>
                    </a:lnTo>
                    <a:lnTo>
                      <a:pt x="244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3" name="Rectangle 315">
                <a:extLst>
                  <a:ext uri="{FF2B5EF4-FFF2-40B4-BE49-F238E27FC236}">
                    <a16:creationId xmlns:a16="http://schemas.microsoft.com/office/drawing/2014/main" xmlns="" id="{26B1E6AB-8B6A-C0CB-D668-FB170FA7332D}"/>
                  </a:ext>
                </a:extLst>
              </p:cNvPr>
              <p:cNvSpPr>
                <a:spLocks noChangeArrowheads="1"/>
              </p:cNvSpPr>
              <p:nvPr/>
            </p:nvSpPr>
            <p:spPr bwMode="gray">
              <a:xfrm rot="5400000" flipH="1">
                <a:off x="3050130" y="-686936"/>
                <a:ext cx="11274" cy="105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4" name="Rectangle 316">
                <a:extLst>
                  <a:ext uri="{FF2B5EF4-FFF2-40B4-BE49-F238E27FC236}">
                    <a16:creationId xmlns:a16="http://schemas.microsoft.com/office/drawing/2014/main" xmlns="" id="{7C2D143C-AF82-9356-7006-EDC71FDF97F0}"/>
                  </a:ext>
                </a:extLst>
              </p:cNvPr>
              <p:cNvSpPr>
                <a:spLocks noChangeArrowheads="1"/>
              </p:cNvSpPr>
              <p:nvPr/>
            </p:nvSpPr>
            <p:spPr bwMode="gray">
              <a:xfrm rot="5400000" flipH="1">
                <a:off x="3145968" y="-691166"/>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5" name="Rectangle 317">
                <a:extLst>
                  <a:ext uri="{FF2B5EF4-FFF2-40B4-BE49-F238E27FC236}">
                    <a16:creationId xmlns:a16="http://schemas.microsoft.com/office/drawing/2014/main" xmlns="" id="{DD97687B-99C6-78DC-C002-5728DFA8A0AD}"/>
                  </a:ext>
                </a:extLst>
              </p:cNvPr>
              <p:cNvSpPr>
                <a:spLocks noChangeArrowheads="1"/>
              </p:cNvSpPr>
              <p:nvPr/>
            </p:nvSpPr>
            <p:spPr bwMode="gray">
              <a:xfrm rot="5400000" flipH="1">
                <a:off x="3144558" y="-722874"/>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6" name="Rectangle 318">
                <a:extLst>
                  <a:ext uri="{FF2B5EF4-FFF2-40B4-BE49-F238E27FC236}">
                    <a16:creationId xmlns:a16="http://schemas.microsoft.com/office/drawing/2014/main" xmlns="" id="{6301941D-4AAC-1816-51E9-35689AF27CAA}"/>
                  </a:ext>
                </a:extLst>
              </p:cNvPr>
              <p:cNvSpPr>
                <a:spLocks noChangeArrowheads="1"/>
              </p:cNvSpPr>
              <p:nvPr/>
            </p:nvSpPr>
            <p:spPr bwMode="gray">
              <a:xfrm rot="5400000" flipH="1">
                <a:off x="2918004" y="-721112"/>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7" name="Rectangle 319">
                <a:extLst>
                  <a:ext uri="{FF2B5EF4-FFF2-40B4-BE49-F238E27FC236}">
                    <a16:creationId xmlns:a16="http://schemas.microsoft.com/office/drawing/2014/main" xmlns="" id="{C889BBE1-762C-0B8B-5894-E079E98938A8}"/>
                  </a:ext>
                </a:extLst>
              </p:cNvPr>
              <p:cNvSpPr>
                <a:spLocks noChangeArrowheads="1"/>
              </p:cNvSpPr>
              <p:nvPr/>
            </p:nvSpPr>
            <p:spPr bwMode="gray">
              <a:xfrm rot="5400000" flipH="1">
                <a:off x="2885942" y="-692573"/>
                <a:ext cx="37348"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8" name="Rectangle 320">
                <a:extLst>
                  <a:ext uri="{FF2B5EF4-FFF2-40B4-BE49-F238E27FC236}">
                    <a16:creationId xmlns:a16="http://schemas.microsoft.com/office/drawing/2014/main" xmlns="" id="{757275C3-4147-7832-6482-AFE4E94202A9}"/>
                  </a:ext>
                </a:extLst>
              </p:cNvPr>
              <p:cNvSpPr>
                <a:spLocks noChangeArrowheads="1"/>
              </p:cNvSpPr>
              <p:nvPr/>
            </p:nvSpPr>
            <p:spPr bwMode="gray">
              <a:xfrm rot="5400000" flipH="1">
                <a:off x="2887351" y="-464260"/>
                <a:ext cx="34529"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49" name="Rectangle 321">
                <a:extLst>
                  <a:ext uri="{FF2B5EF4-FFF2-40B4-BE49-F238E27FC236}">
                    <a16:creationId xmlns:a16="http://schemas.microsoft.com/office/drawing/2014/main" xmlns="" id="{5D288888-81B1-A551-A1C7-D65C7DACC1D7}"/>
                  </a:ext>
                </a:extLst>
              </p:cNvPr>
              <p:cNvSpPr>
                <a:spLocks noChangeArrowheads="1"/>
              </p:cNvSpPr>
              <p:nvPr/>
            </p:nvSpPr>
            <p:spPr bwMode="gray">
              <a:xfrm rot="5400000" flipH="1">
                <a:off x="2916242" y="-462145"/>
                <a:ext cx="7048" cy="37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0" name="Rectangle 322">
                <a:extLst>
                  <a:ext uri="{FF2B5EF4-FFF2-40B4-BE49-F238E27FC236}">
                    <a16:creationId xmlns:a16="http://schemas.microsoft.com/office/drawing/2014/main" xmlns="" id="{87A91E9E-8063-6FA2-1AFD-5872B898E185}"/>
                  </a:ext>
                </a:extLst>
              </p:cNvPr>
              <p:cNvSpPr>
                <a:spLocks noChangeArrowheads="1"/>
              </p:cNvSpPr>
              <p:nvPr/>
            </p:nvSpPr>
            <p:spPr bwMode="gray">
              <a:xfrm rot="5400000" flipH="1">
                <a:off x="3142796" y="-460383"/>
                <a:ext cx="7048" cy="338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51" name="Rectangle 323">
                <a:extLst>
                  <a:ext uri="{FF2B5EF4-FFF2-40B4-BE49-F238E27FC236}">
                    <a16:creationId xmlns:a16="http://schemas.microsoft.com/office/drawing/2014/main" xmlns="" id="{3B38E621-A580-0839-1082-16CC0B634385}"/>
                  </a:ext>
                </a:extLst>
              </p:cNvPr>
              <p:cNvSpPr>
                <a:spLocks noChangeArrowheads="1"/>
              </p:cNvSpPr>
              <p:nvPr/>
            </p:nvSpPr>
            <p:spPr bwMode="gray">
              <a:xfrm rot="5400000" flipH="1">
                <a:off x="3144206" y="-462498"/>
                <a:ext cx="38053" cy="70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sp>
          <p:nvSpPr>
            <p:cNvPr id="117" name="TextBox 116">
              <a:extLst>
                <a:ext uri="{FF2B5EF4-FFF2-40B4-BE49-F238E27FC236}">
                  <a16:creationId xmlns:a16="http://schemas.microsoft.com/office/drawing/2014/main" xmlns="" id="{AEB43286-2C59-B376-5877-2A84C8CDF0F0}"/>
                </a:ext>
              </a:extLst>
            </p:cNvPr>
            <p:cNvSpPr txBox="1"/>
            <p:nvPr/>
          </p:nvSpPr>
          <p:spPr bwMode="gray">
            <a:xfrm>
              <a:off x="7313684" y="4002790"/>
              <a:ext cx="735101" cy="546679"/>
            </a:xfrm>
            <a:prstGeom prst="wedgeRectCallout">
              <a:avLst>
                <a:gd name="adj1" fmla="val 61554"/>
                <a:gd name="adj2" fmla="val 46425"/>
              </a:avLst>
            </a:prstGeom>
            <a:solidFill>
              <a:schemeClr val="bg1">
                <a:lumMod val="95000"/>
              </a:schemeClr>
            </a:solidFill>
            <a:ln>
              <a:solidFill>
                <a:schemeClr val="bg1">
                  <a:lumMod val="75000"/>
                </a:schemeClr>
              </a:solidFill>
            </a:ln>
          </p:spPr>
          <p:txBody>
            <a:bodyPr wrap="square" lIns="76200" tIns="45720" rIns="76200" bIns="4572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Calibri" panose="020F0502020204030204"/>
                  <a:ea typeface="+mn-ea"/>
                  <a:cs typeface="+mn-cs"/>
                </a:rPr>
                <a:t>You have received  Birr XX</a:t>
              </a:r>
            </a:p>
          </p:txBody>
        </p:sp>
        <p:sp>
          <p:nvSpPr>
            <p:cNvPr id="118" name="Freeform 625">
              <a:extLst>
                <a:ext uri="{FF2B5EF4-FFF2-40B4-BE49-F238E27FC236}">
                  <a16:creationId xmlns:a16="http://schemas.microsoft.com/office/drawing/2014/main" xmlns="" id="{A6C6CC5F-7103-CCC0-87C3-96AA5AA3E597}"/>
                </a:ext>
              </a:extLst>
            </p:cNvPr>
            <p:cNvSpPr>
              <a:spLocks/>
            </p:cNvSpPr>
            <p:nvPr/>
          </p:nvSpPr>
          <p:spPr bwMode="gray">
            <a:xfrm>
              <a:off x="8157467" y="4543394"/>
              <a:ext cx="83420" cy="82010"/>
            </a:xfrm>
            <a:custGeom>
              <a:avLst/>
              <a:gdLst>
                <a:gd name="T0" fmla="*/ 149 w 151"/>
                <a:gd name="T1" fmla="*/ 100 h 157"/>
                <a:gd name="T2" fmla="*/ 67 w 151"/>
                <a:gd name="T3" fmla="*/ 2 h 157"/>
                <a:gd name="T4" fmla="*/ 60 w 151"/>
                <a:gd name="T5" fmla="*/ 2 h 157"/>
                <a:gd name="T6" fmla="*/ 3 w 151"/>
                <a:gd name="T7" fmla="*/ 50 h 157"/>
                <a:gd name="T8" fmla="*/ 2 w 151"/>
                <a:gd name="T9" fmla="*/ 57 h 157"/>
                <a:gd name="T10" fmla="*/ 83 w 151"/>
                <a:gd name="T11" fmla="*/ 154 h 157"/>
                <a:gd name="T12" fmla="*/ 91 w 151"/>
                <a:gd name="T13" fmla="*/ 155 h 157"/>
                <a:gd name="T14" fmla="*/ 148 w 151"/>
                <a:gd name="T15" fmla="*/ 107 h 157"/>
                <a:gd name="T16" fmla="*/ 149 w 151"/>
                <a:gd name="T17" fmla="*/ 10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7">
                  <a:moveTo>
                    <a:pt x="149" y="100"/>
                  </a:moveTo>
                  <a:lnTo>
                    <a:pt x="67" y="2"/>
                  </a:lnTo>
                  <a:cubicBezTo>
                    <a:pt x="66" y="0"/>
                    <a:pt x="62" y="0"/>
                    <a:pt x="60" y="2"/>
                  </a:cubicBezTo>
                  <a:lnTo>
                    <a:pt x="3" y="50"/>
                  </a:lnTo>
                  <a:cubicBezTo>
                    <a:pt x="0" y="52"/>
                    <a:pt x="0" y="55"/>
                    <a:pt x="2" y="57"/>
                  </a:cubicBezTo>
                  <a:lnTo>
                    <a:pt x="83" y="154"/>
                  </a:lnTo>
                  <a:cubicBezTo>
                    <a:pt x="85" y="157"/>
                    <a:pt x="89" y="157"/>
                    <a:pt x="91" y="155"/>
                  </a:cubicBezTo>
                  <a:lnTo>
                    <a:pt x="148" y="107"/>
                  </a:lnTo>
                  <a:cubicBezTo>
                    <a:pt x="151" y="105"/>
                    <a:pt x="151" y="102"/>
                    <a:pt x="149" y="10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grpSp>
      <p:grpSp>
        <p:nvGrpSpPr>
          <p:cNvPr id="19" name="Group 18">
            <a:extLst>
              <a:ext uri="{FF2B5EF4-FFF2-40B4-BE49-F238E27FC236}">
                <a16:creationId xmlns:a16="http://schemas.microsoft.com/office/drawing/2014/main" xmlns="" id="{F8FCFB98-B25A-4E7E-D919-8DD603CFA8E1}"/>
              </a:ext>
            </a:extLst>
          </p:cNvPr>
          <p:cNvGrpSpPr/>
          <p:nvPr/>
        </p:nvGrpSpPr>
        <p:grpSpPr>
          <a:xfrm>
            <a:off x="1162097" y="3920235"/>
            <a:ext cx="569816" cy="1255560"/>
            <a:chOff x="2498531" y="3881937"/>
            <a:chExt cx="674745" cy="1486768"/>
          </a:xfrm>
        </p:grpSpPr>
        <p:grpSp>
          <p:nvGrpSpPr>
            <p:cNvPr id="33" name="Group 32">
              <a:extLst>
                <a:ext uri="{FF2B5EF4-FFF2-40B4-BE49-F238E27FC236}">
                  <a16:creationId xmlns:a16="http://schemas.microsoft.com/office/drawing/2014/main" xmlns="" id="{B48FC865-AC8F-3B1C-367C-CF83F8E63DDA}"/>
                </a:ext>
              </a:extLst>
            </p:cNvPr>
            <p:cNvGrpSpPr/>
            <p:nvPr/>
          </p:nvGrpSpPr>
          <p:grpSpPr bwMode="gray">
            <a:xfrm>
              <a:off x="2498531" y="3881937"/>
              <a:ext cx="674745" cy="1486768"/>
              <a:chOff x="13245594" y="3448825"/>
              <a:chExt cx="367136" cy="808966"/>
            </a:xfrm>
          </p:grpSpPr>
          <p:sp>
            <p:nvSpPr>
              <p:cNvPr id="49" name="Freeform 273">
                <a:extLst>
                  <a:ext uri="{FF2B5EF4-FFF2-40B4-BE49-F238E27FC236}">
                    <a16:creationId xmlns:a16="http://schemas.microsoft.com/office/drawing/2014/main" xmlns="" id="{BFCBCBC0-9595-EFE4-5907-A81C45200235}"/>
                  </a:ext>
                </a:extLst>
              </p:cNvPr>
              <p:cNvSpPr>
                <a:spLocks/>
              </p:cNvSpPr>
              <p:nvPr/>
            </p:nvSpPr>
            <p:spPr bwMode="gray">
              <a:xfrm rot="5400000" flipH="1">
                <a:off x="13024679" y="3669740"/>
                <a:ext cx="808966" cy="367136"/>
              </a:xfrm>
              <a:custGeom>
                <a:avLst/>
                <a:gdLst>
                  <a:gd name="T0" fmla="*/ 14036 w 30717"/>
                  <a:gd name="T1" fmla="*/ 13966 h 13980"/>
                  <a:gd name="T2" fmla="*/ 28370 w 30717"/>
                  <a:gd name="T3" fmla="*/ 13980 h 13980"/>
                  <a:gd name="T4" fmla="*/ 30717 w 30717"/>
                  <a:gd name="T5" fmla="*/ 11803 h 13980"/>
                  <a:gd name="T6" fmla="*/ 30717 w 30717"/>
                  <a:gd name="T7" fmla="*/ 2304 h 13980"/>
                  <a:gd name="T8" fmla="*/ 28375 w 30717"/>
                  <a:gd name="T9" fmla="*/ 0 h 13980"/>
                  <a:gd name="T10" fmla="*/ 2223 w 30717"/>
                  <a:gd name="T11" fmla="*/ 0 h 13980"/>
                  <a:gd name="T12" fmla="*/ 0 w 30717"/>
                  <a:gd name="T13" fmla="*/ 2304 h 13980"/>
                  <a:gd name="T14" fmla="*/ 0 w 30717"/>
                  <a:gd name="T15" fmla="*/ 11749 h 13980"/>
                  <a:gd name="T16" fmla="*/ 2214 w 30717"/>
                  <a:gd name="T17" fmla="*/ 13966 h 13980"/>
                  <a:gd name="T18" fmla="*/ 13372 w 30717"/>
                  <a:gd name="T19" fmla="*/ 13966 h 13980"/>
                  <a:gd name="T20" fmla="*/ 14036 w 30717"/>
                  <a:gd name="T21" fmla="*/ 13966 h 13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717" h="13980">
                    <a:moveTo>
                      <a:pt x="14036" y="13966"/>
                    </a:moveTo>
                    <a:cubicBezTo>
                      <a:pt x="15768" y="13966"/>
                      <a:pt x="27988" y="13980"/>
                      <a:pt x="28370" y="13980"/>
                    </a:cubicBezTo>
                    <a:cubicBezTo>
                      <a:pt x="30343" y="13980"/>
                      <a:pt x="30717" y="13011"/>
                      <a:pt x="30717" y="11803"/>
                    </a:cubicBezTo>
                    <a:lnTo>
                      <a:pt x="30717" y="2304"/>
                    </a:lnTo>
                    <a:cubicBezTo>
                      <a:pt x="30717" y="1197"/>
                      <a:pt x="30162" y="0"/>
                      <a:pt x="28375" y="0"/>
                    </a:cubicBezTo>
                    <a:lnTo>
                      <a:pt x="2223" y="0"/>
                    </a:lnTo>
                    <a:cubicBezTo>
                      <a:pt x="466" y="0"/>
                      <a:pt x="0" y="1197"/>
                      <a:pt x="0" y="2304"/>
                    </a:cubicBezTo>
                    <a:lnTo>
                      <a:pt x="0" y="11749"/>
                    </a:lnTo>
                    <a:cubicBezTo>
                      <a:pt x="0" y="12857"/>
                      <a:pt x="489" y="13966"/>
                      <a:pt x="2214" y="13966"/>
                    </a:cubicBezTo>
                    <a:lnTo>
                      <a:pt x="13372" y="13966"/>
                    </a:lnTo>
                    <a:lnTo>
                      <a:pt x="14036" y="13966"/>
                    </a:lnTo>
                  </a:path>
                </a:pathLst>
              </a:custGeom>
              <a:solidFill>
                <a:srgbClr val="33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50" name="Oval 274">
                <a:extLst>
                  <a:ext uri="{FF2B5EF4-FFF2-40B4-BE49-F238E27FC236}">
                    <a16:creationId xmlns:a16="http://schemas.microsoft.com/office/drawing/2014/main" xmlns="" id="{A428A654-7D1C-42BC-5366-72875E571BF7}"/>
                  </a:ext>
                </a:extLst>
              </p:cNvPr>
              <p:cNvSpPr>
                <a:spLocks noChangeArrowheads="1"/>
              </p:cNvSpPr>
              <p:nvPr/>
            </p:nvSpPr>
            <p:spPr bwMode="gray">
              <a:xfrm rot="5400000" flipH="1">
                <a:off x="13395338" y="4151033"/>
                <a:ext cx="68353" cy="69058"/>
              </a:xfrm>
              <a:prstGeom prst="ellipse">
                <a:avLst/>
              </a:pr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51" name="Freeform 275">
                <a:extLst>
                  <a:ext uri="{FF2B5EF4-FFF2-40B4-BE49-F238E27FC236}">
                    <a16:creationId xmlns:a16="http://schemas.microsoft.com/office/drawing/2014/main" xmlns="" id="{68D353CD-A4D2-9A65-04C8-572DFA3DA692}"/>
                  </a:ext>
                </a:extLst>
              </p:cNvPr>
              <p:cNvSpPr>
                <a:spLocks/>
              </p:cNvSpPr>
              <p:nvPr/>
            </p:nvSpPr>
            <p:spPr bwMode="gray">
              <a:xfrm rot="5400000" flipH="1">
                <a:off x="13149406" y="3681721"/>
                <a:ext cx="560216" cy="315693"/>
              </a:xfrm>
              <a:custGeom>
                <a:avLst/>
                <a:gdLst>
                  <a:gd name="T0" fmla="*/ 21267 w 21267"/>
                  <a:gd name="T1" fmla="*/ 11871 h 12034"/>
                  <a:gd name="T2" fmla="*/ 21104 w 21267"/>
                  <a:gd name="T3" fmla="*/ 12034 h 12034"/>
                  <a:gd name="T4" fmla="*/ 163 w 21267"/>
                  <a:gd name="T5" fmla="*/ 12034 h 12034"/>
                  <a:gd name="T6" fmla="*/ 0 w 21267"/>
                  <a:gd name="T7" fmla="*/ 11871 h 12034"/>
                  <a:gd name="T8" fmla="*/ 0 w 21267"/>
                  <a:gd name="T9" fmla="*/ 163 h 12034"/>
                  <a:gd name="T10" fmla="*/ 163 w 21267"/>
                  <a:gd name="T11" fmla="*/ 0 h 12034"/>
                  <a:gd name="T12" fmla="*/ 21104 w 21267"/>
                  <a:gd name="T13" fmla="*/ 0 h 12034"/>
                  <a:gd name="T14" fmla="*/ 21267 w 21267"/>
                  <a:gd name="T15" fmla="*/ 163 h 12034"/>
                  <a:gd name="T16" fmla="*/ 21267 w 21267"/>
                  <a:gd name="T17" fmla="*/ 11871 h 1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67" h="12034">
                    <a:moveTo>
                      <a:pt x="21267" y="11871"/>
                    </a:moveTo>
                    <a:cubicBezTo>
                      <a:pt x="21267" y="11961"/>
                      <a:pt x="21194" y="12034"/>
                      <a:pt x="21104" y="12034"/>
                    </a:cubicBezTo>
                    <a:lnTo>
                      <a:pt x="163" y="12034"/>
                    </a:lnTo>
                    <a:cubicBezTo>
                      <a:pt x="73" y="12034"/>
                      <a:pt x="0" y="11961"/>
                      <a:pt x="0" y="11871"/>
                    </a:cubicBezTo>
                    <a:lnTo>
                      <a:pt x="0" y="163"/>
                    </a:lnTo>
                    <a:cubicBezTo>
                      <a:pt x="0" y="73"/>
                      <a:pt x="73" y="0"/>
                      <a:pt x="163" y="0"/>
                    </a:cubicBezTo>
                    <a:lnTo>
                      <a:pt x="21104" y="0"/>
                    </a:lnTo>
                    <a:cubicBezTo>
                      <a:pt x="21194" y="0"/>
                      <a:pt x="21267" y="73"/>
                      <a:pt x="21267" y="163"/>
                    </a:cubicBezTo>
                    <a:lnTo>
                      <a:pt x="21267" y="11871"/>
                    </a:lnTo>
                  </a:path>
                </a:pathLst>
              </a:custGeom>
              <a:solidFill>
                <a:srgbClr val="FEF9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52" name="Freeform 280">
                <a:extLst>
                  <a:ext uri="{FF2B5EF4-FFF2-40B4-BE49-F238E27FC236}">
                    <a16:creationId xmlns:a16="http://schemas.microsoft.com/office/drawing/2014/main" xmlns="" id="{EDFF4313-A864-8F1D-2B02-60FF5269530E}"/>
                  </a:ext>
                </a:extLst>
              </p:cNvPr>
              <p:cNvSpPr>
                <a:spLocks/>
              </p:cNvSpPr>
              <p:nvPr/>
            </p:nvSpPr>
            <p:spPr bwMode="gray">
              <a:xfrm rot="5400000" flipH="1">
                <a:off x="13425287" y="3442483"/>
                <a:ext cx="8457" cy="124022"/>
              </a:xfrm>
              <a:custGeom>
                <a:avLst/>
                <a:gdLst>
                  <a:gd name="T0" fmla="*/ 317 w 317"/>
                  <a:gd name="T1" fmla="*/ 4559 h 4717"/>
                  <a:gd name="T2" fmla="*/ 158 w 317"/>
                  <a:gd name="T3" fmla="*/ 4717 h 4717"/>
                  <a:gd name="T4" fmla="*/ 0 w 317"/>
                  <a:gd name="T5" fmla="*/ 4559 h 4717"/>
                  <a:gd name="T6" fmla="*/ 0 w 317"/>
                  <a:gd name="T7" fmla="*/ 159 h 4717"/>
                  <a:gd name="T8" fmla="*/ 158 w 317"/>
                  <a:gd name="T9" fmla="*/ 0 h 4717"/>
                  <a:gd name="T10" fmla="*/ 317 w 317"/>
                  <a:gd name="T11" fmla="*/ 159 h 4717"/>
                  <a:gd name="T12" fmla="*/ 317 w 317"/>
                  <a:gd name="T13" fmla="*/ 4559 h 4717"/>
                </a:gdLst>
                <a:ahLst/>
                <a:cxnLst>
                  <a:cxn ang="0">
                    <a:pos x="T0" y="T1"/>
                  </a:cxn>
                  <a:cxn ang="0">
                    <a:pos x="T2" y="T3"/>
                  </a:cxn>
                  <a:cxn ang="0">
                    <a:pos x="T4" y="T5"/>
                  </a:cxn>
                  <a:cxn ang="0">
                    <a:pos x="T6" y="T7"/>
                  </a:cxn>
                  <a:cxn ang="0">
                    <a:pos x="T8" y="T9"/>
                  </a:cxn>
                  <a:cxn ang="0">
                    <a:pos x="T10" y="T11"/>
                  </a:cxn>
                  <a:cxn ang="0">
                    <a:pos x="T12" y="T13"/>
                  </a:cxn>
                </a:cxnLst>
                <a:rect l="0" t="0" r="r" b="b"/>
                <a:pathLst>
                  <a:path w="317" h="4717">
                    <a:moveTo>
                      <a:pt x="317" y="4559"/>
                    </a:moveTo>
                    <a:cubicBezTo>
                      <a:pt x="317" y="4646"/>
                      <a:pt x="246" y="4717"/>
                      <a:pt x="158" y="4717"/>
                    </a:cubicBezTo>
                    <a:cubicBezTo>
                      <a:pt x="71" y="4717"/>
                      <a:pt x="0" y="4646"/>
                      <a:pt x="0" y="4559"/>
                    </a:cubicBezTo>
                    <a:lnTo>
                      <a:pt x="0" y="159"/>
                    </a:lnTo>
                    <a:cubicBezTo>
                      <a:pt x="0" y="71"/>
                      <a:pt x="71" y="0"/>
                      <a:pt x="158" y="0"/>
                    </a:cubicBezTo>
                    <a:cubicBezTo>
                      <a:pt x="246" y="0"/>
                      <a:pt x="317" y="71"/>
                      <a:pt x="317" y="159"/>
                    </a:cubicBezTo>
                    <a:lnTo>
                      <a:pt x="317" y="4559"/>
                    </a:lnTo>
                  </a:path>
                </a:pathLst>
              </a:custGeom>
              <a:solidFill>
                <a:srgbClr val="484C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grpSp>
        <p:sp>
          <p:nvSpPr>
            <p:cNvPr id="34" name="Rectangle 33">
              <a:extLst>
                <a:ext uri="{FF2B5EF4-FFF2-40B4-BE49-F238E27FC236}">
                  <a16:creationId xmlns:a16="http://schemas.microsoft.com/office/drawing/2014/main" xmlns="" id="{88F149AE-1DBD-8735-091C-ED9350B04958}"/>
                </a:ext>
              </a:extLst>
            </p:cNvPr>
            <p:cNvSpPr/>
            <p:nvPr/>
          </p:nvSpPr>
          <p:spPr bwMode="gray">
            <a:xfrm>
              <a:off x="2618942"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xmlns="" id="{3DB614CC-29DE-2AA0-0F93-149FB607218D}"/>
                </a:ext>
              </a:extLst>
            </p:cNvPr>
            <p:cNvSpPr/>
            <p:nvPr/>
          </p:nvSpPr>
          <p:spPr bwMode="gray">
            <a:xfrm>
              <a:off x="2733279"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xmlns="" id="{A335C7A5-73CD-A666-EA21-B196ACD7C6A3}"/>
                </a:ext>
              </a:extLst>
            </p:cNvPr>
            <p:cNvSpPr/>
            <p:nvPr/>
          </p:nvSpPr>
          <p:spPr bwMode="gray">
            <a:xfrm>
              <a:off x="2847616"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pic>
          <p:nvPicPr>
            <p:cNvPr id="37" name="Picture 36">
              <a:extLst>
                <a:ext uri="{FF2B5EF4-FFF2-40B4-BE49-F238E27FC236}">
                  <a16:creationId xmlns:a16="http://schemas.microsoft.com/office/drawing/2014/main" xmlns="" id="{52624ED1-2BF1-63DD-6444-4292C65898E9}"/>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bwMode="gray">
            <a:xfrm>
              <a:off x="2594084" y="4121262"/>
              <a:ext cx="523657" cy="119445"/>
            </a:xfrm>
            <a:prstGeom prst="rect">
              <a:avLst/>
            </a:prstGeom>
          </p:spPr>
        </p:pic>
        <p:sp>
          <p:nvSpPr>
            <p:cNvPr id="38" name="TextBox 37">
              <a:extLst>
                <a:ext uri="{FF2B5EF4-FFF2-40B4-BE49-F238E27FC236}">
                  <a16:creationId xmlns:a16="http://schemas.microsoft.com/office/drawing/2014/main" xmlns="" id="{29E6C094-47DA-4DAE-3DA8-7D40880AD619}"/>
                </a:ext>
              </a:extLst>
            </p:cNvPr>
            <p:cNvSpPr txBox="1"/>
            <p:nvPr/>
          </p:nvSpPr>
          <p:spPr>
            <a:xfrm>
              <a:off x="2564670" y="4091699"/>
              <a:ext cx="542466" cy="191338"/>
            </a:xfrm>
            <a:prstGeom prst="rect">
              <a:avLst/>
            </a:prstGeom>
            <a:solidFill>
              <a:srgbClr val="FEF9E6"/>
            </a:solidFill>
          </p:spPr>
          <p:txBody>
            <a:bodyPr vert="horz" wrap="square" lIns="27432" tIns="18288" rIns="18288" bIns="18288"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00" dirty="0"/>
                <a:t>Please confirm you want to pay XX PKR to [Merchant XYZ] </a:t>
              </a:r>
            </a:p>
          </p:txBody>
        </p:sp>
        <p:sp>
          <p:nvSpPr>
            <p:cNvPr id="39" name="TextBox 38">
              <a:extLst>
                <a:ext uri="{FF2B5EF4-FFF2-40B4-BE49-F238E27FC236}">
                  <a16:creationId xmlns:a16="http://schemas.microsoft.com/office/drawing/2014/main" xmlns="" id="{76F6D4E9-DCA3-8843-BB01-F7F71FF159A1}"/>
                </a:ext>
              </a:extLst>
            </p:cNvPr>
            <p:cNvSpPr txBox="1"/>
            <p:nvPr/>
          </p:nvSpPr>
          <p:spPr>
            <a:xfrm>
              <a:off x="2564670" y="4283602"/>
              <a:ext cx="542466" cy="92935"/>
            </a:xfrm>
            <a:prstGeom prst="rect">
              <a:avLst/>
            </a:prstGeom>
            <a:solidFill>
              <a:srgbClr val="FEF9E6"/>
            </a:solidFill>
          </p:spPr>
          <p:txBody>
            <a:bodyPr vert="horz" wrap="square" lIns="27432" tIns="18288" rIns="18288" bIns="18288" rtlCol="0">
              <a:spAutoFit/>
            </a:bodyPr>
            <a:lstStyle>
              <a:lvl1pPr lvl="0" indent="0" defTabSz="895350" fontAlgn="base">
                <a:lnSpc>
                  <a:spcPct val="90000"/>
                </a:lnSpc>
                <a:spcBef>
                  <a:spcPct val="0"/>
                </a:spcBef>
                <a:spcAft>
                  <a:spcPct val="0"/>
                </a:spcAft>
                <a:buClr>
                  <a:schemeClr val="tx2"/>
                </a:buClr>
                <a:buSzPct val="100000"/>
                <a:buFontTx/>
                <a:buNone/>
                <a:defRPr lang="en-US" sz="1400" baseline="0" dirty="0">
                  <a:latin typeface="Arial" panose="020B0604020202020204" pitchFamily="34" charset="0"/>
                  <a:cs typeface="Arial" panose="020B0604020202020204" pitchFamily="34" charset="0"/>
                </a:defRPr>
              </a:lvl1pPr>
              <a:lvl2pPr marL="0" lvl="1"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2pPr>
              <a:lvl3pPr marL="0" lvl="2"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3pPr>
              <a:lvl4pPr marL="0" lvl="3"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4pPr>
              <a:lvl5pPr marL="0" lvl="4" indent="0" defTabSz="895350" fontAlgn="base">
                <a:lnSpc>
                  <a:spcPct val="90000"/>
                </a:lnSpc>
                <a:spcBef>
                  <a:spcPct val="0"/>
                </a:spcBef>
                <a:spcAft>
                  <a:spcPct val="0"/>
                </a:spcAft>
                <a:buClr>
                  <a:schemeClr val="tx2"/>
                </a:buClr>
                <a:buSzPct val="100000"/>
                <a:buFont typeface="Arial" panose="020B0604020202020204" pitchFamily="34" charset="0"/>
                <a:buChar char="•"/>
                <a:defRPr lang="en-US" sz="1400" baseline="0" dirty="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300" b="1" dirty="0"/>
                <a:t>Please enter your PIN:</a:t>
              </a:r>
            </a:p>
          </p:txBody>
        </p:sp>
        <p:grpSp>
          <p:nvGrpSpPr>
            <p:cNvPr id="40" name="Group 39">
              <a:extLst>
                <a:ext uri="{FF2B5EF4-FFF2-40B4-BE49-F238E27FC236}">
                  <a16:creationId xmlns:a16="http://schemas.microsoft.com/office/drawing/2014/main" xmlns="" id="{EA5C1FEA-D919-75D0-7E04-230C0507A791}"/>
                </a:ext>
              </a:extLst>
            </p:cNvPr>
            <p:cNvGrpSpPr>
              <a:grpSpLocks/>
            </p:cNvGrpSpPr>
            <p:nvPr/>
          </p:nvGrpSpPr>
          <p:grpSpPr>
            <a:xfrm>
              <a:off x="2637874" y="4582136"/>
              <a:ext cx="179388" cy="76200"/>
              <a:chOff x="10831513" y="2003425"/>
              <a:chExt cx="179388" cy="76200"/>
            </a:xfrm>
            <a:solidFill>
              <a:srgbClr val="92D050"/>
            </a:solidFill>
          </p:grpSpPr>
          <p:sp>
            <p:nvSpPr>
              <p:cNvPr id="47" name="Rectangle 46">
                <a:extLst>
                  <a:ext uri="{FF2B5EF4-FFF2-40B4-BE49-F238E27FC236}">
                    <a16:creationId xmlns:a16="http://schemas.microsoft.com/office/drawing/2014/main" xmlns="" id="{39E30CC1-91B3-CB82-D01A-F6BFE5761301}"/>
                  </a:ext>
                </a:extLst>
              </p:cNvPr>
              <p:cNvSpPr>
                <a:spLocks noChangeArrowheads="1"/>
              </p:cNvSpPr>
              <p:nvPr/>
            </p:nvSpPr>
            <p:spPr bwMode="auto">
              <a:xfrm>
                <a:off x="10831513" y="2003425"/>
                <a:ext cx="179388" cy="762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600" dirty="0"/>
              </a:p>
            </p:txBody>
          </p:sp>
          <p:sp>
            <p:nvSpPr>
              <p:cNvPr id="48" name="Rectangle 47">
                <a:extLst>
                  <a:ext uri="{FF2B5EF4-FFF2-40B4-BE49-F238E27FC236}">
                    <a16:creationId xmlns:a16="http://schemas.microsoft.com/office/drawing/2014/main" xmlns="" id="{6CDB89C8-B55C-235C-F2E5-34E6840AF3B6}"/>
                  </a:ext>
                </a:extLst>
              </p:cNvPr>
              <p:cNvSpPr>
                <a:spLocks noChangeArrowheads="1"/>
              </p:cNvSpPr>
              <p:nvPr/>
            </p:nvSpPr>
            <p:spPr bwMode="auto">
              <a:xfrm>
                <a:off x="10831513" y="2003425"/>
                <a:ext cx="179388" cy="76200"/>
              </a:xfrm>
              <a:prstGeom prst="rect">
                <a:avLst/>
              </a:prstGeom>
              <a:grp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600" dirty="0"/>
              </a:p>
            </p:txBody>
          </p:sp>
        </p:grpSp>
        <p:sp>
          <p:nvSpPr>
            <p:cNvPr id="41" name="Freeform 99">
              <a:extLst>
                <a:ext uri="{FF2B5EF4-FFF2-40B4-BE49-F238E27FC236}">
                  <a16:creationId xmlns:a16="http://schemas.microsoft.com/office/drawing/2014/main" xmlns="" id="{2BF8967C-A6C6-BC26-B51D-31A72B7D2EA9}"/>
                </a:ext>
              </a:extLst>
            </p:cNvPr>
            <p:cNvSpPr>
              <a:spLocks/>
            </p:cNvSpPr>
            <p:nvPr>
              <p:custDataLst>
                <p:tags r:id="rId1"/>
              </p:custDataLst>
            </p:nvPr>
          </p:nvSpPr>
          <p:spPr bwMode="auto">
            <a:xfrm>
              <a:off x="2699978" y="4594062"/>
              <a:ext cx="55180" cy="52349"/>
            </a:xfrm>
            <a:custGeom>
              <a:avLst/>
              <a:gdLst>
                <a:gd name="T0" fmla="*/ 3040 w 3040"/>
                <a:gd name="T1" fmla="*/ 109 h 2884"/>
                <a:gd name="T2" fmla="*/ 2860 w 3040"/>
                <a:gd name="T3" fmla="*/ 256 h 2884"/>
                <a:gd name="T4" fmla="*/ 2673 w 3040"/>
                <a:gd name="T5" fmla="*/ 428 h 2884"/>
                <a:gd name="T6" fmla="*/ 2479 w 3040"/>
                <a:gd name="T7" fmla="*/ 627 h 2884"/>
                <a:gd name="T8" fmla="*/ 2277 w 3040"/>
                <a:gd name="T9" fmla="*/ 853 h 2884"/>
                <a:gd name="T10" fmla="*/ 2067 w 3040"/>
                <a:gd name="T11" fmla="*/ 1106 h 2884"/>
                <a:gd name="T12" fmla="*/ 1926 w 3040"/>
                <a:gd name="T13" fmla="*/ 1287 h 2884"/>
                <a:gd name="T14" fmla="*/ 1727 w 3040"/>
                <a:gd name="T15" fmla="*/ 1556 h 2884"/>
                <a:gd name="T16" fmla="*/ 1546 w 3040"/>
                <a:gd name="T17" fmla="*/ 1819 h 2884"/>
                <a:gd name="T18" fmla="*/ 1385 w 3040"/>
                <a:gd name="T19" fmla="*/ 2076 h 2884"/>
                <a:gd name="T20" fmla="*/ 1243 w 3040"/>
                <a:gd name="T21" fmla="*/ 2324 h 2884"/>
                <a:gd name="T22" fmla="*/ 1120 w 3040"/>
                <a:gd name="T23" fmla="*/ 2567 h 2884"/>
                <a:gd name="T24" fmla="*/ 865 w 3040"/>
                <a:gd name="T25" fmla="*/ 2741 h 2884"/>
                <a:gd name="T26" fmla="*/ 704 w 3040"/>
                <a:gd name="T27" fmla="*/ 2867 h 2884"/>
                <a:gd name="T28" fmla="*/ 675 w 3040"/>
                <a:gd name="T29" fmla="*/ 2856 h 2884"/>
                <a:gd name="T30" fmla="*/ 603 w 3040"/>
                <a:gd name="T31" fmla="*/ 2655 h 2884"/>
                <a:gd name="T32" fmla="*/ 498 w 3040"/>
                <a:gd name="T33" fmla="*/ 2404 h 2884"/>
                <a:gd name="T34" fmla="*/ 401 w 3040"/>
                <a:gd name="T35" fmla="*/ 2197 h 2884"/>
                <a:gd name="T36" fmla="*/ 311 w 3040"/>
                <a:gd name="T37" fmla="*/ 2034 h 2884"/>
                <a:gd name="T38" fmla="*/ 253 w 3040"/>
                <a:gd name="T39" fmla="*/ 1950 h 2884"/>
                <a:gd name="T40" fmla="*/ 164 w 3040"/>
                <a:gd name="T41" fmla="*/ 1855 h 2884"/>
                <a:gd name="T42" fmla="*/ 69 w 3040"/>
                <a:gd name="T43" fmla="*/ 1786 h 2884"/>
                <a:gd name="T44" fmla="*/ 0 w 3040"/>
                <a:gd name="T45" fmla="*/ 1757 h 2884"/>
                <a:gd name="T46" fmla="*/ 87 w 3040"/>
                <a:gd name="T47" fmla="*/ 1672 h 2884"/>
                <a:gd name="T48" fmla="*/ 172 w 3040"/>
                <a:gd name="T49" fmla="*/ 1605 h 2884"/>
                <a:gd name="T50" fmla="*/ 254 w 3040"/>
                <a:gd name="T51" fmla="*/ 1555 h 2884"/>
                <a:gd name="T52" fmla="*/ 332 w 3040"/>
                <a:gd name="T53" fmla="*/ 1523 h 2884"/>
                <a:gd name="T54" fmla="*/ 409 w 3040"/>
                <a:gd name="T55" fmla="*/ 1508 h 2884"/>
                <a:gd name="T56" fmla="*/ 444 w 3040"/>
                <a:gd name="T57" fmla="*/ 1507 h 2884"/>
                <a:gd name="T58" fmla="*/ 476 w 3040"/>
                <a:gd name="T59" fmla="*/ 1513 h 2884"/>
                <a:gd name="T60" fmla="*/ 543 w 3040"/>
                <a:gd name="T61" fmla="*/ 1551 h 2884"/>
                <a:gd name="T62" fmla="*/ 612 w 3040"/>
                <a:gd name="T63" fmla="*/ 1621 h 2884"/>
                <a:gd name="T64" fmla="*/ 683 w 3040"/>
                <a:gd name="T65" fmla="*/ 1723 h 2884"/>
                <a:gd name="T66" fmla="*/ 757 w 3040"/>
                <a:gd name="T67" fmla="*/ 1858 h 2884"/>
                <a:gd name="T68" fmla="*/ 877 w 3040"/>
                <a:gd name="T69" fmla="*/ 2117 h 2884"/>
                <a:gd name="T70" fmla="*/ 973 w 3040"/>
                <a:gd name="T71" fmla="*/ 1963 h 2884"/>
                <a:gd name="T72" fmla="*/ 1129 w 3040"/>
                <a:gd name="T73" fmla="*/ 1731 h 2884"/>
                <a:gd name="T74" fmla="*/ 1299 w 3040"/>
                <a:gd name="T75" fmla="*/ 1503 h 2884"/>
                <a:gd name="T76" fmla="*/ 1485 w 3040"/>
                <a:gd name="T77" fmla="*/ 1277 h 2884"/>
                <a:gd name="T78" fmla="*/ 1685 w 3040"/>
                <a:gd name="T79" fmla="*/ 1052 h 2884"/>
                <a:gd name="T80" fmla="*/ 1828 w 3040"/>
                <a:gd name="T81" fmla="*/ 904 h 2884"/>
                <a:gd name="T82" fmla="*/ 2045 w 3040"/>
                <a:gd name="T83" fmla="*/ 693 h 2884"/>
                <a:gd name="T84" fmla="*/ 2260 w 3040"/>
                <a:gd name="T85" fmla="*/ 502 h 2884"/>
                <a:gd name="T86" fmla="*/ 2474 w 3040"/>
                <a:gd name="T87" fmla="*/ 328 h 2884"/>
                <a:gd name="T88" fmla="*/ 2685 w 3040"/>
                <a:gd name="T89" fmla="*/ 175 h 2884"/>
                <a:gd name="T90" fmla="*/ 2893 w 3040"/>
                <a:gd name="T91" fmla="*/ 40 h 2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40" h="2884">
                  <a:moveTo>
                    <a:pt x="2963" y="0"/>
                  </a:moveTo>
                  <a:lnTo>
                    <a:pt x="3040" y="109"/>
                  </a:lnTo>
                  <a:lnTo>
                    <a:pt x="3040" y="109"/>
                  </a:lnTo>
                  <a:lnTo>
                    <a:pt x="2981" y="155"/>
                  </a:lnTo>
                  <a:lnTo>
                    <a:pt x="2922" y="203"/>
                  </a:lnTo>
                  <a:lnTo>
                    <a:pt x="2860" y="256"/>
                  </a:lnTo>
                  <a:lnTo>
                    <a:pt x="2799" y="309"/>
                  </a:lnTo>
                  <a:lnTo>
                    <a:pt x="2736" y="367"/>
                  </a:lnTo>
                  <a:lnTo>
                    <a:pt x="2673" y="428"/>
                  </a:lnTo>
                  <a:lnTo>
                    <a:pt x="2610" y="491"/>
                  </a:lnTo>
                  <a:lnTo>
                    <a:pt x="2545" y="557"/>
                  </a:lnTo>
                  <a:lnTo>
                    <a:pt x="2479" y="627"/>
                  </a:lnTo>
                  <a:lnTo>
                    <a:pt x="2413" y="699"/>
                  </a:lnTo>
                  <a:lnTo>
                    <a:pt x="2346" y="775"/>
                  </a:lnTo>
                  <a:lnTo>
                    <a:pt x="2277" y="853"/>
                  </a:lnTo>
                  <a:lnTo>
                    <a:pt x="2209" y="934"/>
                  </a:lnTo>
                  <a:lnTo>
                    <a:pt x="2139" y="1018"/>
                  </a:lnTo>
                  <a:lnTo>
                    <a:pt x="2067" y="1106"/>
                  </a:lnTo>
                  <a:lnTo>
                    <a:pt x="1996" y="1196"/>
                  </a:lnTo>
                  <a:lnTo>
                    <a:pt x="1996" y="1196"/>
                  </a:lnTo>
                  <a:lnTo>
                    <a:pt x="1926" y="1287"/>
                  </a:lnTo>
                  <a:lnTo>
                    <a:pt x="1858" y="1377"/>
                  </a:lnTo>
                  <a:lnTo>
                    <a:pt x="1790" y="1468"/>
                  </a:lnTo>
                  <a:lnTo>
                    <a:pt x="1727" y="1556"/>
                  </a:lnTo>
                  <a:lnTo>
                    <a:pt x="1664" y="1645"/>
                  </a:lnTo>
                  <a:lnTo>
                    <a:pt x="1605" y="1733"/>
                  </a:lnTo>
                  <a:lnTo>
                    <a:pt x="1546" y="1819"/>
                  </a:lnTo>
                  <a:lnTo>
                    <a:pt x="1490" y="1905"/>
                  </a:lnTo>
                  <a:lnTo>
                    <a:pt x="1437" y="1991"/>
                  </a:lnTo>
                  <a:lnTo>
                    <a:pt x="1385" y="2076"/>
                  </a:lnTo>
                  <a:lnTo>
                    <a:pt x="1336" y="2159"/>
                  </a:lnTo>
                  <a:lnTo>
                    <a:pt x="1289" y="2242"/>
                  </a:lnTo>
                  <a:lnTo>
                    <a:pt x="1243" y="2324"/>
                  </a:lnTo>
                  <a:lnTo>
                    <a:pt x="1200" y="2405"/>
                  </a:lnTo>
                  <a:lnTo>
                    <a:pt x="1160" y="2486"/>
                  </a:lnTo>
                  <a:lnTo>
                    <a:pt x="1120" y="2567"/>
                  </a:lnTo>
                  <a:lnTo>
                    <a:pt x="958" y="2676"/>
                  </a:lnTo>
                  <a:lnTo>
                    <a:pt x="958" y="2676"/>
                  </a:lnTo>
                  <a:lnTo>
                    <a:pt x="865" y="2741"/>
                  </a:lnTo>
                  <a:lnTo>
                    <a:pt x="788" y="2798"/>
                  </a:lnTo>
                  <a:lnTo>
                    <a:pt x="728" y="2845"/>
                  </a:lnTo>
                  <a:lnTo>
                    <a:pt x="704" y="2867"/>
                  </a:lnTo>
                  <a:lnTo>
                    <a:pt x="683" y="2884"/>
                  </a:lnTo>
                  <a:lnTo>
                    <a:pt x="683" y="2884"/>
                  </a:lnTo>
                  <a:lnTo>
                    <a:pt x="675" y="2856"/>
                  </a:lnTo>
                  <a:lnTo>
                    <a:pt x="666" y="2825"/>
                  </a:lnTo>
                  <a:lnTo>
                    <a:pt x="639" y="2748"/>
                  </a:lnTo>
                  <a:lnTo>
                    <a:pt x="603" y="2655"/>
                  </a:lnTo>
                  <a:lnTo>
                    <a:pt x="560" y="2546"/>
                  </a:lnTo>
                  <a:lnTo>
                    <a:pt x="498" y="2404"/>
                  </a:lnTo>
                  <a:lnTo>
                    <a:pt x="498" y="2404"/>
                  </a:lnTo>
                  <a:lnTo>
                    <a:pt x="465" y="2330"/>
                  </a:lnTo>
                  <a:lnTo>
                    <a:pt x="433" y="2261"/>
                  </a:lnTo>
                  <a:lnTo>
                    <a:pt x="401" y="2197"/>
                  </a:lnTo>
                  <a:lnTo>
                    <a:pt x="371" y="2137"/>
                  </a:lnTo>
                  <a:lnTo>
                    <a:pt x="340" y="2084"/>
                  </a:lnTo>
                  <a:lnTo>
                    <a:pt x="311" y="2034"/>
                  </a:lnTo>
                  <a:lnTo>
                    <a:pt x="281" y="1991"/>
                  </a:lnTo>
                  <a:lnTo>
                    <a:pt x="253" y="1950"/>
                  </a:lnTo>
                  <a:lnTo>
                    <a:pt x="253" y="1950"/>
                  </a:lnTo>
                  <a:lnTo>
                    <a:pt x="225" y="1915"/>
                  </a:lnTo>
                  <a:lnTo>
                    <a:pt x="195" y="1885"/>
                  </a:lnTo>
                  <a:lnTo>
                    <a:pt x="164" y="1855"/>
                  </a:lnTo>
                  <a:lnTo>
                    <a:pt x="133" y="1829"/>
                  </a:lnTo>
                  <a:lnTo>
                    <a:pt x="101" y="1807"/>
                  </a:lnTo>
                  <a:lnTo>
                    <a:pt x="69" y="1786"/>
                  </a:lnTo>
                  <a:lnTo>
                    <a:pt x="35" y="1770"/>
                  </a:lnTo>
                  <a:lnTo>
                    <a:pt x="0" y="1757"/>
                  </a:lnTo>
                  <a:lnTo>
                    <a:pt x="0" y="1757"/>
                  </a:lnTo>
                  <a:lnTo>
                    <a:pt x="30" y="1726"/>
                  </a:lnTo>
                  <a:lnTo>
                    <a:pt x="59" y="1698"/>
                  </a:lnTo>
                  <a:lnTo>
                    <a:pt x="87" y="1672"/>
                  </a:lnTo>
                  <a:lnTo>
                    <a:pt x="116" y="1646"/>
                  </a:lnTo>
                  <a:lnTo>
                    <a:pt x="144" y="1625"/>
                  </a:lnTo>
                  <a:lnTo>
                    <a:pt x="172" y="1605"/>
                  </a:lnTo>
                  <a:lnTo>
                    <a:pt x="199" y="1586"/>
                  </a:lnTo>
                  <a:lnTo>
                    <a:pt x="227" y="1568"/>
                  </a:lnTo>
                  <a:lnTo>
                    <a:pt x="254" y="1555"/>
                  </a:lnTo>
                  <a:lnTo>
                    <a:pt x="281" y="1542"/>
                  </a:lnTo>
                  <a:lnTo>
                    <a:pt x="307" y="1531"/>
                  </a:lnTo>
                  <a:lnTo>
                    <a:pt x="332" y="1523"/>
                  </a:lnTo>
                  <a:lnTo>
                    <a:pt x="359" y="1516"/>
                  </a:lnTo>
                  <a:lnTo>
                    <a:pt x="385" y="1511"/>
                  </a:lnTo>
                  <a:lnTo>
                    <a:pt x="409" y="1508"/>
                  </a:lnTo>
                  <a:lnTo>
                    <a:pt x="434" y="1507"/>
                  </a:lnTo>
                  <a:lnTo>
                    <a:pt x="434" y="1507"/>
                  </a:lnTo>
                  <a:lnTo>
                    <a:pt x="444" y="1507"/>
                  </a:lnTo>
                  <a:lnTo>
                    <a:pt x="455" y="1508"/>
                  </a:lnTo>
                  <a:lnTo>
                    <a:pt x="465" y="1511"/>
                  </a:lnTo>
                  <a:lnTo>
                    <a:pt x="476" y="1513"/>
                  </a:lnTo>
                  <a:lnTo>
                    <a:pt x="499" y="1523"/>
                  </a:lnTo>
                  <a:lnTo>
                    <a:pt x="521" y="1535"/>
                  </a:lnTo>
                  <a:lnTo>
                    <a:pt x="543" y="1551"/>
                  </a:lnTo>
                  <a:lnTo>
                    <a:pt x="566" y="1571"/>
                  </a:lnTo>
                  <a:lnTo>
                    <a:pt x="589" y="1594"/>
                  </a:lnTo>
                  <a:lnTo>
                    <a:pt x="612" y="1621"/>
                  </a:lnTo>
                  <a:lnTo>
                    <a:pt x="636" y="1652"/>
                  </a:lnTo>
                  <a:lnTo>
                    <a:pt x="659" y="1685"/>
                  </a:lnTo>
                  <a:lnTo>
                    <a:pt x="683" y="1723"/>
                  </a:lnTo>
                  <a:lnTo>
                    <a:pt x="708" y="1763"/>
                  </a:lnTo>
                  <a:lnTo>
                    <a:pt x="733" y="1809"/>
                  </a:lnTo>
                  <a:lnTo>
                    <a:pt x="757" y="1858"/>
                  </a:lnTo>
                  <a:lnTo>
                    <a:pt x="783" y="1909"/>
                  </a:lnTo>
                  <a:lnTo>
                    <a:pt x="808" y="1964"/>
                  </a:lnTo>
                  <a:lnTo>
                    <a:pt x="877" y="2117"/>
                  </a:lnTo>
                  <a:lnTo>
                    <a:pt x="877" y="2117"/>
                  </a:lnTo>
                  <a:lnTo>
                    <a:pt x="924" y="2039"/>
                  </a:lnTo>
                  <a:lnTo>
                    <a:pt x="973" y="1963"/>
                  </a:lnTo>
                  <a:lnTo>
                    <a:pt x="1024" y="1885"/>
                  </a:lnTo>
                  <a:lnTo>
                    <a:pt x="1075" y="1808"/>
                  </a:lnTo>
                  <a:lnTo>
                    <a:pt x="1129" y="1731"/>
                  </a:lnTo>
                  <a:lnTo>
                    <a:pt x="1184" y="1655"/>
                  </a:lnTo>
                  <a:lnTo>
                    <a:pt x="1242" y="1578"/>
                  </a:lnTo>
                  <a:lnTo>
                    <a:pt x="1299" y="1503"/>
                  </a:lnTo>
                  <a:lnTo>
                    <a:pt x="1360" y="1427"/>
                  </a:lnTo>
                  <a:lnTo>
                    <a:pt x="1422" y="1351"/>
                  </a:lnTo>
                  <a:lnTo>
                    <a:pt x="1485" y="1277"/>
                  </a:lnTo>
                  <a:lnTo>
                    <a:pt x="1551" y="1201"/>
                  </a:lnTo>
                  <a:lnTo>
                    <a:pt x="1618" y="1127"/>
                  </a:lnTo>
                  <a:lnTo>
                    <a:pt x="1685" y="1052"/>
                  </a:lnTo>
                  <a:lnTo>
                    <a:pt x="1757" y="978"/>
                  </a:lnTo>
                  <a:lnTo>
                    <a:pt x="1828" y="904"/>
                  </a:lnTo>
                  <a:lnTo>
                    <a:pt x="1828" y="904"/>
                  </a:lnTo>
                  <a:lnTo>
                    <a:pt x="1901" y="831"/>
                  </a:lnTo>
                  <a:lnTo>
                    <a:pt x="1973" y="761"/>
                  </a:lnTo>
                  <a:lnTo>
                    <a:pt x="2045" y="693"/>
                  </a:lnTo>
                  <a:lnTo>
                    <a:pt x="2117" y="627"/>
                  </a:lnTo>
                  <a:lnTo>
                    <a:pt x="2189" y="564"/>
                  </a:lnTo>
                  <a:lnTo>
                    <a:pt x="2260" y="502"/>
                  </a:lnTo>
                  <a:lnTo>
                    <a:pt x="2331" y="441"/>
                  </a:lnTo>
                  <a:lnTo>
                    <a:pt x="2402" y="383"/>
                  </a:lnTo>
                  <a:lnTo>
                    <a:pt x="2474" y="328"/>
                  </a:lnTo>
                  <a:lnTo>
                    <a:pt x="2544" y="274"/>
                  </a:lnTo>
                  <a:lnTo>
                    <a:pt x="2614" y="223"/>
                  </a:lnTo>
                  <a:lnTo>
                    <a:pt x="2685" y="175"/>
                  </a:lnTo>
                  <a:lnTo>
                    <a:pt x="2755" y="128"/>
                  </a:lnTo>
                  <a:lnTo>
                    <a:pt x="2825" y="83"/>
                  </a:lnTo>
                  <a:lnTo>
                    <a:pt x="2893" y="40"/>
                  </a:lnTo>
                  <a:lnTo>
                    <a:pt x="2963" y="0"/>
                  </a:lnTo>
                  <a:lnTo>
                    <a:pt x="2963" y="0"/>
                  </a:lnTo>
                  <a:close/>
                </a:path>
              </a:pathLst>
            </a:custGeom>
            <a:solidFill>
              <a:schemeClr val="bg1"/>
            </a:solidFill>
            <a:ln>
              <a:noFill/>
            </a:ln>
          </p:spPr>
          <p:txBody>
            <a:bodyPr vert="horz" wrap="square" lIns="93297" tIns="46649" rIns="93297" bIns="46649" numCol="1" anchor="t" anchorCtr="0" compatLnSpc="1">
              <a:prstTxWarp prst="textNoShape">
                <a:avLst/>
              </a:prstTxWarp>
            </a:bodyPr>
            <a:lstStyle/>
            <a:p>
              <a:endParaRPr lang="en-US" dirty="0"/>
            </a:p>
          </p:txBody>
        </p:sp>
        <p:sp>
          <p:nvSpPr>
            <p:cNvPr id="42" name="Rectangle 41">
              <a:extLst>
                <a:ext uri="{FF2B5EF4-FFF2-40B4-BE49-F238E27FC236}">
                  <a16:creationId xmlns:a16="http://schemas.microsoft.com/office/drawing/2014/main" xmlns="" id="{C9F9C76B-CBE3-9D2C-CE91-A21F0B0B6E5C}"/>
                </a:ext>
              </a:extLst>
            </p:cNvPr>
            <p:cNvSpPr>
              <a:spLocks noChangeArrowheads="1"/>
            </p:cNvSpPr>
            <p:nvPr/>
          </p:nvSpPr>
          <p:spPr bwMode="auto">
            <a:xfrm>
              <a:off x="2852269" y="4582136"/>
              <a:ext cx="179388" cy="76200"/>
            </a:xfrm>
            <a:prstGeom prst="rect">
              <a:avLst/>
            </a:prstGeom>
            <a:solidFill>
              <a:srgbClr val="BFBFBF"/>
            </a:solidFill>
            <a:ln w="9525">
              <a:noFill/>
              <a:miter lim="800000"/>
              <a:headEnd/>
              <a:tailEnd/>
            </a:ln>
          </p:spPr>
          <p:txBody>
            <a:bodyPr vert="horz" wrap="square" lIns="91440" tIns="45720" rIns="91440" bIns="45720" numCol="1" anchor="t" anchorCtr="0" compatLnSpc="1">
              <a:prstTxWarp prst="textNoShape">
                <a:avLst/>
              </a:prstTxWarp>
              <a:noAutofit/>
            </a:bodyPr>
            <a:lstStyle/>
            <a:p>
              <a:endParaRPr lang="en-US" sz="1600" dirty="0"/>
            </a:p>
          </p:txBody>
        </p:sp>
        <p:sp>
          <p:nvSpPr>
            <p:cNvPr id="43" name="Rectangle 42">
              <a:extLst>
                <a:ext uri="{FF2B5EF4-FFF2-40B4-BE49-F238E27FC236}">
                  <a16:creationId xmlns:a16="http://schemas.microsoft.com/office/drawing/2014/main" xmlns="" id="{554EECFC-C10C-E194-FBC5-0959D4069A6E}"/>
                </a:ext>
              </a:extLst>
            </p:cNvPr>
            <p:cNvSpPr>
              <a:spLocks noChangeArrowheads="1"/>
            </p:cNvSpPr>
            <p:nvPr/>
          </p:nvSpPr>
          <p:spPr bwMode="auto">
            <a:xfrm>
              <a:off x="2852269" y="4580716"/>
              <a:ext cx="179388" cy="76200"/>
            </a:xfrm>
            <a:prstGeom prst="rect">
              <a:avLst/>
            </a:prstGeom>
            <a:noFill/>
            <a:ln w="3175" cap="flat">
              <a:solidFill>
                <a:srgbClr val="BFBFB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dirty="0"/>
            </a:p>
          </p:txBody>
        </p:sp>
        <p:sp>
          <p:nvSpPr>
            <p:cNvPr id="44" name="Freeform 103">
              <a:extLst>
                <a:ext uri="{FF2B5EF4-FFF2-40B4-BE49-F238E27FC236}">
                  <a16:creationId xmlns:a16="http://schemas.microsoft.com/office/drawing/2014/main" xmlns="" id="{52BB382D-78BE-D862-AF19-DD59B71C722D}"/>
                </a:ext>
              </a:extLst>
            </p:cNvPr>
            <p:cNvSpPr>
              <a:spLocks/>
            </p:cNvSpPr>
            <p:nvPr>
              <p:custDataLst>
                <p:tags r:id="rId2"/>
              </p:custDataLst>
            </p:nvPr>
          </p:nvSpPr>
          <p:spPr bwMode="auto">
            <a:xfrm>
              <a:off x="2914373" y="4592642"/>
              <a:ext cx="55180" cy="52349"/>
            </a:xfrm>
            <a:custGeom>
              <a:avLst/>
              <a:gdLst>
                <a:gd name="T0" fmla="*/ 1326 w 2880"/>
                <a:gd name="T1" fmla="*/ 2079 h 2674"/>
                <a:gd name="T2" fmla="*/ 1118 w 2880"/>
                <a:gd name="T3" fmla="*/ 2354 h 2674"/>
                <a:gd name="T4" fmla="*/ 929 w 2880"/>
                <a:gd name="T5" fmla="*/ 2544 h 2674"/>
                <a:gd name="T6" fmla="*/ 780 w 2880"/>
                <a:gd name="T7" fmla="*/ 2642 h 2674"/>
                <a:gd name="T8" fmla="*/ 702 w 2880"/>
                <a:gd name="T9" fmla="*/ 2669 h 2674"/>
                <a:gd name="T10" fmla="*/ 648 w 2880"/>
                <a:gd name="T11" fmla="*/ 2674 h 2674"/>
                <a:gd name="T12" fmla="*/ 484 w 2880"/>
                <a:gd name="T13" fmla="*/ 2641 h 2674"/>
                <a:gd name="T14" fmla="*/ 320 w 2880"/>
                <a:gd name="T15" fmla="*/ 2540 h 2674"/>
                <a:gd name="T16" fmla="*/ 160 w 2880"/>
                <a:gd name="T17" fmla="*/ 2371 h 2674"/>
                <a:gd name="T18" fmla="*/ 0 w 2880"/>
                <a:gd name="T19" fmla="*/ 2136 h 2674"/>
                <a:gd name="T20" fmla="*/ 86 w 2880"/>
                <a:gd name="T21" fmla="*/ 2139 h 2674"/>
                <a:gd name="T22" fmla="*/ 206 w 2880"/>
                <a:gd name="T23" fmla="*/ 2120 h 2674"/>
                <a:gd name="T24" fmla="*/ 408 w 2880"/>
                <a:gd name="T25" fmla="*/ 2030 h 2674"/>
                <a:gd name="T26" fmla="*/ 620 w 2880"/>
                <a:gd name="T27" fmla="*/ 1868 h 2674"/>
                <a:gd name="T28" fmla="*/ 843 w 2880"/>
                <a:gd name="T29" fmla="*/ 1638 h 2674"/>
                <a:gd name="T30" fmla="*/ 877 w 2880"/>
                <a:gd name="T31" fmla="*/ 1362 h 2674"/>
                <a:gd name="T32" fmla="*/ 694 w 2880"/>
                <a:gd name="T33" fmla="*/ 1147 h 2674"/>
                <a:gd name="T34" fmla="*/ 563 w 2880"/>
                <a:gd name="T35" fmla="*/ 948 h 2674"/>
                <a:gd name="T36" fmla="*/ 484 w 2880"/>
                <a:gd name="T37" fmla="*/ 767 h 2674"/>
                <a:gd name="T38" fmla="*/ 458 w 2880"/>
                <a:gd name="T39" fmla="*/ 602 h 2674"/>
                <a:gd name="T40" fmla="*/ 474 w 2880"/>
                <a:gd name="T41" fmla="*/ 503 h 2674"/>
                <a:gd name="T42" fmla="*/ 546 w 2880"/>
                <a:gd name="T43" fmla="*/ 361 h 2674"/>
                <a:gd name="T44" fmla="*/ 674 w 2880"/>
                <a:gd name="T45" fmla="*/ 208 h 2674"/>
                <a:gd name="T46" fmla="*/ 861 w 2880"/>
                <a:gd name="T47" fmla="*/ 42 h 2674"/>
                <a:gd name="T48" fmla="*/ 938 w 2880"/>
                <a:gd name="T49" fmla="*/ 111 h 2674"/>
                <a:gd name="T50" fmla="*/ 1003 w 2880"/>
                <a:gd name="T51" fmla="*/ 331 h 2674"/>
                <a:gd name="T52" fmla="*/ 1102 w 2880"/>
                <a:gd name="T53" fmla="*/ 547 h 2674"/>
                <a:gd name="T54" fmla="*/ 1232 w 2880"/>
                <a:gd name="T55" fmla="*/ 760 h 2674"/>
                <a:gd name="T56" fmla="*/ 1465 w 2880"/>
                <a:gd name="T57" fmla="*/ 887 h 2674"/>
                <a:gd name="T58" fmla="*/ 1641 w 2880"/>
                <a:gd name="T59" fmla="*/ 679 h 2674"/>
                <a:gd name="T60" fmla="*/ 1866 w 2880"/>
                <a:gd name="T61" fmla="*/ 468 h 2674"/>
                <a:gd name="T62" fmla="*/ 2081 w 2880"/>
                <a:gd name="T63" fmla="*/ 334 h 2674"/>
                <a:gd name="T64" fmla="*/ 2209 w 2880"/>
                <a:gd name="T65" fmla="*/ 289 h 2674"/>
                <a:gd name="T66" fmla="*/ 2308 w 2880"/>
                <a:gd name="T67" fmla="*/ 274 h 2674"/>
                <a:gd name="T68" fmla="*/ 2406 w 2880"/>
                <a:gd name="T69" fmla="*/ 281 h 2674"/>
                <a:gd name="T70" fmla="*/ 2540 w 2880"/>
                <a:gd name="T71" fmla="*/ 340 h 2674"/>
                <a:gd name="T72" fmla="*/ 2655 w 2880"/>
                <a:gd name="T73" fmla="*/ 456 h 2674"/>
                <a:gd name="T74" fmla="*/ 2751 w 2880"/>
                <a:gd name="T75" fmla="*/ 630 h 2674"/>
                <a:gd name="T76" fmla="*/ 2755 w 2880"/>
                <a:gd name="T77" fmla="*/ 734 h 2674"/>
                <a:gd name="T78" fmla="*/ 2692 w 2880"/>
                <a:gd name="T79" fmla="*/ 735 h 2674"/>
                <a:gd name="T80" fmla="*/ 2609 w 2880"/>
                <a:gd name="T81" fmla="*/ 758 h 2674"/>
                <a:gd name="T82" fmla="*/ 2401 w 2880"/>
                <a:gd name="T83" fmla="*/ 873 h 2674"/>
                <a:gd name="T84" fmla="*/ 2222 w 2880"/>
                <a:gd name="T85" fmla="*/ 1012 h 2674"/>
                <a:gd name="T86" fmla="*/ 2010 w 2880"/>
                <a:gd name="T87" fmla="*/ 1221 h 2674"/>
                <a:gd name="T88" fmla="*/ 1917 w 2880"/>
                <a:gd name="T89" fmla="*/ 1531 h 2674"/>
                <a:gd name="T90" fmla="*/ 2091 w 2880"/>
                <a:gd name="T91" fmla="*/ 1682 h 2674"/>
                <a:gd name="T92" fmla="*/ 2329 w 2880"/>
                <a:gd name="T93" fmla="*/ 1837 h 2674"/>
                <a:gd name="T94" fmla="*/ 2570 w 2880"/>
                <a:gd name="T95" fmla="*/ 1933 h 2674"/>
                <a:gd name="T96" fmla="*/ 2817 w 2880"/>
                <a:gd name="T97" fmla="*/ 1976 h 2674"/>
                <a:gd name="T98" fmla="*/ 2813 w 2880"/>
                <a:gd name="T99" fmla="*/ 2104 h 2674"/>
                <a:gd name="T100" fmla="*/ 2674 w 2880"/>
                <a:gd name="T101" fmla="*/ 2308 h 2674"/>
                <a:gd name="T102" fmla="*/ 2535 w 2880"/>
                <a:gd name="T103" fmla="*/ 2444 h 2674"/>
                <a:gd name="T104" fmla="*/ 2391 w 2880"/>
                <a:gd name="T105" fmla="*/ 2510 h 2674"/>
                <a:gd name="T106" fmla="*/ 2318 w 2880"/>
                <a:gd name="T107" fmla="*/ 2519 h 2674"/>
                <a:gd name="T108" fmla="*/ 2172 w 2880"/>
                <a:gd name="T109" fmla="*/ 2491 h 2674"/>
                <a:gd name="T110" fmla="*/ 1996 w 2880"/>
                <a:gd name="T111" fmla="*/ 2403 h 2674"/>
                <a:gd name="T112" fmla="*/ 1790 w 2880"/>
                <a:gd name="T113" fmla="*/ 2259 h 2674"/>
                <a:gd name="T114" fmla="*/ 1556 w 2880"/>
                <a:gd name="T115" fmla="*/ 2057 h 2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80" h="2674">
                  <a:moveTo>
                    <a:pt x="1424" y="1937"/>
                  </a:moveTo>
                  <a:lnTo>
                    <a:pt x="1382" y="1997"/>
                  </a:lnTo>
                  <a:lnTo>
                    <a:pt x="1382" y="1997"/>
                  </a:lnTo>
                  <a:lnTo>
                    <a:pt x="1326" y="2079"/>
                  </a:lnTo>
                  <a:lnTo>
                    <a:pt x="1273" y="2157"/>
                  </a:lnTo>
                  <a:lnTo>
                    <a:pt x="1220" y="2227"/>
                  </a:lnTo>
                  <a:lnTo>
                    <a:pt x="1167" y="2294"/>
                  </a:lnTo>
                  <a:lnTo>
                    <a:pt x="1118" y="2354"/>
                  </a:lnTo>
                  <a:lnTo>
                    <a:pt x="1069" y="2410"/>
                  </a:lnTo>
                  <a:lnTo>
                    <a:pt x="1021" y="2459"/>
                  </a:lnTo>
                  <a:lnTo>
                    <a:pt x="973" y="2505"/>
                  </a:lnTo>
                  <a:lnTo>
                    <a:pt x="929" y="2544"/>
                  </a:lnTo>
                  <a:lnTo>
                    <a:pt x="885" y="2579"/>
                  </a:lnTo>
                  <a:lnTo>
                    <a:pt x="843" y="2607"/>
                  </a:lnTo>
                  <a:lnTo>
                    <a:pt x="801" y="2632"/>
                  </a:lnTo>
                  <a:lnTo>
                    <a:pt x="780" y="2642"/>
                  </a:lnTo>
                  <a:lnTo>
                    <a:pt x="760" y="2649"/>
                  </a:lnTo>
                  <a:lnTo>
                    <a:pt x="741" y="2658"/>
                  </a:lnTo>
                  <a:lnTo>
                    <a:pt x="722" y="2663"/>
                  </a:lnTo>
                  <a:lnTo>
                    <a:pt x="702" y="2669"/>
                  </a:lnTo>
                  <a:lnTo>
                    <a:pt x="685" y="2670"/>
                  </a:lnTo>
                  <a:lnTo>
                    <a:pt x="665" y="2674"/>
                  </a:lnTo>
                  <a:lnTo>
                    <a:pt x="648" y="2674"/>
                  </a:lnTo>
                  <a:lnTo>
                    <a:pt x="648" y="2674"/>
                  </a:lnTo>
                  <a:lnTo>
                    <a:pt x="606" y="2672"/>
                  </a:lnTo>
                  <a:lnTo>
                    <a:pt x="565" y="2665"/>
                  </a:lnTo>
                  <a:lnTo>
                    <a:pt x="525" y="2655"/>
                  </a:lnTo>
                  <a:lnTo>
                    <a:pt x="484" y="2641"/>
                  </a:lnTo>
                  <a:lnTo>
                    <a:pt x="444" y="2621"/>
                  </a:lnTo>
                  <a:lnTo>
                    <a:pt x="401" y="2598"/>
                  </a:lnTo>
                  <a:lnTo>
                    <a:pt x="361" y="2572"/>
                  </a:lnTo>
                  <a:lnTo>
                    <a:pt x="320" y="2540"/>
                  </a:lnTo>
                  <a:lnTo>
                    <a:pt x="280" y="2503"/>
                  </a:lnTo>
                  <a:lnTo>
                    <a:pt x="239" y="2465"/>
                  </a:lnTo>
                  <a:lnTo>
                    <a:pt x="201" y="2421"/>
                  </a:lnTo>
                  <a:lnTo>
                    <a:pt x="160" y="2371"/>
                  </a:lnTo>
                  <a:lnTo>
                    <a:pt x="120" y="2319"/>
                  </a:lnTo>
                  <a:lnTo>
                    <a:pt x="79" y="2262"/>
                  </a:lnTo>
                  <a:lnTo>
                    <a:pt x="40" y="2201"/>
                  </a:lnTo>
                  <a:lnTo>
                    <a:pt x="0" y="2136"/>
                  </a:lnTo>
                  <a:lnTo>
                    <a:pt x="0" y="2136"/>
                  </a:lnTo>
                  <a:lnTo>
                    <a:pt x="63" y="2139"/>
                  </a:lnTo>
                  <a:lnTo>
                    <a:pt x="63" y="2139"/>
                  </a:lnTo>
                  <a:lnTo>
                    <a:pt x="86" y="2139"/>
                  </a:lnTo>
                  <a:lnTo>
                    <a:pt x="111" y="2137"/>
                  </a:lnTo>
                  <a:lnTo>
                    <a:pt x="134" y="2134"/>
                  </a:lnTo>
                  <a:lnTo>
                    <a:pt x="158" y="2130"/>
                  </a:lnTo>
                  <a:lnTo>
                    <a:pt x="206" y="2120"/>
                  </a:lnTo>
                  <a:lnTo>
                    <a:pt x="255" y="2104"/>
                  </a:lnTo>
                  <a:lnTo>
                    <a:pt x="306" y="2083"/>
                  </a:lnTo>
                  <a:lnTo>
                    <a:pt x="357" y="2058"/>
                  </a:lnTo>
                  <a:lnTo>
                    <a:pt x="408" y="2030"/>
                  </a:lnTo>
                  <a:lnTo>
                    <a:pt x="459" y="1997"/>
                  </a:lnTo>
                  <a:lnTo>
                    <a:pt x="512" y="1958"/>
                  </a:lnTo>
                  <a:lnTo>
                    <a:pt x="565" y="1916"/>
                  </a:lnTo>
                  <a:lnTo>
                    <a:pt x="620" y="1868"/>
                  </a:lnTo>
                  <a:lnTo>
                    <a:pt x="674" y="1817"/>
                  </a:lnTo>
                  <a:lnTo>
                    <a:pt x="731" y="1763"/>
                  </a:lnTo>
                  <a:lnTo>
                    <a:pt x="785" y="1701"/>
                  </a:lnTo>
                  <a:lnTo>
                    <a:pt x="843" y="1638"/>
                  </a:lnTo>
                  <a:lnTo>
                    <a:pt x="900" y="1567"/>
                  </a:lnTo>
                  <a:lnTo>
                    <a:pt x="977" y="1471"/>
                  </a:lnTo>
                  <a:lnTo>
                    <a:pt x="877" y="1362"/>
                  </a:lnTo>
                  <a:lnTo>
                    <a:pt x="877" y="1362"/>
                  </a:lnTo>
                  <a:lnTo>
                    <a:pt x="827" y="1307"/>
                  </a:lnTo>
                  <a:lnTo>
                    <a:pt x="778" y="1253"/>
                  </a:lnTo>
                  <a:lnTo>
                    <a:pt x="734" y="1198"/>
                  </a:lnTo>
                  <a:lnTo>
                    <a:pt x="694" y="1147"/>
                  </a:lnTo>
                  <a:lnTo>
                    <a:pt x="657" y="1096"/>
                  </a:lnTo>
                  <a:lnTo>
                    <a:pt x="621" y="1045"/>
                  </a:lnTo>
                  <a:lnTo>
                    <a:pt x="590" y="996"/>
                  </a:lnTo>
                  <a:lnTo>
                    <a:pt x="563" y="948"/>
                  </a:lnTo>
                  <a:lnTo>
                    <a:pt x="539" y="901"/>
                  </a:lnTo>
                  <a:lnTo>
                    <a:pt x="518" y="855"/>
                  </a:lnTo>
                  <a:lnTo>
                    <a:pt x="498" y="811"/>
                  </a:lnTo>
                  <a:lnTo>
                    <a:pt x="484" y="767"/>
                  </a:lnTo>
                  <a:lnTo>
                    <a:pt x="472" y="723"/>
                  </a:lnTo>
                  <a:lnTo>
                    <a:pt x="465" y="683"/>
                  </a:lnTo>
                  <a:lnTo>
                    <a:pt x="459" y="642"/>
                  </a:lnTo>
                  <a:lnTo>
                    <a:pt x="458" y="602"/>
                  </a:lnTo>
                  <a:lnTo>
                    <a:pt x="458" y="602"/>
                  </a:lnTo>
                  <a:lnTo>
                    <a:pt x="459" y="570"/>
                  </a:lnTo>
                  <a:lnTo>
                    <a:pt x="465" y="537"/>
                  </a:lnTo>
                  <a:lnTo>
                    <a:pt x="474" y="503"/>
                  </a:lnTo>
                  <a:lnTo>
                    <a:pt x="486" y="468"/>
                  </a:lnTo>
                  <a:lnTo>
                    <a:pt x="502" y="433"/>
                  </a:lnTo>
                  <a:lnTo>
                    <a:pt x="523" y="398"/>
                  </a:lnTo>
                  <a:lnTo>
                    <a:pt x="546" y="361"/>
                  </a:lnTo>
                  <a:lnTo>
                    <a:pt x="572" y="324"/>
                  </a:lnTo>
                  <a:lnTo>
                    <a:pt x="604" y="287"/>
                  </a:lnTo>
                  <a:lnTo>
                    <a:pt x="637" y="248"/>
                  </a:lnTo>
                  <a:lnTo>
                    <a:pt x="674" y="208"/>
                  </a:lnTo>
                  <a:lnTo>
                    <a:pt x="716" y="167"/>
                  </a:lnTo>
                  <a:lnTo>
                    <a:pt x="760" y="127"/>
                  </a:lnTo>
                  <a:lnTo>
                    <a:pt x="810" y="84"/>
                  </a:lnTo>
                  <a:lnTo>
                    <a:pt x="861" y="42"/>
                  </a:lnTo>
                  <a:lnTo>
                    <a:pt x="917" y="0"/>
                  </a:lnTo>
                  <a:lnTo>
                    <a:pt x="917" y="0"/>
                  </a:lnTo>
                  <a:lnTo>
                    <a:pt x="926" y="56"/>
                  </a:lnTo>
                  <a:lnTo>
                    <a:pt x="938" y="111"/>
                  </a:lnTo>
                  <a:lnTo>
                    <a:pt x="951" y="165"/>
                  </a:lnTo>
                  <a:lnTo>
                    <a:pt x="966" y="222"/>
                  </a:lnTo>
                  <a:lnTo>
                    <a:pt x="984" y="276"/>
                  </a:lnTo>
                  <a:lnTo>
                    <a:pt x="1003" y="331"/>
                  </a:lnTo>
                  <a:lnTo>
                    <a:pt x="1025" y="385"/>
                  </a:lnTo>
                  <a:lnTo>
                    <a:pt x="1047" y="438"/>
                  </a:lnTo>
                  <a:lnTo>
                    <a:pt x="1074" y="493"/>
                  </a:lnTo>
                  <a:lnTo>
                    <a:pt x="1102" y="547"/>
                  </a:lnTo>
                  <a:lnTo>
                    <a:pt x="1130" y="600"/>
                  </a:lnTo>
                  <a:lnTo>
                    <a:pt x="1162" y="654"/>
                  </a:lnTo>
                  <a:lnTo>
                    <a:pt x="1197" y="707"/>
                  </a:lnTo>
                  <a:lnTo>
                    <a:pt x="1232" y="760"/>
                  </a:lnTo>
                  <a:lnTo>
                    <a:pt x="1269" y="813"/>
                  </a:lnTo>
                  <a:lnTo>
                    <a:pt x="1310" y="866"/>
                  </a:lnTo>
                  <a:lnTo>
                    <a:pt x="1396" y="975"/>
                  </a:lnTo>
                  <a:lnTo>
                    <a:pt x="1465" y="887"/>
                  </a:lnTo>
                  <a:lnTo>
                    <a:pt x="1465" y="887"/>
                  </a:lnTo>
                  <a:lnTo>
                    <a:pt x="1524" y="813"/>
                  </a:lnTo>
                  <a:lnTo>
                    <a:pt x="1583" y="742"/>
                  </a:lnTo>
                  <a:lnTo>
                    <a:pt x="1641" y="679"/>
                  </a:lnTo>
                  <a:lnTo>
                    <a:pt x="1699" y="619"/>
                  </a:lnTo>
                  <a:lnTo>
                    <a:pt x="1755" y="563"/>
                  </a:lnTo>
                  <a:lnTo>
                    <a:pt x="1811" y="514"/>
                  </a:lnTo>
                  <a:lnTo>
                    <a:pt x="1866" y="468"/>
                  </a:lnTo>
                  <a:lnTo>
                    <a:pt x="1921" y="427"/>
                  </a:lnTo>
                  <a:lnTo>
                    <a:pt x="1975" y="392"/>
                  </a:lnTo>
                  <a:lnTo>
                    <a:pt x="2028" y="361"/>
                  </a:lnTo>
                  <a:lnTo>
                    <a:pt x="2081" y="334"/>
                  </a:lnTo>
                  <a:lnTo>
                    <a:pt x="2132" y="313"/>
                  </a:lnTo>
                  <a:lnTo>
                    <a:pt x="2158" y="304"/>
                  </a:lnTo>
                  <a:lnTo>
                    <a:pt x="2183" y="296"/>
                  </a:lnTo>
                  <a:lnTo>
                    <a:pt x="2209" y="289"/>
                  </a:lnTo>
                  <a:lnTo>
                    <a:pt x="2234" y="283"/>
                  </a:lnTo>
                  <a:lnTo>
                    <a:pt x="2259" y="280"/>
                  </a:lnTo>
                  <a:lnTo>
                    <a:pt x="2283" y="276"/>
                  </a:lnTo>
                  <a:lnTo>
                    <a:pt x="2308" y="274"/>
                  </a:lnTo>
                  <a:lnTo>
                    <a:pt x="2333" y="274"/>
                  </a:lnTo>
                  <a:lnTo>
                    <a:pt x="2333" y="274"/>
                  </a:lnTo>
                  <a:lnTo>
                    <a:pt x="2369" y="276"/>
                  </a:lnTo>
                  <a:lnTo>
                    <a:pt x="2406" y="281"/>
                  </a:lnTo>
                  <a:lnTo>
                    <a:pt x="2442" y="290"/>
                  </a:lnTo>
                  <a:lnTo>
                    <a:pt x="2475" y="303"/>
                  </a:lnTo>
                  <a:lnTo>
                    <a:pt x="2509" y="320"/>
                  </a:lnTo>
                  <a:lnTo>
                    <a:pt x="2540" y="340"/>
                  </a:lnTo>
                  <a:lnTo>
                    <a:pt x="2570" y="362"/>
                  </a:lnTo>
                  <a:lnTo>
                    <a:pt x="2600" y="391"/>
                  </a:lnTo>
                  <a:lnTo>
                    <a:pt x="2628" y="420"/>
                  </a:lnTo>
                  <a:lnTo>
                    <a:pt x="2655" y="456"/>
                  </a:lnTo>
                  <a:lnTo>
                    <a:pt x="2681" y="493"/>
                  </a:lnTo>
                  <a:lnTo>
                    <a:pt x="2706" y="535"/>
                  </a:lnTo>
                  <a:lnTo>
                    <a:pt x="2730" y="581"/>
                  </a:lnTo>
                  <a:lnTo>
                    <a:pt x="2751" y="630"/>
                  </a:lnTo>
                  <a:lnTo>
                    <a:pt x="2774" y="681"/>
                  </a:lnTo>
                  <a:lnTo>
                    <a:pt x="2794" y="737"/>
                  </a:lnTo>
                  <a:lnTo>
                    <a:pt x="2794" y="737"/>
                  </a:lnTo>
                  <a:lnTo>
                    <a:pt x="2755" y="734"/>
                  </a:lnTo>
                  <a:lnTo>
                    <a:pt x="2729" y="732"/>
                  </a:lnTo>
                  <a:lnTo>
                    <a:pt x="2729" y="732"/>
                  </a:lnTo>
                  <a:lnTo>
                    <a:pt x="2711" y="732"/>
                  </a:lnTo>
                  <a:lnTo>
                    <a:pt x="2692" y="735"/>
                  </a:lnTo>
                  <a:lnTo>
                    <a:pt x="2672" y="739"/>
                  </a:lnTo>
                  <a:lnTo>
                    <a:pt x="2653" y="744"/>
                  </a:lnTo>
                  <a:lnTo>
                    <a:pt x="2632" y="749"/>
                  </a:lnTo>
                  <a:lnTo>
                    <a:pt x="2609" y="758"/>
                  </a:lnTo>
                  <a:lnTo>
                    <a:pt x="2563" y="778"/>
                  </a:lnTo>
                  <a:lnTo>
                    <a:pt x="2512" y="804"/>
                  </a:lnTo>
                  <a:lnTo>
                    <a:pt x="2459" y="836"/>
                  </a:lnTo>
                  <a:lnTo>
                    <a:pt x="2401" y="873"/>
                  </a:lnTo>
                  <a:lnTo>
                    <a:pt x="2341" y="917"/>
                  </a:lnTo>
                  <a:lnTo>
                    <a:pt x="2341" y="917"/>
                  </a:lnTo>
                  <a:lnTo>
                    <a:pt x="2280" y="964"/>
                  </a:lnTo>
                  <a:lnTo>
                    <a:pt x="2222" y="1012"/>
                  </a:lnTo>
                  <a:lnTo>
                    <a:pt x="2165" y="1063"/>
                  </a:lnTo>
                  <a:lnTo>
                    <a:pt x="2111" y="1114"/>
                  </a:lnTo>
                  <a:lnTo>
                    <a:pt x="2060" y="1166"/>
                  </a:lnTo>
                  <a:lnTo>
                    <a:pt x="2010" y="1221"/>
                  </a:lnTo>
                  <a:lnTo>
                    <a:pt x="1965" y="1275"/>
                  </a:lnTo>
                  <a:lnTo>
                    <a:pt x="1921" y="1333"/>
                  </a:lnTo>
                  <a:lnTo>
                    <a:pt x="1834" y="1450"/>
                  </a:lnTo>
                  <a:lnTo>
                    <a:pt x="1917" y="1531"/>
                  </a:lnTo>
                  <a:lnTo>
                    <a:pt x="1917" y="1531"/>
                  </a:lnTo>
                  <a:lnTo>
                    <a:pt x="1975" y="1585"/>
                  </a:lnTo>
                  <a:lnTo>
                    <a:pt x="2033" y="1636"/>
                  </a:lnTo>
                  <a:lnTo>
                    <a:pt x="2091" y="1682"/>
                  </a:lnTo>
                  <a:lnTo>
                    <a:pt x="2149" y="1726"/>
                  </a:lnTo>
                  <a:lnTo>
                    <a:pt x="2209" y="1766"/>
                  </a:lnTo>
                  <a:lnTo>
                    <a:pt x="2269" y="1803"/>
                  </a:lnTo>
                  <a:lnTo>
                    <a:pt x="2329" y="1837"/>
                  </a:lnTo>
                  <a:lnTo>
                    <a:pt x="2389" y="1867"/>
                  </a:lnTo>
                  <a:lnTo>
                    <a:pt x="2449" y="1891"/>
                  </a:lnTo>
                  <a:lnTo>
                    <a:pt x="2510" y="1914"/>
                  </a:lnTo>
                  <a:lnTo>
                    <a:pt x="2570" y="1933"/>
                  </a:lnTo>
                  <a:lnTo>
                    <a:pt x="2632" y="1949"/>
                  </a:lnTo>
                  <a:lnTo>
                    <a:pt x="2693" y="1962"/>
                  </a:lnTo>
                  <a:lnTo>
                    <a:pt x="2755" y="1970"/>
                  </a:lnTo>
                  <a:lnTo>
                    <a:pt x="2817" y="1976"/>
                  </a:lnTo>
                  <a:lnTo>
                    <a:pt x="2880" y="1977"/>
                  </a:lnTo>
                  <a:lnTo>
                    <a:pt x="2880" y="1977"/>
                  </a:lnTo>
                  <a:lnTo>
                    <a:pt x="2847" y="2042"/>
                  </a:lnTo>
                  <a:lnTo>
                    <a:pt x="2813" y="2104"/>
                  </a:lnTo>
                  <a:lnTo>
                    <a:pt x="2778" y="2162"/>
                  </a:lnTo>
                  <a:lnTo>
                    <a:pt x="2744" y="2215"/>
                  </a:lnTo>
                  <a:lnTo>
                    <a:pt x="2709" y="2262"/>
                  </a:lnTo>
                  <a:lnTo>
                    <a:pt x="2674" y="2308"/>
                  </a:lnTo>
                  <a:lnTo>
                    <a:pt x="2641" y="2349"/>
                  </a:lnTo>
                  <a:lnTo>
                    <a:pt x="2605" y="2384"/>
                  </a:lnTo>
                  <a:lnTo>
                    <a:pt x="2570" y="2415"/>
                  </a:lnTo>
                  <a:lnTo>
                    <a:pt x="2535" y="2444"/>
                  </a:lnTo>
                  <a:lnTo>
                    <a:pt x="2498" y="2466"/>
                  </a:lnTo>
                  <a:lnTo>
                    <a:pt x="2463" y="2486"/>
                  </a:lnTo>
                  <a:lnTo>
                    <a:pt x="2428" y="2500"/>
                  </a:lnTo>
                  <a:lnTo>
                    <a:pt x="2391" y="2510"/>
                  </a:lnTo>
                  <a:lnTo>
                    <a:pt x="2355" y="2517"/>
                  </a:lnTo>
                  <a:lnTo>
                    <a:pt x="2336" y="2519"/>
                  </a:lnTo>
                  <a:lnTo>
                    <a:pt x="2318" y="2519"/>
                  </a:lnTo>
                  <a:lnTo>
                    <a:pt x="2318" y="2519"/>
                  </a:lnTo>
                  <a:lnTo>
                    <a:pt x="2285" y="2517"/>
                  </a:lnTo>
                  <a:lnTo>
                    <a:pt x="2248" y="2512"/>
                  </a:lnTo>
                  <a:lnTo>
                    <a:pt x="2211" y="2503"/>
                  </a:lnTo>
                  <a:lnTo>
                    <a:pt x="2172" y="2491"/>
                  </a:lnTo>
                  <a:lnTo>
                    <a:pt x="2130" y="2473"/>
                  </a:lnTo>
                  <a:lnTo>
                    <a:pt x="2088" y="2454"/>
                  </a:lnTo>
                  <a:lnTo>
                    <a:pt x="2042" y="2431"/>
                  </a:lnTo>
                  <a:lnTo>
                    <a:pt x="1996" y="2403"/>
                  </a:lnTo>
                  <a:lnTo>
                    <a:pt x="1947" y="2373"/>
                  </a:lnTo>
                  <a:lnTo>
                    <a:pt x="1898" y="2338"/>
                  </a:lnTo>
                  <a:lnTo>
                    <a:pt x="1845" y="2301"/>
                  </a:lnTo>
                  <a:lnTo>
                    <a:pt x="1790" y="2259"/>
                  </a:lnTo>
                  <a:lnTo>
                    <a:pt x="1734" y="2215"/>
                  </a:lnTo>
                  <a:lnTo>
                    <a:pt x="1678" y="2166"/>
                  </a:lnTo>
                  <a:lnTo>
                    <a:pt x="1618" y="2113"/>
                  </a:lnTo>
                  <a:lnTo>
                    <a:pt x="1556" y="2057"/>
                  </a:lnTo>
                  <a:lnTo>
                    <a:pt x="1424" y="1937"/>
                  </a:lnTo>
                  <a:close/>
                </a:path>
              </a:pathLst>
            </a:custGeom>
            <a:solidFill>
              <a:schemeClr val="bg1"/>
            </a:solidFill>
            <a:ln>
              <a:noFill/>
            </a:ln>
          </p:spPr>
          <p:txBody>
            <a:bodyPr vert="horz" wrap="square" lIns="93297" tIns="46649" rIns="93297" bIns="46649" numCol="1" anchor="t" anchorCtr="0" compatLnSpc="1">
              <a:prstTxWarp prst="textNoShape">
                <a:avLst/>
              </a:prstTxWarp>
              <a:noAutofit/>
            </a:bodyPr>
            <a:lstStyle/>
            <a:p>
              <a:endParaRPr lang="en-US" dirty="0"/>
            </a:p>
          </p:txBody>
        </p:sp>
        <p:sp>
          <p:nvSpPr>
            <p:cNvPr id="45" name="Rectangle 44">
              <a:extLst>
                <a:ext uri="{FF2B5EF4-FFF2-40B4-BE49-F238E27FC236}">
                  <a16:creationId xmlns:a16="http://schemas.microsoft.com/office/drawing/2014/main" xmlns="" id="{5EBEBBA9-EAD9-B054-95FF-A8FA865DF1B5}"/>
                </a:ext>
              </a:extLst>
            </p:cNvPr>
            <p:cNvSpPr/>
            <p:nvPr/>
          </p:nvSpPr>
          <p:spPr bwMode="gray">
            <a:xfrm>
              <a:off x="2961954" y="4450180"/>
              <a:ext cx="95585" cy="104389"/>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pic>
          <p:nvPicPr>
            <p:cNvPr id="46" name="Picture 45">
              <a:extLst>
                <a:ext uri="{FF2B5EF4-FFF2-40B4-BE49-F238E27FC236}">
                  <a16:creationId xmlns:a16="http://schemas.microsoft.com/office/drawing/2014/main" xmlns="" id="{A8731290-B188-E84D-9C54-CE93017622ED}"/>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544845" y="4715635"/>
              <a:ext cx="591860" cy="404375"/>
            </a:xfrm>
            <a:prstGeom prst="rect">
              <a:avLst/>
            </a:prstGeom>
          </p:spPr>
        </p:pic>
      </p:grpSp>
      <p:grpSp>
        <p:nvGrpSpPr>
          <p:cNvPr id="20" name="Group 19">
            <a:extLst>
              <a:ext uri="{FF2B5EF4-FFF2-40B4-BE49-F238E27FC236}">
                <a16:creationId xmlns:a16="http://schemas.microsoft.com/office/drawing/2014/main" xmlns="" id="{9CE075C3-BE69-655E-D62C-EF1A2C219F80}"/>
              </a:ext>
            </a:extLst>
          </p:cNvPr>
          <p:cNvGrpSpPr>
            <a:grpSpLocks/>
          </p:cNvGrpSpPr>
          <p:nvPr/>
        </p:nvGrpSpPr>
        <p:grpSpPr>
          <a:xfrm>
            <a:off x="237130" y="5376775"/>
            <a:ext cx="11725483" cy="492443"/>
            <a:chOff x="161987" y="5510835"/>
            <a:chExt cx="11725483" cy="492443"/>
          </a:xfrm>
        </p:grpSpPr>
        <p:sp>
          <p:nvSpPr>
            <p:cNvPr id="25" name="TextBox 24">
              <a:extLst>
                <a:ext uri="{FF2B5EF4-FFF2-40B4-BE49-F238E27FC236}">
                  <a16:creationId xmlns:a16="http://schemas.microsoft.com/office/drawing/2014/main" xmlns="" id="{6F315839-6CF7-6663-1F0A-B1724EDEB3C2}"/>
                </a:ext>
              </a:extLst>
            </p:cNvPr>
            <p:cNvSpPr txBox="1">
              <a:spLocks/>
            </p:cNvSpPr>
            <p:nvPr/>
          </p:nvSpPr>
          <p:spPr>
            <a:xfrm>
              <a:off x="161987" y="5510835"/>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5</a:t>
              </a:r>
            </a:p>
          </p:txBody>
        </p:sp>
        <p:sp>
          <p:nvSpPr>
            <p:cNvPr id="26" name="TextBox 25">
              <a:extLst>
                <a:ext uri="{FF2B5EF4-FFF2-40B4-BE49-F238E27FC236}">
                  <a16:creationId xmlns:a16="http://schemas.microsoft.com/office/drawing/2014/main" xmlns="" id="{48F60BDA-118A-8373-7B1C-BA29D46C1EEB}"/>
                </a:ext>
              </a:extLst>
            </p:cNvPr>
            <p:cNvSpPr txBox="1">
              <a:spLocks/>
            </p:cNvSpPr>
            <p:nvPr/>
          </p:nvSpPr>
          <p:spPr>
            <a:xfrm>
              <a:off x="3263899" y="5510835"/>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6</a:t>
              </a:r>
            </a:p>
          </p:txBody>
        </p:sp>
        <p:sp>
          <p:nvSpPr>
            <p:cNvPr id="27" name="TextBox 26">
              <a:extLst>
                <a:ext uri="{FF2B5EF4-FFF2-40B4-BE49-F238E27FC236}">
                  <a16:creationId xmlns:a16="http://schemas.microsoft.com/office/drawing/2014/main" xmlns="" id="{D86BC661-0588-CAA4-AEFF-D35F609BC0DA}"/>
                </a:ext>
              </a:extLst>
            </p:cNvPr>
            <p:cNvSpPr txBox="1"/>
            <p:nvPr/>
          </p:nvSpPr>
          <p:spPr>
            <a:xfrm>
              <a:off x="6365811" y="5510835"/>
              <a:ext cx="200376" cy="430887"/>
            </a:xfrm>
            <a:prstGeom prst="rect">
              <a:avLst/>
            </a:prstGeom>
          </p:spPr>
          <p:txBody>
            <a:bodyPr vert="horz" wrap="non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7</a:t>
              </a:r>
            </a:p>
          </p:txBody>
        </p:sp>
        <p:sp>
          <p:nvSpPr>
            <p:cNvPr id="28" name="TextBox 27">
              <a:extLst>
                <a:ext uri="{FF2B5EF4-FFF2-40B4-BE49-F238E27FC236}">
                  <a16:creationId xmlns:a16="http://schemas.microsoft.com/office/drawing/2014/main" xmlns="" id="{8DA947C3-209C-8395-398E-766FE47ABEDC}"/>
                </a:ext>
              </a:extLst>
            </p:cNvPr>
            <p:cNvSpPr txBox="1"/>
            <p:nvPr/>
          </p:nvSpPr>
          <p:spPr>
            <a:xfrm>
              <a:off x="9467721" y="5510835"/>
              <a:ext cx="192473" cy="430887"/>
            </a:xfrm>
            <a:prstGeom prst="rect">
              <a:avLst/>
            </a:prstGeom>
          </p:spPr>
          <p:txBody>
            <a:bodyPr vert="horz" wrap="square" lIns="0" tIns="0" rIns="0" bIns="0" rtlCol="0">
              <a:spAutoFit/>
            </a:bodyPr>
            <a:lstStyle>
              <a:lvl1pPr lvl="0" indent="0" defTabSz="913526" fontAlgn="base">
                <a:spcBef>
                  <a:spcPct val="0"/>
                </a:spcBef>
                <a:spcAft>
                  <a:spcPct val="0"/>
                </a:spcAft>
                <a:buClr>
                  <a:schemeClr val="tx2"/>
                </a:buClr>
                <a:buSzPct val="100000"/>
                <a:defRPr lang="en-US" sz="1632" baseline="0" dirty="0">
                  <a:latin typeface="Arial" panose="020B0604020202020204" pitchFamily="34" charset="0"/>
                  <a:cs typeface="Arial" panose="020B0604020202020204" pitchFamily="34" charset="0"/>
                  <a:sym typeface="Arial" panose="020B0604020202020204" pitchFamily="34" charset="0"/>
                </a:defRPr>
              </a:lvl1pPr>
              <a:lvl2pPr marL="198346" lvl="1" indent="-194673" defTabSz="913526" fontAlgn="base">
                <a:spcBef>
                  <a:spcPct val="0"/>
                </a:spcBef>
                <a:spcAft>
                  <a:spcPct val="0"/>
                </a:spcAft>
                <a:buClr>
                  <a:schemeClr val="tx2"/>
                </a:buClr>
                <a:buSzPct val="125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2pPr>
              <a:lvl3pPr marL="455462" lvl="2" indent="-253443"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3pPr>
              <a:lvl4pPr marL="628097" lvl="3" indent="-157942" defTabSz="913526" fontAlgn="base">
                <a:spcBef>
                  <a:spcPct val="0"/>
                </a:spcBef>
                <a:spcAft>
                  <a:spcPct val="0"/>
                </a:spcAft>
                <a:buClr>
                  <a:schemeClr val="tx2"/>
                </a:buClr>
                <a:buSzPct val="120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4pPr>
              <a:lvl5pPr marL="764001" lvl="4" indent="-132231" defTabSz="913526" fontAlgn="base">
                <a:spcBef>
                  <a:spcPct val="0"/>
                </a:spcBef>
                <a:spcAft>
                  <a:spcPct val="0"/>
                </a:spcAft>
                <a:buClr>
                  <a:schemeClr val="tx2"/>
                </a:buClr>
                <a:buSzPct val="89000"/>
                <a:buFont typeface="Arial" charset="0"/>
                <a:buChar char="-"/>
                <a:defRPr lang="en-US" sz="1632" baseline="0" dirty="0">
                  <a:latin typeface="Arial" panose="020B0604020202020204" pitchFamily="34" charset="0"/>
                  <a:cs typeface="Arial" panose="020B0604020202020204" pitchFamily="34" charset="0"/>
                  <a:sym typeface="Arial" panose="020B0604020202020204" pitchFamily="34" charset="0"/>
                </a:defRPr>
              </a:lvl5pPr>
              <a:lvl6pPr marL="1020090" indent="-177099" defTabSz="1218095" fontAlgn="base">
                <a:spcBef>
                  <a:spcPct val="0"/>
                </a:spcBef>
                <a:spcAft>
                  <a:spcPct val="0"/>
                </a:spcAft>
                <a:buClr>
                  <a:schemeClr val="tx2"/>
                </a:buClr>
                <a:buSzPct val="89000"/>
                <a:buFont typeface="Arial" charset="0"/>
                <a:buChar char="-"/>
                <a:defRPr sz="2176" baseline="0"/>
              </a:lvl6pPr>
              <a:lvl7pPr marL="1020090" indent="-177099" defTabSz="1218095" fontAlgn="base">
                <a:spcBef>
                  <a:spcPct val="0"/>
                </a:spcBef>
                <a:spcAft>
                  <a:spcPct val="0"/>
                </a:spcAft>
                <a:buClr>
                  <a:schemeClr val="tx2"/>
                </a:buClr>
                <a:buSzPct val="89000"/>
                <a:buFont typeface="Arial" charset="0"/>
                <a:buChar char="-"/>
                <a:defRPr sz="2176" baseline="0"/>
              </a:lvl7pPr>
              <a:lvl8pPr marL="1020090" indent="-177099" defTabSz="1218095" fontAlgn="base">
                <a:spcBef>
                  <a:spcPct val="0"/>
                </a:spcBef>
                <a:spcAft>
                  <a:spcPct val="0"/>
                </a:spcAft>
                <a:buClr>
                  <a:schemeClr val="tx2"/>
                </a:buClr>
                <a:buSzPct val="89000"/>
                <a:buFont typeface="Arial" charset="0"/>
                <a:buChar char="-"/>
                <a:defRPr sz="2176" baseline="0"/>
              </a:lvl8pPr>
              <a:lvl9pPr marL="1020090" indent="-177099" defTabSz="1218095" fontAlgn="base">
                <a:spcBef>
                  <a:spcPct val="0"/>
                </a:spcBef>
                <a:spcAft>
                  <a:spcPct val="0"/>
                </a:spcAft>
                <a:buClr>
                  <a:schemeClr val="tx2"/>
                </a:buClr>
                <a:buSzPct val="89000"/>
                <a:buFont typeface="Arial" charset="0"/>
                <a:buChar char="-"/>
                <a:defRPr sz="2176" baseline="0"/>
              </a:lvl9pPr>
            </a:lstStyle>
            <a:p>
              <a:r>
                <a:rPr lang="en-US" sz="2800" b="1" dirty="0">
                  <a:solidFill>
                    <a:schemeClr val="accent5"/>
                  </a:solidFill>
                </a:rPr>
                <a:t>8</a:t>
              </a:r>
            </a:p>
          </p:txBody>
        </p:sp>
        <p:sp>
          <p:nvSpPr>
            <p:cNvPr id="29" name="TextBox 28">
              <a:extLst>
                <a:ext uri="{FF2B5EF4-FFF2-40B4-BE49-F238E27FC236}">
                  <a16:creationId xmlns:a16="http://schemas.microsoft.com/office/drawing/2014/main" xmlns="" id="{56F1E652-E4E1-F50E-8C1E-4C0B12D71D5F}"/>
                </a:ext>
              </a:extLst>
            </p:cNvPr>
            <p:cNvSpPr txBox="1">
              <a:spLocks/>
            </p:cNvSpPr>
            <p:nvPr/>
          </p:nvSpPr>
          <p:spPr>
            <a:xfrm>
              <a:off x="518159"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authorizes payment</a:t>
              </a:r>
            </a:p>
          </p:txBody>
        </p:sp>
        <p:sp>
          <p:nvSpPr>
            <p:cNvPr id="30" name="TextBox 29">
              <a:extLst>
                <a:ext uri="{FF2B5EF4-FFF2-40B4-BE49-F238E27FC236}">
                  <a16:creationId xmlns:a16="http://schemas.microsoft.com/office/drawing/2014/main" xmlns="" id="{48CB6C5B-061F-36E3-E858-67B52CBECCA6}"/>
                </a:ext>
              </a:extLst>
            </p:cNvPr>
            <p:cNvSpPr txBox="1">
              <a:spLocks/>
            </p:cNvSpPr>
            <p:nvPr/>
          </p:nvSpPr>
          <p:spPr>
            <a:xfrm>
              <a:off x="9823893"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hands over merchandise</a:t>
              </a:r>
            </a:p>
          </p:txBody>
        </p:sp>
        <p:sp>
          <p:nvSpPr>
            <p:cNvPr id="31" name="TextBox 30">
              <a:extLst>
                <a:ext uri="{FF2B5EF4-FFF2-40B4-BE49-F238E27FC236}">
                  <a16:creationId xmlns:a16="http://schemas.microsoft.com/office/drawing/2014/main" xmlns="" id="{46AFFE92-9468-8A8C-D9B8-B9FEF0B3FC23}"/>
                </a:ext>
              </a:extLst>
            </p:cNvPr>
            <p:cNvSpPr txBox="1">
              <a:spLocks/>
            </p:cNvSpPr>
            <p:nvPr/>
          </p:nvSpPr>
          <p:spPr>
            <a:xfrm>
              <a:off x="6721983"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Merchant informed of receipt of funds </a:t>
              </a:r>
            </a:p>
          </p:txBody>
        </p:sp>
        <p:sp>
          <p:nvSpPr>
            <p:cNvPr id="32" name="TextBox 31">
              <a:extLst>
                <a:ext uri="{FF2B5EF4-FFF2-40B4-BE49-F238E27FC236}">
                  <a16:creationId xmlns:a16="http://schemas.microsoft.com/office/drawing/2014/main" xmlns="" id="{8B17F59F-E66D-3B47-3CB7-BCCD76485348}"/>
                </a:ext>
              </a:extLst>
            </p:cNvPr>
            <p:cNvSpPr txBox="1">
              <a:spLocks/>
            </p:cNvSpPr>
            <p:nvPr/>
          </p:nvSpPr>
          <p:spPr>
            <a:xfrm>
              <a:off x="3620071" y="5510835"/>
              <a:ext cx="2063577"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dirty="0"/>
                <a:t>Customer receives confirmation</a:t>
              </a:r>
            </a:p>
          </p:txBody>
        </p:sp>
      </p:grpSp>
      <p:cxnSp>
        <p:nvCxnSpPr>
          <p:cNvPr id="21" name="Straight Connector 20">
            <a:extLst>
              <a:ext uri="{FF2B5EF4-FFF2-40B4-BE49-F238E27FC236}">
                <a16:creationId xmlns:a16="http://schemas.microsoft.com/office/drawing/2014/main" xmlns="" id="{5179D9A5-D5F5-75CE-D6DF-6344F58CD9DD}"/>
              </a:ext>
            </a:extLst>
          </p:cNvPr>
          <p:cNvCxnSpPr>
            <a:cxnSpLocks/>
          </p:cNvCxnSpPr>
          <p:nvPr/>
        </p:nvCxnSpPr>
        <p:spPr>
          <a:xfrm>
            <a:off x="237130" y="5287966"/>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4CE4EBA3-8C41-DF3C-0D9C-A1E28D413E2E}"/>
              </a:ext>
            </a:extLst>
          </p:cNvPr>
          <p:cNvCxnSpPr>
            <a:cxnSpLocks/>
          </p:cNvCxnSpPr>
          <p:nvPr/>
        </p:nvCxnSpPr>
        <p:spPr>
          <a:xfrm>
            <a:off x="3339042" y="5287966"/>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7648CF4A-9C38-F87B-8193-99DE5CDB2E64}"/>
              </a:ext>
            </a:extLst>
          </p:cNvPr>
          <p:cNvCxnSpPr>
            <a:cxnSpLocks/>
          </p:cNvCxnSpPr>
          <p:nvPr/>
        </p:nvCxnSpPr>
        <p:spPr>
          <a:xfrm>
            <a:off x="6440954" y="5287966"/>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A0002B8C-344D-DDC9-96BF-4C369B11324F}"/>
              </a:ext>
            </a:extLst>
          </p:cNvPr>
          <p:cNvCxnSpPr>
            <a:cxnSpLocks/>
          </p:cNvCxnSpPr>
          <p:nvPr/>
        </p:nvCxnSpPr>
        <p:spPr>
          <a:xfrm>
            <a:off x="9542864" y="5287966"/>
            <a:ext cx="2419750"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01850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3. </a:t>
            </a:r>
            <a:r>
              <a:rPr lang="en-US" sz="2800" dirty="0">
                <a:solidFill>
                  <a:srgbClr val="006229"/>
                </a:solidFill>
                <a:latin typeface="Bahnschrift SemiBold SemiConden" panose="020B0502040204020203" pitchFamily="34" charset="0"/>
              </a:rPr>
              <a:t>CURRENT USE CASES COVERED BY THE STANDARD.</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Merchant Presented Dynamic QR Code - Push Payment by Customer Flow</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7EE49393-D920-06E7-85F5-75170365A8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sp>
        <p:nvSpPr>
          <p:cNvPr id="602" name="TextBox 601">
            <a:extLst>
              <a:ext uri="{FF2B5EF4-FFF2-40B4-BE49-F238E27FC236}">
                <a16:creationId xmlns:a16="http://schemas.microsoft.com/office/drawing/2014/main" xmlns="" id="{197FE44E-A744-DC0D-1707-53951A3E70A2}"/>
              </a:ext>
            </a:extLst>
          </p:cNvPr>
          <p:cNvSpPr txBox="1"/>
          <p:nvPr/>
        </p:nvSpPr>
        <p:spPr>
          <a:xfrm>
            <a:off x="6144827" y="1278083"/>
            <a:ext cx="5932480" cy="5219121"/>
          </a:xfrm>
          <a:prstGeom prst="rect">
            <a:avLst/>
          </a:prstGeom>
          <a:noFill/>
        </p:spPr>
        <p:txBody>
          <a:bodyPr wrap="square">
            <a:spAutoFit/>
          </a:bodyPr>
          <a:lstStyle/>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The customer presents at the Point of Sale (POS) for checkout, the customer notifies the Merchant about their intention to pay.</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The merchant calls the Merchant DFSP API to generate a QR code by providing it all relevant information necessary to generate the QR Code.</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Merchant DFSP </a:t>
            </a:r>
            <a:r>
              <a:rPr lang="en-US" sz="1200" dirty="0" smtClean="0">
                <a:effectLst/>
                <a:latin typeface="Microsoft GothicNeo" panose="020B0500000101010101" pitchFamily="34" charset="-127"/>
                <a:ea typeface="Microsoft GothicNeo" panose="020B0500000101010101" pitchFamily="34" charset="-127"/>
              </a:rPr>
              <a:t>(Payee) </a:t>
            </a:r>
            <a:r>
              <a:rPr lang="en-US" sz="1200" dirty="0">
                <a:effectLst/>
                <a:latin typeface="Microsoft GothicNeo" panose="020B0500000101010101" pitchFamily="34" charset="-127"/>
                <a:ea typeface="Microsoft GothicNeo" panose="020B0500000101010101" pitchFamily="34" charset="-127"/>
              </a:rPr>
              <a:t>calls the IPS ET API to generate a QR code through the Centralized Service.</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IPS ET responds to the </a:t>
            </a:r>
            <a:r>
              <a:rPr lang="en-US" sz="1200" dirty="0" smtClean="0">
                <a:effectLst/>
                <a:latin typeface="Microsoft GothicNeo" panose="020B0500000101010101" pitchFamily="34" charset="-127"/>
                <a:ea typeface="Microsoft GothicNeo" panose="020B0500000101010101" pitchFamily="34" charset="-127"/>
              </a:rPr>
              <a:t>Payee with </a:t>
            </a:r>
            <a:r>
              <a:rPr lang="en-US" sz="1200" dirty="0">
                <a:effectLst/>
                <a:latin typeface="Microsoft GothicNeo" panose="020B0500000101010101" pitchFamily="34" charset="-127"/>
                <a:ea typeface="Microsoft GothicNeo" panose="020B0500000101010101" pitchFamily="34" charset="-127"/>
              </a:rPr>
              <a:t>the generated QR code string.</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Acquirer (Merchant DFSP) responds to the Merchant with the generated QR code string and the QR code is displayed on the POS for scanning.</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Customer scans the QR code. At this stage the </a:t>
            </a:r>
            <a:r>
              <a:rPr lang="en-US" sz="1200" dirty="0" smtClean="0">
                <a:effectLst/>
                <a:latin typeface="Microsoft GothicNeo" panose="020B0500000101010101" pitchFamily="34" charset="-127"/>
                <a:ea typeface="Microsoft GothicNeo" panose="020B0500000101010101" pitchFamily="34" charset="-127"/>
              </a:rPr>
              <a:t>Payer Bank </a:t>
            </a:r>
            <a:r>
              <a:rPr lang="en-US" sz="1200" dirty="0">
                <a:effectLst/>
                <a:latin typeface="Microsoft GothicNeo" panose="020B0500000101010101" pitchFamily="34" charset="-127"/>
                <a:ea typeface="Microsoft GothicNeo" panose="020B0500000101010101" pitchFamily="34" charset="-127"/>
              </a:rPr>
              <a:t>Application displays the name of the Merchant, retrieved from the Merchant Label in the QR Code.</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Customer enters the Payment Amount.</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Customer's app sends a payment initiation message to the </a:t>
            </a:r>
            <a:r>
              <a:rPr lang="en-US" sz="1200" dirty="0" smtClean="0">
                <a:effectLst/>
                <a:latin typeface="Microsoft GothicNeo" panose="020B0500000101010101" pitchFamily="34" charset="-127"/>
                <a:ea typeface="Microsoft GothicNeo" panose="020B0500000101010101" pitchFamily="34" charset="-127"/>
              </a:rPr>
              <a:t>payer (Customer </a:t>
            </a:r>
            <a:r>
              <a:rPr lang="en-US" sz="1200" dirty="0">
                <a:effectLst/>
                <a:latin typeface="Microsoft GothicNeo" panose="020B0500000101010101" pitchFamily="34" charset="-127"/>
                <a:ea typeface="Microsoft GothicNeo" panose="020B0500000101010101" pitchFamily="34" charset="-127"/>
              </a:rPr>
              <a:t>DFSP). The </a:t>
            </a:r>
            <a:r>
              <a:rPr lang="en-US" sz="1200" dirty="0" smtClean="0">
                <a:effectLst/>
                <a:latin typeface="Microsoft GothicNeo" panose="020B0500000101010101" pitchFamily="34" charset="-127"/>
                <a:ea typeface="Microsoft GothicNeo" panose="020B0500000101010101" pitchFamily="34" charset="-127"/>
              </a:rPr>
              <a:t>payer packages </a:t>
            </a:r>
            <a:r>
              <a:rPr lang="en-US" sz="1200" dirty="0">
                <a:effectLst/>
                <a:latin typeface="Microsoft GothicNeo" panose="020B0500000101010101" pitchFamily="34" charset="-127"/>
                <a:ea typeface="Microsoft GothicNeo" panose="020B0500000101010101" pitchFamily="34" charset="-127"/>
              </a:rPr>
              <a:t>the payment message according to IPS ET Specifications, using information from the QR and Registry.</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dirty="0">
                <a:effectLst/>
                <a:latin typeface="Microsoft GothicNeo" panose="020B0500000101010101" pitchFamily="34" charset="-127"/>
                <a:ea typeface="Microsoft GothicNeo" panose="020B0500000101010101" pitchFamily="34" charset="-127"/>
              </a:rPr>
              <a:t>The </a:t>
            </a:r>
            <a:r>
              <a:rPr lang="en-US" sz="1200" dirty="0" smtClean="0">
                <a:effectLst/>
                <a:latin typeface="Microsoft GothicNeo" panose="020B0500000101010101" pitchFamily="34" charset="-127"/>
                <a:ea typeface="Microsoft GothicNeo" panose="020B0500000101010101" pitchFamily="34" charset="-127"/>
              </a:rPr>
              <a:t>payer sends </a:t>
            </a:r>
            <a:r>
              <a:rPr lang="en-US" sz="1200" dirty="0">
                <a:effectLst/>
                <a:latin typeface="Microsoft GothicNeo" panose="020B0500000101010101" pitchFamily="34" charset="-127"/>
                <a:ea typeface="Microsoft GothicNeo" panose="020B0500000101010101" pitchFamily="34" charset="-127"/>
              </a:rPr>
              <a:t>the Payment Message to IPS ET.</a:t>
            </a:r>
            <a:endParaRPr lang="en-US" sz="1200" dirty="0">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a:pPr>
            <a:r>
              <a:rPr lang="en-US" sz="1200" kern="0" dirty="0">
                <a:effectLst/>
                <a:latin typeface="Microsoft GothicNeo" panose="020B0500000101010101" pitchFamily="34" charset="-127"/>
              </a:rPr>
              <a:t>IPS ET routes the payment request to the Merchant DFSP </a:t>
            </a:r>
            <a:r>
              <a:rPr lang="en-US" sz="1200" kern="0" dirty="0" smtClean="0">
                <a:effectLst/>
                <a:latin typeface="Microsoft GothicNeo" panose="020B0500000101010101" pitchFamily="34" charset="-127"/>
              </a:rPr>
              <a:t>(Payee) </a:t>
            </a:r>
            <a:r>
              <a:rPr lang="en-US" sz="1200" kern="0" dirty="0">
                <a:effectLst/>
                <a:latin typeface="Microsoft GothicNeo" panose="020B0500000101010101" pitchFamily="34" charset="-127"/>
              </a:rPr>
              <a:t>based on the DFSP Swift Code in Tag 28.</a:t>
            </a:r>
            <a:endParaRPr lang="x-none" sz="1000" dirty="0">
              <a:effectLst/>
              <a:latin typeface="Microsoft GothicNeo" panose="020B0500000101010101" pitchFamily="34" charset="-127"/>
              <a:ea typeface="Microsoft GothicNeo" panose="020B0500000101010101" pitchFamily="34" charset="-127"/>
            </a:endParaRPr>
          </a:p>
        </p:txBody>
      </p:sp>
      <p:pic>
        <p:nvPicPr>
          <p:cNvPr id="3" name="Picture 2">
            <a:extLst>
              <a:ext uri="{FF2B5EF4-FFF2-40B4-BE49-F238E27FC236}">
                <a16:creationId xmlns:a16="http://schemas.microsoft.com/office/drawing/2014/main" xmlns="" id="{2BFC8938-3B6A-4DB8-96A8-69F7F5216C86}"/>
              </a:ext>
            </a:extLst>
          </p:cNvPr>
          <p:cNvPicPr>
            <a:picLocks noChangeAspect="1"/>
          </p:cNvPicPr>
          <p:nvPr/>
        </p:nvPicPr>
        <p:blipFill rotWithShape="1">
          <a:blip r:embed="rId3">
            <a:extLst>
              <a:ext uri="{28A0092B-C50C-407E-A947-70E740481C1C}">
                <a14:useLocalDpi xmlns:a14="http://schemas.microsoft.com/office/drawing/2010/main" val="0"/>
              </a:ext>
            </a:extLst>
          </a:blip>
          <a:srcRect l="10636" r="10682"/>
          <a:stretch/>
        </p:blipFill>
        <p:spPr bwMode="auto">
          <a:xfrm>
            <a:off x="306848" y="1151421"/>
            <a:ext cx="5715000" cy="538353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568318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3. </a:t>
            </a:r>
            <a:r>
              <a:rPr lang="en-US" sz="2800" dirty="0">
                <a:solidFill>
                  <a:srgbClr val="006229"/>
                </a:solidFill>
                <a:latin typeface="Bahnschrift SemiBold SemiConden" panose="020B0502040204020203" pitchFamily="34" charset="0"/>
              </a:rPr>
              <a:t>CURRENT USE CASES COVERED BY THE STANDARD.</a:t>
            </a: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Merchant Presented Dynamic QR Code - Push Payment by Customer Flow</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7EE49393-D920-06E7-85F5-75170365A8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sp>
        <p:nvSpPr>
          <p:cNvPr id="602" name="TextBox 601">
            <a:extLst>
              <a:ext uri="{FF2B5EF4-FFF2-40B4-BE49-F238E27FC236}">
                <a16:creationId xmlns:a16="http://schemas.microsoft.com/office/drawing/2014/main" xmlns="" id="{197FE44E-A744-DC0D-1707-53951A3E70A2}"/>
              </a:ext>
            </a:extLst>
          </p:cNvPr>
          <p:cNvSpPr txBox="1"/>
          <p:nvPr/>
        </p:nvSpPr>
        <p:spPr>
          <a:xfrm>
            <a:off x="6144827" y="1278083"/>
            <a:ext cx="5932480" cy="2429768"/>
          </a:xfrm>
          <a:prstGeom prst="rect">
            <a:avLst/>
          </a:prstGeom>
          <a:noFill/>
        </p:spPr>
        <p:txBody>
          <a:bodyPr wrap="square">
            <a:spAutoFit/>
          </a:bodyPr>
          <a:lstStyle/>
          <a:p>
            <a:pPr marL="342900" lvl="0" indent="-342900" algn="just">
              <a:lnSpc>
                <a:spcPct val="107000"/>
              </a:lnSpc>
              <a:spcAft>
                <a:spcPts val="1200"/>
              </a:spcAft>
              <a:buFont typeface="+mj-lt"/>
              <a:buAutoNum type="arabicPeriod" startAt="11"/>
            </a:pPr>
            <a:r>
              <a:rPr lang="en-US" sz="1200" dirty="0" smtClean="0">
                <a:effectLst/>
                <a:latin typeface="Microsoft GothicNeo" panose="020B0500000101010101" pitchFamily="34" charset="-127"/>
                <a:ea typeface="Microsoft GothicNeo" panose="020B0500000101010101" pitchFamily="34" charset="-127"/>
              </a:rPr>
              <a:t>Payee (Merchant </a:t>
            </a:r>
            <a:r>
              <a:rPr lang="en-US" sz="1200" dirty="0">
                <a:effectLst/>
                <a:latin typeface="Microsoft GothicNeo" panose="020B0500000101010101" pitchFamily="34" charset="-127"/>
                <a:ea typeface="Microsoft GothicNeo" panose="020B0500000101010101" pitchFamily="34" charset="-127"/>
              </a:rPr>
              <a:t>DFSP) performs Merchant and Payment Validations: It validates the incoming Payment. Validates that the Merchant Name is associated with the passed Account Number in its merchant registry.</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startAt="11"/>
            </a:pPr>
            <a:r>
              <a:rPr lang="en-US" sz="1200" dirty="0">
                <a:effectLst/>
                <a:latin typeface="Microsoft GothicNeo" panose="020B0500000101010101" pitchFamily="34" charset="-127"/>
                <a:ea typeface="Microsoft GothicNeo" panose="020B0500000101010101" pitchFamily="34" charset="-127"/>
              </a:rPr>
              <a:t>The </a:t>
            </a:r>
            <a:r>
              <a:rPr lang="en-US" sz="1200" dirty="0" smtClean="0">
                <a:effectLst/>
                <a:latin typeface="Microsoft GothicNeo" panose="020B0500000101010101" pitchFamily="34" charset="-127"/>
                <a:ea typeface="Microsoft GothicNeo" panose="020B0500000101010101" pitchFamily="34" charset="-127"/>
              </a:rPr>
              <a:t>Payee responds </a:t>
            </a:r>
            <a:r>
              <a:rPr lang="en-US" sz="1200" dirty="0">
                <a:effectLst/>
                <a:latin typeface="Microsoft GothicNeo" panose="020B0500000101010101" pitchFamily="34" charset="-127"/>
                <a:ea typeface="Microsoft GothicNeo" panose="020B0500000101010101" pitchFamily="34" charset="-127"/>
              </a:rPr>
              <a:t>with success if validations are successful.</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startAt="11"/>
            </a:pPr>
            <a:r>
              <a:rPr lang="en-US" sz="1200" dirty="0">
                <a:effectLst/>
                <a:latin typeface="Microsoft GothicNeo" panose="020B0500000101010101" pitchFamily="34" charset="-127"/>
                <a:ea typeface="Microsoft GothicNeo" panose="020B0500000101010101" pitchFamily="34" charset="-127"/>
              </a:rPr>
              <a:t>IPS ET confirms the payment to the </a:t>
            </a:r>
            <a:r>
              <a:rPr lang="en-US" sz="1200" dirty="0" smtClean="0">
                <a:effectLst/>
                <a:latin typeface="Microsoft GothicNeo" panose="020B0500000101010101" pitchFamily="34" charset="-127"/>
                <a:ea typeface="Microsoft GothicNeo" panose="020B0500000101010101" pitchFamily="34" charset="-127"/>
              </a:rPr>
              <a:t>Payer and </a:t>
            </a:r>
            <a:r>
              <a:rPr lang="en-US" sz="1200" dirty="0">
                <a:effectLst/>
                <a:latin typeface="Microsoft GothicNeo" panose="020B0500000101010101" pitchFamily="34" charset="-127"/>
                <a:ea typeface="Microsoft GothicNeo" panose="020B0500000101010101" pitchFamily="34" charset="-127"/>
              </a:rPr>
              <a:t>the </a:t>
            </a:r>
            <a:r>
              <a:rPr lang="en-US" sz="1200" dirty="0" smtClean="0">
                <a:effectLst/>
                <a:latin typeface="Microsoft GothicNeo" panose="020B0500000101010101" pitchFamily="34" charset="-127"/>
                <a:ea typeface="Microsoft GothicNeo" panose="020B0500000101010101" pitchFamily="34" charset="-127"/>
              </a:rPr>
              <a:t>payee.</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startAt="11"/>
            </a:pPr>
            <a:r>
              <a:rPr lang="en-US" sz="1200" dirty="0" smtClean="0">
                <a:effectLst/>
                <a:latin typeface="Microsoft GothicNeo" panose="020B0500000101010101" pitchFamily="34" charset="-127"/>
                <a:ea typeface="Microsoft GothicNeo" panose="020B0500000101010101" pitchFamily="34" charset="-127"/>
              </a:rPr>
              <a:t>Payee (Merchant </a:t>
            </a:r>
            <a:r>
              <a:rPr lang="en-US" sz="1200" dirty="0">
                <a:effectLst/>
                <a:latin typeface="Microsoft GothicNeo" panose="020B0500000101010101" pitchFamily="34" charset="-127"/>
                <a:ea typeface="Microsoft GothicNeo" panose="020B0500000101010101" pitchFamily="34" charset="-127"/>
              </a:rPr>
              <a:t>DFSP) receives the confirmation of payment from IPS ET.</a:t>
            </a:r>
            <a:endParaRPr lang="x-none" sz="1200" dirty="0">
              <a:effectLst/>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startAt="11"/>
            </a:pPr>
            <a:r>
              <a:rPr lang="en-US" sz="1200" dirty="0" smtClean="0">
                <a:effectLst/>
                <a:latin typeface="Microsoft GothicNeo" panose="020B0500000101010101" pitchFamily="34" charset="-127"/>
                <a:ea typeface="Microsoft GothicNeo" panose="020B0500000101010101" pitchFamily="34" charset="-127"/>
              </a:rPr>
              <a:t>Payer notifies </a:t>
            </a:r>
            <a:r>
              <a:rPr lang="en-US" sz="1200" dirty="0">
                <a:effectLst/>
                <a:latin typeface="Microsoft GothicNeo" panose="020B0500000101010101" pitchFamily="34" charset="-127"/>
                <a:ea typeface="Microsoft GothicNeo" panose="020B0500000101010101" pitchFamily="34" charset="-127"/>
              </a:rPr>
              <a:t>the Customer about the successful payment.</a:t>
            </a:r>
            <a:endParaRPr lang="en-US" sz="1200" dirty="0">
              <a:latin typeface="Microsoft GothicNeo" panose="020B0500000101010101" pitchFamily="34" charset="-127"/>
              <a:ea typeface="Microsoft GothicNeo" panose="020B0500000101010101" pitchFamily="34" charset="-127"/>
            </a:endParaRPr>
          </a:p>
          <a:p>
            <a:pPr marL="342900" lvl="0" indent="-342900" algn="just">
              <a:lnSpc>
                <a:spcPct val="107000"/>
              </a:lnSpc>
              <a:spcAft>
                <a:spcPts val="1200"/>
              </a:spcAft>
              <a:buFont typeface="+mj-lt"/>
              <a:buAutoNum type="arabicPeriod" startAt="11"/>
            </a:pPr>
            <a:r>
              <a:rPr lang="en-US" sz="1200" kern="0" dirty="0" smtClean="0">
                <a:effectLst/>
                <a:latin typeface="Microsoft GothicNeo" panose="020B0500000101010101" pitchFamily="34" charset="-127"/>
              </a:rPr>
              <a:t>Payee notifies </a:t>
            </a:r>
            <a:r>
              <a:rPr lang="en-US" sz="1200" kern="0" dirty="0">
                <a:effectLst/>
                <a:latin typeface="Microsoft GothicNeo" panose="020B0500000101010101" pitchFamily="34" charset="-127"/>
              </a:rPr>
              <a:t>the Merchant about the successful payment.</a:t>
            </a:r>
            <a:endParaRPr lang="x-none" sz="700" dirty="0">
              <a:effectLst/>
              <a:latin typeface="Microsoft GothicNeo" panose="020B0500000101010101" pitchFamily="34" charset="-127"/>
              <a:ea typeface="Microsoft GothicNeo" panose="020B0500000101010101" pitchFamily="34" charset="-127"/>
            </a:endParaRPr>
          </a:p>
        </p:txBody>
      </p:sp>
      <p:pic>
        <p:nvPicPr>
          <p:cNvPr id="3" name="Picture 2">
            <a:extLst>
              <a:ext uri="{FF2B5EF4-FFF2-40B4-BE49-F238E27FC236}">
                <a16:creationId xmlns:a16="http://schemas.microsoft.com/office/drawing/2014/main" xmlns="" id="{2BFC8938-3B6A-4DB8-96A8-69F7F5216C86}"/>
              </a:ext>
            </a:extLst>
          </p:cNvPr>
          <p:cNvPicPr>
            <a:picLocks noChangeAspect="1"/>
          </p:cNvPicPr>
          <p:nvPr/>
        </p:nvPicPr>
        <p:blipFill rotWithShape="1">
          <a:blip r:embed="rId3">
            <a:extLst>
              <a:ext uri="{28A0092B-C50C-407E-A947-70E740481C1C}">
                <a14:useLocalDpi xmlns:a14="http://schemas.microsoft.com/office/drawing/2010/main" val="0"/>
              </a:ext>
            </a:extLst>
          </a:blip>
          <a:srcRect l="10636" r="10682"/>
          <a:stretch/>
        </p:blipFill>
        <p:spPr bwMode="auto">
          <a:xfrm>
            <a:off x="306848" y="1151421"/>
            <a:ext cx="5715000" cy="538353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662834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80D5784-AAC3-43E5-B3C6-8A9D8CB6CE29}"/>
              </a:ext>
            </a:extLst>
          </p:cNvPr>
          <p:cNvSpPr txBox="1"/>
          <p:nvPr/>
        </p:nvSpPr>
        <p:spPr>
          <a:xfrm>
            <a:off x="327040" y="177282"/>
            <a:ext cx="11635574" cy="523220"/>
          </a:xfrm>
          <a:prstGeom prst="rect">
            <a:avLst/>
          </a:prstGeom>
          <a:noFill/>
        </p:spPr>
        <p:txBody>
          <a:bodyPr wrap="square" rtlCol="0">
            <a:spAutoFit/>
          </a:bodyPr>
          <a:lstStyle/>
          <a:p>
            <a:r>
              <a:rPr lang="en-US" sz="2800" dirty="0" smtClean="0">
                <a:solidFill>
                  <a:srgbClr val="006229"/>
                </a:solidFill>
                <a:latin typeface="Bahnschrift SemiBold SemiConden" panose="020B0502040204020203" pitchFamily="34" charset="0"/>
              </a:rPr>
              <a:t>4. </a:t>
            </a:r>
            <a:r>
              <a:rPr lang="en-US" sz="2800" dirty="0">
                <a:solidFill>
                  <a:srgbClr val="006229"/>
                </a:solidFill>
                <a:latin typeface="Bahnschrift SemiBold SemiConden" panose="020B0502040204020203" pitchFamily="34" charset="0"/>
              </a:rPr>
              <a:t>NEXT STEPS FOR </a:t>
            </a:r>
            <a:r>
              <a:rPr lang="en-US" sz="2800" dirty="0" smtClean="0">
                <a:solidFill>
                  <a:srgbClr val="006229"/>
                </a:solidFill>
                <a:latin typeface="Bahnschrift SemiBold SemiConden" panose="020B0502040204020203" pitchFamily="34" charset="0"/>
              </a:rPr>
              <a:t>Payees AND Payers.</a:t>
            </a:r>
            <a:endParaRPr lang="en-US" sz="2800" dirty="0">
              <a:solidFill>
                <a:srgbClr val="006229"/>
              </a:solidFill>
              <a:latin typeface="Bahnschrift SemiBold SemiConden" panose="020B0502040204020203" pitchFamily="34" charset="0"/>
            </a:endParaRPr>
          </a:p>
        </p:txBody>
      </p:sp>
      <p:sp>
        <p:nvSpPr>
          <p:cNvPr id="6" name="TextBox 5">
            <a:extLst>
              <a:ext uri="{FF2B5EF4-FFF2-40B4-BE49-F238E27FC236}">
                <a16:creationId xmlns:a16="http://schemas.microsoft.com/office/drawing/2014/main" xmlns="" id="{628BBA39-824D-488B-AE10-EB9F908C928A}"/>
              </a:ext>
            </a:extLst>
          </p:cNvPr>
          <p:cNvSpPr txBox="1"/>
          <p:nvPr/>
        </p:nvSpPr>
        <p:spPr>
          <a:xfrm>
            <a:off x="327040" y="638947"/>
            <a:ext cx="11864960" cy="369332"/>
          </a:xfrm>
          <a:prstGeom prst="rect">
            <a:avLst/>
          </a:prstGeom>
          <a:noFill/>
        </p:spPr>
        <p:txBody>
          <a:bodyPr wrap="square" rtlCol="0">
            <a:spAutoFit/>
          </a:bodyPr>
          <a:lstStyle/>
          <a:p>
            <a:r>
              <a:rPr lang="en-US" dirty="0">
                <a:solidFill>
                  <a:srgbClr val="006229"/>
                </a:solidFill>
                <a:latin typeface="Bahnschrift Light SemiCondensed" panose="020B0502040204020203" pitchFamily="34" charset="0"/>
              </a:rPr>
              <a:t>What will the Different Kinds of Stakeholders need to do at their end to Adopt the Standard</a:t>
            </a:r>
          </a:p>
        </p:txBody>
      </p:sp>
      <p:sp>
        <p:nvSpPr>
          <p:cNvPr id="7" name="Rectangle 6">
            <a:extLst>
              <a:ext uri="{FF2B5EF4-FFF2-40B4-BE49-F238E27FC236}">
                <a16:creationId xmlns:a16="http://schemas.microsoft.com/office/drawing/2014/main" xmlns="" id="{AA9235C6-D794-428B-AC1D-A498C7BD76B8}"/>
              </a:ext>
            </a:extLst>
          </p:cNvPr>
          <p:cNvSpPr/>
          <p:nvPr/>
        </p:nvSpPr>
        <p:spPr>
          <a:xfrm>
            <a:off x="0" y="250823"/>
            <a:ext cx="306848" cy="683914"/>
          </a:xfrm>
          <a:prstGeom prst="rect">
            <a:avLst/>
          </a:prstGeom>
          <a:solidFill>
            <a:srgbClr val="0062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qr code with a flag&#10;&#10;Description automatically generated">
            <a:extLst>
              <a:ext uri="{FF2B5EF4-FFF2-40B4-BE49-F238E27FC236}">
                <a16:creationId xmlns:a16="http://schemas.microsoft.com/office/drawing/2014/main" xmlns="" id="{0574E47C-EB8D-35B1-3329-43AB0CE3B6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52358" y="126472"/>
            <a:ext cx="1024949" cy="1024949"/>
          </a:xfrm>
          <a:prstGeom prst="rect">
            <a:avLst/>
          </a:prstGeom>
        </p:spPr>
      </p:pic>
      <p:sp>
        <p:nvSpPr>
          <p:cNvPr id="3" name="TextBox 2">
            <a:extLst>
              <a:ext uri="{FF2B5EF4-FFF2-40B4-BE49-F238E27FC236}">
                <a16:creationId xmlns:a16="http://schemas.microsoft.com/office/drawing/2014/main" xmlns="" id="{F0AFB385-DCC5-58A5-A6B7-C23437E3C578}"/>
              </a:ext>
            </a:extLst>
          </p:cNvPr>
          <p:cNvSpPr txBox="1">
            <a:spLocks/>
          </p:cNvSpPr>
          <p:nvPr/>
        </p:nvSpPr>
        <p:spPr>
          <a:xfrm>
            <a:off x="2865103" y="1613086"/>
            <a:ext cx="2961065" cy="2769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800" b="1" dirty="0">
                <a:solidFill>
                  <a:srgbClr val="006229"/>
                </a:solidFill>
                <a:cs typeface="+mn-cs"/>
              </a:rPr>
              <a:t>PSP</a:t>
            </a:r>
          </a:p>
        </p:txBody>
      </p:sp>
      <p:sp>
        <p:nvSpPr>
          <p:cNvPr id="4" name="TextBox 3">
            <a:extLst>
              <a:ext uri="{FF2B5EF4-FFF2-40B4-BE49-F238E27FC236}">
                <a16:creationId xmlns:a16="http://schemas.microsoft.com/office/drawing/2014/main" xmlns="" id="{49C4CC59-5525-C0E5-292C-1E91912ED8EB}"/>
              </a:ext>
            </a:extLst>
          </p:cNvPr>
          <p:cNvSpPr txBox="1">
            <a:spLocks/>
          </p:cNvSpPr>
          <p:nvPr/>
        </p:nvSpPr>
        <p:spPr>
          <a:xfrm>
            <a:off x="6083717" y="1613086"/>
            <a:ext cx="3099359" cy="2769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800" b="1" dirty="0">
                <a:solidFill>
                  <a:srgbClr val="006229"/>
                </a:solidFill>
                <a:cs typeface="+mn-cs"/>
              </a:rPr>
              <a:t>Customer bank</a:t>
            </a:r>
          </a:p>
        </p:txBody>
      </p:sp>
      <p:sp>
        <p:nvSpPr>
          <p:cNvPr id="8" name="TextBox 7">
            <a:extLst>
              <a:ext uri="{FF2B5EF4-FFF2-40B4-BE49-F238E27FC236}">
                <a16:creationId xmlns:a16="http://schemas.microsoft.com/office/drawing/2014/main" xmlns="" id="{60AED418-7642-184C-80F2-4B1956A32267}"/>
              </a:ext>
            </a:extLst>
          </p:cNvPr>
          <p:cNvSpPr txBox="1">
            <a:spLocks/>
          </p:cNvSpPr>
          <p:nvPr/>
        </p:nvSpPr>
        <p:spPr>
          <a:xfrm>
            <a:off x="9440624" y="1613086"/>
            <a:ext cx="2518118" cy="2769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800" b="1" dirty="0">
                <a:solidFill>
                  <a:srgbClr val="006229"/>
                </a:solidFill>
                <a:cs typeface="+mn-cs"/>
              </a:rPr>
              <a:t>Merchant Bank</a:t>
            </a:r>
          </a:p>
        </p:txBody>
      </p:sp>
      <p:cxnSp>
        <p:nvCxnSpPr>
          <p:cNvPr id="11" name="Straight Connector 10">
            <a:extLst>
              <a:ext uri="{FF2B5EF4-FFF2-40B4-BE49-F238E27FC236}">
                <a16:creationId xmlns:a16="http://schemas.microsoft.com/office/drawing/2014/main" xmlns="" id="{EE761BB3-7588-01F7-E882-71A1FF1C75ED}"/>
              </a:ext>
            </a:extLst>
          </p:cNvPr>
          <p:cNvCxnSpPr>
            <a:cxnSpLocks/>
          </p:cNvCxnSpPr>
          <p:nvPr/>
        </p:nvCxnSpPr>
        <p:spPr>
          <a:xfrm>
            <a:off x="233258" y="1925250"/>
            <a:ext cx="11725484" cy="0"/>
          </a:xfrm>
          <a:prstGeom prst="line">
            <a:avLst/>
          </a:prstGeom>
          <a:ln w="12700" cap="flat">
            <a:solidFill>
              <a:srgbClr val="006229"/>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AB3C822A-0698-7A57-38B6-70F6E6A3E5FC}"/>
              </a:ext>
            </a:extLst>
          </p:cNvPr>
          <p:cNvSpPr txBox="1">
            <a:spLocks/>
          </p:cNvSpPr>
          <p:nvPr/>
        </p:nvSpPr>
        <p:spPr>
          <a:xfrm>
            <a:off x="233258" y="1613086"/>
            <a:ext cx="2374296" cy="2769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800" b="1" dirty="0">
                <a:solidFill>
                  <a:srgbClr val="006229"/>
                </a:solidFill>
                <a:cs typeface="+mn-cs"/>
              </a:rPr>
              <a:t>Type of flow</a:t>
            </a:r>
          </a:p>
        </p:txBody>
      </p:sp>
      <p:sp>
        <p:nvSpPr>
          <p:cNvPr id="13" name="TextBox 12">
            <a:extLst>
              <a:ext uri="{FF2B5EF4-FFF2-40B4-BE49-F238E27FC236}">
                <a16:creationId xmlns:a16="http://schemas.microsoft.com/office/drawing/2014/main" xmlns="" id="{7C435AA7-4209-C3A9-2BE3-04A01C1F8EED}"/>
              </a:ext>
            </a:extLst>
          </p:cNvPr>
          <p:cNvSpPr txBox="1">
            <a:spLocks/>
          </p:cNvSpPr>
          <p:nvPr/>
        </p:nvSpPr>
        <p:spPr>
          <a:xfrm>
            <a:off x="2865103" y="2011076"/>
            <a:ext cx="2961065" cy="166199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200" dirty="0">
                <a:latin typeface="Microsoft GothicNeo" panose="020B0500000101010101" pitchFamily="34" charset="-127"/>
                <a:ea typeface="Microsoft GothicNeo" panose="020B0500000101010101" pitchFamily="34" charset="-127"/>
                <a:cs typeface="Microsoft GothicNeo" panose="020B0500000101010101" pitchFamily="34" charset="-127"/>
              </a:rPr>
              <a:t>Onboard and manage merchant</a:t>
            </a:r>
          </a:p>
          <a:p>
            <a:pPr lvl="1"/>
            <a:r>
              <a:rPr lang="en-US" sz="1200" dirty="0">
                <a:latin typeface="Microsoft GothicNeo" panose="020B0500000101010101" pitchFamily="34" charset="-127"/>
                <a:ea typeface="Microsoft GothicNeo" panose="020B0500000101010101" pitchFamily="34" charset="-127"/>
                <a:cs typeface="Microsoft GothicNeo" panose="020B0500000101010101" pitchFamily="34" charset="-127"/>
              </a:rPr>
              <a:t>Provide merchant with front end channel to create payment order</a:t>
            </a:r>
          </a:p>
          <a:p>
            <a:pPr lvl="1"/>
            <a:r>
              <a:rPr lang="en-US" sz="1200" dirty="0">
                <a:latin typeface="Microsoft GothicNeo" panose="020B0500000101010101" pitchFamily="34" charset="-127"/>
                <a:ea typeface="Microsoft GothicNeo" panose="020B0500000101010101" pitchFamily="34" charset="-127"/>
                <a:cs typeface="Microsoft GothicNeo" panose="020B0500000101010101" pitchFamily="34" charset="-127"/>
              </a:rPr>
              <a:t>For QR payment, generate the QR</a:t>
            </a:r>
          </a:p>
          <a:p>
            <a:pPr lvl="1"/>
            <a:r>
              <a:rPr lang="en-US" sz="1200" dirty="0">
                <a:latin typeface="Microsoft GothicNeo" panose="020B0500000101010101" pitchFamily="34" charset="-127"/>
                <a:ea typeface="Microsoft GothicNeo" panose="020B0500000101010101" pitchFamily="34" charset="-127"/>
                <a:cs typeface="Microsoft GothicNeo" panose="020B0500000101010101" pitchFamily="34" charset="-127"/>
              </a:rPr>
              <a:t>Provide merchant with status of payment</a:t>
            </a:r>
          </a:p>
          <a:p>
            <a:pPr lvl="1"/>
            <a:r>
              <a:rPr lang="en-GB" sz="1200" dirty="0">
                <a:latin typeface="Microsoft GothicNeo" panose="020B0500000101010101" pitchFamily="34" charset="-127"/>
                <a:ea typeface="Microsoft GothicNeo" panose="020B0500000101010101" pitchFamily="34" charset="-127"/>
                <a:cs typeface="Microsoft GothicNeo" panose="020B0500000101010101" pitchFamily="34" charset="-127"/>
              </a:rPr>
              <a:t>Manage MDR/Merchant fee</a:t>
            </a:r>
          </a:p>
        </p:txBody>
      </p:sp>
      <p:sp>
        <p:nvSpPr>
          <p:cNvPr id="14" name="TextBox 13">
            <a:extLst>
              <a:ext uri="{FF2B5EF4-FFF2-40B4-BE49-F238E27FC236}">
                <a16:creationId xmlns:a16="http://schemas.microsoft.com/office/drawing/2014/main" xmlns="" id="{D65FAACE-D7D6-3BD8-E1FA-73AC2DEA0578}"/>
              </a:ext>
            </a:extLst>
          </p:cNvPr>
          <p:cNvSpPr txBox="1">
            <a:spLocks/>
          </p:cNvSpPr>
          <p:nvPr/>
        </p:nvSpPr>
        <p:spPr>
          <a:xfrm>
            <a:off x="6083717" y="2011076"/>
            <a:ext cx="3099359" cy="90024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200" dirty="0">
                <a:latin typeface="Microsoft GothicNeo" panose="020B0500000101010101" pitchFamily="34" charset="-127"/>
                <a:ea typeface="Microsoft GothicNeo" panose="020B0500000101010101" pitchFamily="34" charset="-127"/>
                <a:cs typeface="Microsoft GothicNeo" panose="020B0500000101010101" pitchFamily="34" charset="-127"/>
              </a:rPr>
              <a:t>Provide customer with channel to initiate payment</a:t>
            </a:r>
          </a:p>
          <a:p>
            <a:pPr lvl="1"/>
            <a:r>
              <a:rPr lang="en-US" sz="1200" dirty="0">
                <a:latin typeface="Microsoft GothicNeo" panose="020B0500000101010101" pitchFamily="34" charset="-127"/>
                <a:ea typeface="Microsoft GothicNeo" panose="020B0500000101010101" pitchFamily="34" charset="-127"/>
                <a:cs typeface="Microsoft GothicNeo" panose="020B0500000101010101" pitchFamily="34" charset="-127"/>
              </a:rPr>
              <a:t>Provide customer confirmation that payment has been done</a:t>
            </a:r>
            <a:endParaRPr lang="en-GB" sz="12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15" name="TextBox 14">
            <a:extLst>
              <a:ext uri="{FF2B5EF4-FFF2-40B4-BE49-F238E27FC236}">
                <a16:creationId xmlns:a16="http://schemas.microsoft.com/office/drawing/2014/main" xmlns="" id="{FB06B7E4-8BB7-26FA-9555-E27E60701688}"/>
              </a:ext>
            </a:extLst>
          </p:cNvPr>
          <p:cNvSpPr txBox="1">
            <a:spLocks/>
          </p:cNvSpPr>
          <p:nvPr/>
        </p:nvSpPr>
        <p:spPr>
          <a:xfrm>
            <a:off x="9440624" y="2011076"/>
            <a:ext cx="2518118" cy="133113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200" dirty="0">
                <a:latin typeface="Microsoft GothicNeo" panose="020B0500000101010101" pitchFamily="34" charset="-127"/>
                <a:ea typeface="Microsoft GothicNeo" panose="020B0500000101010101" pitchFamily="34" charset="-127"/>
                <a:cs typeface="Microsoft GothicNeo" panose="020B0500000101010101" pitchFamily="34" charset="-127"/>
              </a:rPr>
              <a:t>Receive payment and notify merchant </a:t>
            </a:r>
          </a:p>
          <a:p>
            <a:pPr lvl="1"/>
            <a:r>
              <a:rPr lang="en-US" sz="1200" dirty="0">
                <a:latin typeface="Microsoft GothicNeo" panose="020B0500000101010101" pitchFamily="34" charset="-127"/>
                <a:ea typeface="Microsoft GothicNeo" panose="020B0500000101010101" pitchFamily="34" charset="-127"/>
                <a:cs typeface="Microsoft GothicNeo" panose="020B0500000101010101" pitchFamily="34" charset="-127"/>
              </a:rPr>
              <a:t>Provide merchant with enough information on Bank statement to match funds received with invoice</a:t>
            </a:r>
            <a:r>
              <a:rPr lang="en-US" sz="1200">
                <a:latin typeface="Microsoft GothicNeo" panose="020B0500000101010101" pitchFamily="34" charset="-127"/>
                <a:ea typeface="Microsoft GothicNeo" panose="020B0500000101010101" pitchFamily="34" charset="-127"/>
                <a:cs typeface="Microsoft GothicNeo" panose="020B0500000101010101" pitchFamily="34" charset="-127"/>
              </a:rPr>
              <a:t>/bill</a:t>
            </a:r>
            <a:endParaRPr lang="en-GB" sz="1200"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p:sp>
        <p:nvSpPr>
          <p:cNvPr id="16" name="TextBox 15">
            <a:extLst>
              <a:ext uri="{FF2B5EF4-FFF2-40B4-BE49-F238E27FC236}">
                <a16:creationId xmlns:a16="http://schemas.microsoft.com/office/drawing/2014/main" xmlns="" id="{437E2381-1B54-03A9-F247-39DAFDF405C0}"/>
              </a:ext>
            </a:extLst>
          </p:cNvPr>
          <p:cNvSpPr txBox="1">
            <a:spLocks/>
          </p:cNvSpPr>
          <p:nvPr/>
        </p:nvSpPr>
        <p:spPr>
          <a:xfrm>
            <a:off x="598018" y="2011076"/>
            <a:ext cx="2009536" cy="83099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dirty="0">
                <a:solidFill>
                  <a:srgbClr val="006229"/>
                </a:solidFill>
                <a:cs typeface="+mn-cs"/>
              </a:rPr>
              <a:t>Customer initiated push payment to merchant</a:t>
            </a:r>
            <a:endParaRPr lang="en-GB" sz="1800" b="1" dirty="0">
              <a:solidFill>
                <a:srgbClr val="006229"/>
              </a:solidFill>
              <a:cs typeface="+mn-cs"/>
            </a:endParaRPr>
          </a:p>
        </p:txBody>
      </p:sp>
      <p:sp>
        <p:nvSpPr>
          <p:cNvPr id="17" name="TrackerNumBlue 4">
            <a:extLst>
              <a:ext uri="{FF2B5EF4-FFF2-40B4-BE49-F238E27FC236}">
                <a16:creationId xmlns:a16="http://schemas.microsoft.com/office/drawing/2014/main" xmlns="" id="{37E42448-735F-49FA-04A7-8737D864FDDD}"/>
              </a:ext>
            </a:extLst>
          </p:cNvPr>
          <p:cNvSpPr>
            <a:spLocks/>
          </p:cNvSpPr>
          <p:nvPr>
            <p:custDataLst>
              <p:tags r:id="rId1"/>
            </p:custDataLst>
          </p:nvPr>
        </p:nvSpPr>
        <p:spPr>
          <a:xfrm>
            <a:off x="233258" y="2011076"/>
            <a:ext cx="301752" cy="301752"/>
          </a:xfrm>
          <a:prstGeom prst="ellipse">
            <a:avLst/>
          </a:prstGeom>
          <a:solidFill>
            <a:srgbClr val="006229"/>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GB" sz="1400" dirty="0">
                <a:solidFill>
                  <a:schemeClr val="bg1"/>
                </a:solidFill>
              </a:rPr>
              <a:t>1</a:t>
            </a:r>
          </a:p>
        </p:txBody>
      </p:sp>
    </p:spTree>
    <p:extLst>
      <p:ext uri="{BB962C8B-B14F-4D97-AF65-F5344CB8AC3E}">
        <p14:creationId xmlns:p14="http://schemas.microsoft.com/office/powerpoint/2010/main" val="33258072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599" y="399479"/>
            <a:ext cx="10330543" cy="523220"/>
          </a:xfrm>
          <a:prstGeom prst="rect">
            <a:avLst/>
          </a:prstGeom>
        </p:spPr>
        <p:txBody>
          <a:bodyPr wrap="square">
            <a:spAutoFit/>
          </a:bodyPr>
          <a:lstStyle/>
          <a:p>
            <a:r>
              <a:rPr lang="en-GB" sz="2800" dirty="0">
                <a:solidFill>
                  <a:srgbClr val="006229"/>
                </a:solidFill>
                <a:latin typeface="Bahnschrift SemiBold SemiConden" panose="020B0502040204020203" pitchFamily="34" charset="0"/>
              </a:rPr>
              <a:t>5</a:t>
            </a:r>
            <a:r>
              <a:rPr lang="en-GB" sz="2800" dirty="0" smtClean="0">
                <a:solidFill>
                  <a:srgbClr val="006229"/>
                </a:solidFill>
                <a:latin typeface="Bahnschrift SemiBold SemiConden" panose="020B0502040204020203" pitchFamily="34" charset="0"/>
              </a:rPr>
              <a:t>. Conclusion</a:t>
            </a:r>
            <a:endParaRPr lang="en-US" sz="2800" dirty="0">
              <a:solidFill>
                <a:srgbClr val="006229"/>
              </a:solidFill>
              <a:latin typeface="Bahnschrift SemiBold SemiConden" panose="020B0502040204020203" pitchFamily="34" charset="0"/>
            </a:endParaRPr>
          </a:p>
        </p:txBody>
      </p:sp>
      <p:sp>
        <p:nvSpPr>
          <p:cNvPr id="3" name="Rectangle 2"/>
          <p:cNvSpPr/>
          <p:nvPr/>
        </p:nvSpPr>
        <p:spPr>
          <a:xfrm>
            <a:off x="805542" y="1676400"/>
            <a:ext cx="10330543" cy="1754326"/>
          </a:xfrm>
          <a:prstGeom prst="rect">
            <a:avLst/>
          </a:prstGeom>
        </p:spPr>
        <p:txBody>
          <a:bodyPr wrap="square">
            <a:spAutoFit/>
          </a:bodyPr>
          <a:lstStyle/>
          <a:p>
            <a:pPr marL="285750" indent="-285750">
              <a:buFont typeface="Wingdings" pitchFamily="2" charset="2"/>
              <a:buChar char="§"/>
            </a:pPr>
            <a:r>
              <a:rPr lang="en-GB" dirty="0">
                <a:latin typeface="Bahnschrift" pitchFamily="34" charset="0"/>
              </a:rPr>
              <a:t>IPS QR Payment is a transformative innovation in the digital payments landscape, offering a fast, secure, and user-friendly transaction experience</a:t>
            </a:r>
            <a:r>
              <a:rPr lang="en-GB" dirty="0" smtClean="0">
                <a:latin typeface="Bahnschrift" pitchFamily="34" charset="0"/>
              </a:rPr>
              <a:t>.</a:t>
            </a:r>
          </a:p>
          <a:p>
            <a:pPr marL="285750" indent="-285750">
              <a:buFont typeface="Wingdings" pitchFamily="2" charset="2"/>
              <a:buChar char="§"/>
            </a:pPr>
            <a:r>
              <a:rPr lang="en-GB" dirty="0" smtClean="0">
                <a:latin typeface="Bahnschrift" pitchFamily="34" charset="0"/>
              </a:rPr>
              <a:t>Its </a:t>
            </a:r>
            <a:r>
              <a:rPr lang="en-GB" dirty="0">
                <a:latin typeface="Bahnschrift" pitchFamily="34" charset="0"/>
              </a:rPr>
              <a:t>ability to streamline payments, enhance financial inclusion, and support interoperability among financial institutions makes it a key driver in the evolution of cashless economies. </a:t>
            </a:r>
            <a:endParaRPr lang="en-GB" dirty="0" smtClean="0">
              <a:latin typeface="Bahnschrift" pitchFamily="34" charset="0"/>
            </a:endParaRPr>
          </a:p>
          <a:p>
            <a:pPr marL="285750" indent="-285750">
              <a:buFont typeface="Wingdings" pitchFamily="2" charset="2"/>
              <a:buChar char="§"/>
            </a:pPr>
            <a:r>
              <a:rPr lang="en-GB" dirty="0" smtClean="0">
                <a:latin typeface="Bahnschrift" pitchFamily="34" charset="0"/>
              </a:rPr>
              <a:t>As </a:t>
            </a:r>
            <a:r>
              <a:rPr lang="en-GB" dirty="0">
                <a:latin typeface="Bahnschrift" pitchFamily="34" charset="0"/>
              </a:rPr>
              <a:t>adoption grows, IPS QR Payment will continue to redefine the way businesses and consumers transact, ensuring a more efficient and digitally connected financial ecosystem.</a:t>
            </a:r>
            <a:endParaRPr lang="en-US" dirty="0">
              <a:solidFill>
                <a:prstClr val="black"/>
              </a:solidFill>
              <a:latin typeface="Bahnschrift" pitchFamily="34" charset="0"/>
            </a:endParaRPr>
          </a:p>
        </p:txBody>
      </p:sp>
    </p:spTree>
    <p:extLst>
      <p:ext uri="{BB962C8B-B14F-4D97-AF65-F5344CB8AC3E}">
        <p14:creationId xmlns:p14="http://schemas.microsoft.com/office/powerpoint/2010/main" val="2170788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NAME" val="Title"/>
</p:tagLst>
</file>

<file path=ppt/tags/tag2.xml><?xml version="1.0" encoding="utf-8"?>
<p:tagLst xmlns:a="http://schemas.openxmlformats.org/drawingml/2006/main" xmlns:r="http://schemas.openxmlformats.org/officeDocument/2006/relationships" xmlns:p="http://schemas.openxmlformats.org/presentationml/2006/main">
  <p:tag name="SHAPENAME" val="Subtitle"/>
</p:tagLst>
</file>

<file path=ppt/tags/tag3.xml><?xml version="1.0" encoding="utf-8"?>
<p:tagLst xmlns:a="http://schemas.openxmlformats.org/drawingml/2006/main" xmlns:r="http://schemas.openxmlformats.org/officeDocument/2006/relationships" xmlns:p="http://schemas.openxmlformats.org/presentationml/2006/main">
  <p:tag name="SHAPENAME" val="Subtitl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c9Eg2Qya6P.MWAVdI9hmg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Nj2qlmURox_6adI4k2c2R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Nj2qlmURox_6adI4k2c2R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c9Eg2Qya6P.MWAVdI9hmg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Nj2qlmURox_6adI4k2c2RQ"/>
</p:tagLst>
</file>

<file path=ppt/tags/tag9.xml><?xml version="1.0" encoding="utf-8"?>
<p:tagLst xmlns:a="http://schemas.openxmlformats.org/drawingml/2006/main" xmlns:r="http://schemas.openxmlformats.org/officeDocument/2006/relationships" xmlns:p="http://schemas.openxmlformats.org/presentationml/2006/main">
  <p:tag name="NAME" val="CustomIcon"/>
</p:tagLst>
</file>

<file path=ppt/tags/tag10.xml><?xml version="1.0" encoding="utf-8"?>
<p:tagLst xmlns:a="http://schemas.openxmlformats.org/drawingml/2006/main" xmlns:r="http://schemas.openxmlformats.org/officeDocument/2006/relationships" xmlns:p="http://schemas.openxmlformats.org/presentationml/2006/main">
  <p:tag name="NAME" val="CustomIcon"/>
</p:tagLst>
</file>

<file path=ppt/tags/tag11.xml><?xml version="1.0" encoding="utf-8"?>
<p:tagLst xmlns:a="http://schemas.openxmlformats.org/drawingml/2006/main" xmlns:r="http://schemas.openxmlformats.org/officeDocument/2006/relationships" xmlns:p="http://schemas.openxmlformats.org/presentationml/2006/main">
  <p:tag name="NAME" val="CustomIcon"/>
</p:tagLst>
</file>

<file path=ppt/tags/tag12.xml><?xml version="1.0" encoding="utf-8"?>
<p:tagLst xmlns:a="http://schemas.openxmlformats.org/drawingml/2006/main" xmlns:r="http://schemas.openxmlformats.org/officeDocument/2006/relationships" xmlns:p="http://schemas.openxmlformats.org/presentationml/2006/main">
  <p:tag name="SHAPENAME" val="4. Footno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wW1bde1rqkOrYkvEutVTF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o7I09Lel_EqJXDr_ZyHhN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wW1bde1rqkOrYkvEutVTF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o7I09Lel_EqJXDr_ZyHhN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wW1bde1rqkOrYkvEutVTF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o7I09Lel_EqJXDr_ZyHhN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wW1bde1rqkOrYkvEutVTF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o7I09Lel_EqJXDr_ZyHhNQ"/>
</p:tagLst>
</file>

<file path=ppt/tags/tag21.xml><?xml version="1.0" encoding="utf-8"?>
<p:tagLst xmlns:a="http://schemas.openxmlformats.org/drawingml/2006/main" xmlns:r="http://schemas.openxmlformats.org/officeDocument/2006/relationships" xmlns:p="http://schemas.openxmlformats.org/presentationml/2006/main">
  <p:tag name="NAME" val="TrackerNumBl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7487</TotalTime>
  <Words>1696</Words>
  <Application>Microsoft Office PowerPoint</Application>
  <PresentationFormat>Custom</PresentationFormat>
  <Paragraphs>216</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Paysys Labs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Soban</dc:creator>
  <cp:lastModifiedBy>DELL 3090</cp:lastModifiedBy>
  <cp:revision>60</cp:revision>
  <dcterms:created xsi:type="dcterms:W3CDTF">2022-05-31T15:00:03Z</dcterms:created>
  <dcterms:modified xsi:type="dcterms:W3CDTF">2025-02-10T09:01:46Z</dcterms:modified>
</cp:coreProperties>
</file>